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1"/>
  </p:notesMasterIdLst>
  <p:sldIdLst>
    <p:sldId id="256" r:id="rId2"/>
    <p:sldId id="281" r:id="rId3"/>
    <p:sldId id="257" r:id="rId4"/>
    <p:sldId id="258" r:id="rId5"/>
    <p:sldId id="260" r:id="rId6"/>
    <p:sldId id="261" r:id="rId7"/>
    <p:sldId id="270" r:id="rId8"/>
    <p:sldId id="262" r:id="rId9"/>
    <p:sldId id="263" r:id="rId10"/>
    <p:sldId id="273" r:id="rId11"/>
    <p:sldId id="265" r:id="rId12"/>
    <p:sldId id="274" r:id="rId13"/>
    <p:sldId id="266" r:id="rId14"/>
    <p:sldId id="275" r:id="rId15"/>
    <p:sldId id="276" r:id="rId16"/>
    <p:sldId id="277" r:id="rId17"/>
    <p:sldId id="278" r:id="rId18"/>
    <p:sldId id="279" r:id="rId19"/>
    <p:sldId id="280" r:id="rId20"/>
  </p:sldIdLst>
  <p:sldSz cx="9144000" cy="5143500" type="screen16x9"/>
  <p:notesSz cx="6858000" cy="9144000"/>
  <p:embeddedFontLst>
    <p:embeddedFont>
      <p:font typeface="Anaheim" panose="020B0604020202020204" charset="0"/>
      <p:regular r:id="rId22"/>
      <p:bold r:id="rId23"/>
    </p:embeddedFont>
    <p:embeddedFont>
      <p:font typeface="Anuphan" panose="020B0604020202020204" charset="-34"/>
      <p:regular r:id="rId24"/>
      <p:bold r:id="rId25"/>
    </p:embeddedFont>
    <p:embeddedFont>
      <p:font typeface="Bebas Neue" panose="020B0606020202050201" pitchFamily="34" charset="0"/>
      <p:regular r:id="rId26"/>
    </p:embeddedFont>
    <p:embeddedFont>
      <p:font typeface="Days One" panose="020B0604020202020204" charset="0"/>
      <p:regular r:id="rId27"/>
    </p:embeddedFont>
    <p:embeddedFont>
      <p:font typeface="Nunito Light" pitchFamily="2" charset="0"/>
      <p:regular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B50B2C-8291-4632-ADFD-FA5CFE02B27A}">
  <a:tblStyle styleId="{19B50B2C-8291-4632-ADFD-FA5CFE02B2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B7F1F94-75A6-400A-8111-7354B1F8415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9" d="100"/>
          <a:sy n="79" d="100"/>
        </p:scale>
        <p:origin x="108" y="1074"/>
      </p:cViewPr>
      <p:guideLst>
        <p:guide orient="horz" pos="71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DCBF47-3902-4D06-9469-1A22ABD60EC5}" type="doc">
      <dgm:prSet loTypeId="urn:microsoft.com/office/officeart/2005/8/layout/process1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ED55772-6344-40DE-A2DD-845424490E04}">
      <dgm:prSet phldrT="[Texto]" phldr="0"/>
      <dgm:spPr/>
      <dgm:t>
        <a:bodyPr/>
        <a:lstStyle/>
        <a:p>
          <a:r>
            <a:rPr lang="pt-BR" dirty="0"/>
            <a:t>Inverno</a:t>
          </a:r>
        </a:p>
      </dgm:t>
    </dgm:pt>
    <dgm:pt modelId="{9EBD1112-7CDF-4C74-B462-A1F4D80B1AB9}" type="parTrans" cxnId="{151A3034-88C0-4E2A-A840-4EF0E91AA295}">
      <dgm:prSet/>
      <dgm:spPr/>
      <dgm:t>
        <a:bodyPr/>
        <a:lstStyle/>
        <a:p>
          <a:endParaRPr lang="pt-BR"/>
        </a:p>
      </dgm:t>
    </dgm:pt>
    <dgm:pt modelId="{1A3D11F8-80A8-4C1C-B534-4831040311A1}" type="sibTrans" cxnId="{151A3034-88C0-4E2A-A840-4EF0E91AA295}">
      <dgm:prSet/>
      <dgm:spPr/>
      <dgm:t>
        <a:bodyPr/>
        <a:lstStyle/>
        <a:p>
          <a:endParaRPr lang="pt-BR"/>
        </a:p>
      </dgm:t>
    </dgm:pt>
    <dgm:pt modelId="{569CCC08-AF71-4310-AD06-03A0196B5CCC}">
      <dgm:prSet phldrT="[Texto]" phldr="0"/>
      <dgm:spPr/>
      <dgm:t>
        <a:bodyPr/>
        <a:lstStyle/>
        <a:p>
          <a:r>
            <a:rPr lang="pt-BR" dirty="0"/>
            <a:t>Primavera</a:t>
          </a:r>
        </a:p>
      </dgm:t>
    </dgm:pt>
    <dgm:pt modelId="{CD88E433-9200-4A44-9BC5-797791BD1AA9}" type="parTrans" cxnId="{6964AEA5-5617-4ECB-A685-8CF726A4670E}">
      <dgm:prSet/>
      <dgm:spPr/>
      <dgm:t>
        <a:bodyPr/>
        <a:lstStyle/>
        <a:p>
          <a:endParaRPr lang="pt-BR"/>
        </a:p>
      </dgm:t>
    </dgm:pt>
    <dgm:pt modelId="{BD8F85D0-B299-4A2C-B276-E23C1ABD9460}" type="sibTrans" cxnId="{6964AEA5-5617-4ECB-A685-8CF726A4670E}">
      <dgm:prSet/>
      <dgm:spPr/>
      <dgm:t>
        <a:bodyPr/>
        <a:lstStyle/>
        <a:p>
          <a:endParaRPr lang="pt-BR"/>
        </a:p>
      </dgm:t>
    </dgm:pt>
    <dgm:pt modelId="{7C4173AC-4FC9-41E7-9E16-41ACEF3AE852}">
      <dgm:prSet phldrT="[Texto]" phldr="0"/>
      <dgm:spPr/>
      <dgm:t>
        <a:bodyPr/>
        <a:lstStyle/>
        <a:p>
          <a:r>
            <a:rPr lang="pt-BR" dirty="0"/>
            <a:t>Verão</a:t>
          </a:r>
        </a:p>
      </dgm:t>
    </dgm:pt>
    <dgm:pt modelId="{5F9CFCAF-390C-4296-80BB-492931301A4E}" type="parTrans" cxnId="{86BC92B1-5C29-40EF-87A1-B8F5677238C0}">
      <dgm:prSet/>
      <dgm:spPr/>
      <dgm:t>
        <a:bodyPr/>
        <a:lstStyle/>
        <a:p>
          <a:endParaRPr lang="pt-BR"/>
        </a:p>
      </dgm:t>
    </dgm:pt>
    <dgm:pt modelId="{7DB5AFF8-EF95-4816-A681-01815B0C063A}" type="sibTrans" cxnId="{86BC92B1-5C29-40EF-87A1-B8F5677238C0}">
      <dgm:prSet/>
      <dgm:spPr/>
      <dgm:t>
        <a:bodyPr/>
        <a:lstStyle/>
        <a:p>
          <a:endParaRPr lang="pt-BR"/>
        </a:p>
      </dgm:t>
    </dgm:pt>
    <dgm:pt modelId="{DD840B29-81AD-462B-8819-56FF31A7B259}">
      <dgm:prSet phldrT="[Texto]" phldr="0"/>
      <dgm:spPr/>
      <dgm:t>
        <a:bodyPr/>
        <a:lstStyle/>
        <a:p>
          <a:r>
            <a:rPr lang="pt-BR"/>
            <a:t>Outono</a:t>
          </a:r>
          <a:endParaRPr lang="pt-BR" dirty="0"/>
        </a:p>
      </dgm:t>
    </dgm:pt>
    <dgm:pt modelId="{319D8E70-0887-4607-8768-EC97716FFC6C}" type="parTrans" cxnId="{33F919DE-314C-4F7F-BF6C-5718A7B4FDBC}">
      <dgm:prSet/>
      <dgm:spPr/>
      <dgm:t>
        <a:bodyPr/>
        <a:lstStyle/>
        <a:p>
          <a:endParaRPr lang="pt-BR"/>
        </a:p>
      </dgm:t>
    </dgm:pt>
    <dgm:pt modelId="{BEDD5AD9-E92D-4A7D-B582-2B26F4B0DC97}" type="sibTrans" cxnId="{33F919DE-314C-4F7F-BF6C-5718A7B4FDBC}">
      <dgm:prSet/>
      <dgm:spPr/>
      <dgm:t>
        <a:bodyPr/>
        <a:lstStyle/>
        <a:p>
          <a:endParaRPr lang="pt-BR"/>
        </a:p>
      </dgm:t>
    </dgm:pt>
    <dgm:pt modelId="{EAA9B543-282E-4D46-8B9B-BBB50983CAB9}" type="pres">
      <dgm:prSet presAssocID="{78DCBF47-3902-4D06-9469-1A22ABD60EC5}" presName="Name0" presStyleCnt="0">
        <dgm:presLayoutVars>
          <dgm:dir/>
          <dgm:resizeHandles val="exact"/>
        </dgm:presLayoutVars>
      </dgm:prSet>
      <dgm:spPr/>
    </dgm:pt>
    <dgm:pt modelId="{1B1A186C-AEF6-4391-A3D8-148431335C0A}" type="pres">
      <dgm:prSet presAssocID="{1ED55772-6344-40DE-A2DD-845424490E04}" presName="node" presStyleLbl="node1" presStyleIdx="0" presStyleCnt="4">
        <dgm:presLayoutVars>
          <dgm:bulletEnabled val="1"/>
        </dgm:presLayoutVars>
      </dgm:prSet>
      <dgm:spPr/>
    </dgm:pt>
    <dgm:pt modelId="{38B5C1C9-2420-419B-8686-8CC529BAACFB}" type="pres">
      <dgm:prSet presAssocID="{1A3D11F8-80A8-4C1C-B534-4831040311A1}" presName="sibTrans" presStyleLbl="sibTrans2D1" presStyleIdx="0" presStyleCnt="3"/>
      <dgm:spPr/>
    </dgm:pt>
    <dgm:pt modelId="{C72672F8-9709-4D39-826A-8C20AD63BCCF}" type="pres">
      <dgm:prSet presAssocID="{1A3D11F8-80A8-4C1C-B534-4831040311A1}" presName="connectorText" presStyleLbl="sibTrans2D1" presStyleIdx="0" presStyleCnt="3"/>
      <dgm:spPr/>
    </dgm:pt>
    <dgm:pt modelId="{7A9303F7-FFF2-4C0B-B8CA-73A4F7FA54D3}" type="pres">
      <dgm:prSet presAssocID="{569CCC08-AF71-4310-AD06-03A0196B5CCC}" presName="node" presStyleLbl="node1" presStyleIdx="1" presStyleCnt="4">
        <dgm:presLayoutVars>
          <dgm:bulletEnabled val="1"/>
        </dgm:presLayoutVars>
      </dgm:prSet>
      <dgm:spPr/>
    </dgm:pt>
    <dgm:pt modelId="{D3B3860E-34EC-4871-9C33-9C35A93BDD5C}" type="pres">
      <dgm:prSet presAssocID="{BD8F85D0-B299-4A2C-B276-E23C1ABD9460}" presName="sibTrans" presStyleLbl="sibTrans2D1" presStyleIdx="1" presStyleCnt="3"/>
      <dgm:spPr/>
    </dgm:pt>
    <dgm:pt modelId="{EF831BDF-B058-4F06-A847-A8A6414CD182}" type="pres">
      <dgm:prSet presAssocID="{BD8F85D0-B299-4A2C-B276-E23C1ABD9460}" presName="connectorText" presStyleLbl="sibTrans2D1" presStyleIdx="1" presStyleCnt="3"/>
      <dgm:spPr/>
    </dgm:pt>
    <dgm:pt modelId="{F6A7061D-BE6B-4370-9EC1-9C70EA9AEB9F}" type="pres">
      <dgm:prSet presAssocID="{7C4173AC-4FC9-41E7-9E16-41ACEF3AE852}" presName="node" presStyleLbl="node1" presStyleIdx="2" presStyleCnt="4" custLinFactNeighborX="2740">
        <dgm:presLayoutVars>
          <dgm:bulletEnabled val="1"/>
        </dgm:presLayoutVars>
      </dgm:prSet>
      <dgm:spPr/>
    </dgm:pt>
    <dgm:pt modelId="{E7504EB1-2523-4A79-A868-99506BB93A00}" type="pres">
      <dgm:prSet presAssocID="{7DB5AFF8-EF95-4816-A681-01815B0C063A}" presName="sibTrans" presStyleLbl="sibTrans2D1" presStyleIdx="2" presStyleCnt="3"/>
      <dgm:spPr/>
    </dgm:pt>
    <dgm:pt modelId="{1F3830E0-6CFC-4CB8-9278-35620D3F33D4}" type="pres">
      <dgm:prSet presAssocID="{7DB5AFF8-EF95-4816-A681-01815B0C063A}" presName="connectorText" presStyleLbl="sibTrans2D1" presStyleIdx="2" presStyleCnt="3"/>
      <dgm:spPr/>
    </dgm:pt>
    <dgm:pt modelId="{A7AF9625-D087-4518-8320-21D778C572EB}" type="pres">
      <dgm:prSet presAssocID="{DD840B29-81AD-462B-8819-56FF31A7B259}" presName="node" presStyleLbl="node1" presStyleIdx="3" presStyleCnt="4">
        <dgm:presLayoutVars>
          <dgm:bulletEnabled val="1"/>
        </dgm:presLayoutVars>
      </dgm:prSet>
      <dgm:spPr/>
    </dgm:pt>
  </dgm:ptLst>
  <dgm:cxnLst>
    <dgm:cxn modelId="{F400FA13-9BD2-46C8-8755-627E6BD00971}" type="presOf" srcId="{DD840B29-81AD-462B-8819-56FF31A7B259}" destId="{A7AF9625-D087-4518-8320-21D778C572EB}" srcOrd="0" destOrd="0" presId="urn:microsoft.com/office/officeart/2005/8/layout/process1"/>
    <dgm:cxn modelId="{EA68F92F-805D-46BC-9651-EECEBCE5D6D5}" type="presOf" srcId="{7C4173AC-4FC9-41E7-9E16-41ACEF3AE852}" destId="{F6A7061D-BE6B-4370-9EC1-9C70EA9AEB9F}" srcOrd="0" destOrd="0" presId="urn:microsoft.com/office/officeart/2005/8/layout/process1"/>
    <dgm:cxn modelId="{151A3034-88C0-4E2A-A840-4EF0E91AA295}" srcId="{78DCBF47-3902-4D06-9469-1A22ABD60EC5}" destId="{1ED55772-6344-40DE-A2DD-845424490E04}" srcOrd="0" destOrd="0" parTransId="{9EBD1112-7CDF-4C74-B462-A1F4D80B1AB9}" sibTransId="{1A3D11F8-80A8-4C1C-B534-4831040311A1}"/>
    <dgm:cxn modelId="{AAE9AC3B-5301-4BF4-9642-A2189B219775}" type="presOf" srcId="{BD8F85D0-B299-4A2C-B276-E23C1ABD9460}" destId="{D3B3860E-34EC-4871-9C33-9C35A93BDD5C}" srcOrd="0" destOrd="0" presId="urn:microsoft.com/office/officeart/2005/8/layout/process1"/>
    <dgm:cxn modelId="{4F16025F-F678-4799-96E7-3E24F4C4C74E}" type="presOf" srcId="{7DB5AFF8-EF95-4816-A681-01815B0C063A}" destId="{E7504EB1-2523-4A79-A868-99506BB93A00}" srcOrd="0" destOrd="0" presId="urn:microsoft.com/office/officeart/2005/8/layout/process1"/>
    <dgm:cxn modelId="{44708486-3DBB-4901-9462-979FBD3FE4BD}" type="presOf" srcId="{78DCBF47-3902-4D06-9469-1A22ABD60EC5}" destId="{EAA9B543-282E-4D46-8B9B-BBB50983CAB9}" srcOrd="0" destOrd="0" presId="urn:microsoft.com/office/officeart/2005/8/layout/process1"/>
    <dgm:cxn modelId="{6964AEA5-5617-4ECB-A685-8CF726A4670E}" srcId="{78DCBF47-3902-4D06-9469-1A22ABD60EC5}" destId="{569CCC08-AF71-4310-AD06-03A0196B5CCC}" srcOrd="1" destOrd="0" parTransId="{CD88E433-9200-4A44-9BC5-797791BD1AA9}" sibTransId="{BD8F85D0-B299-4A2C-B276-E23C1ABD9460}"/>
    <dgm:cxn modelId="{86BC92B1-5C29-40EF-87A1-B8F5677238C0}" srcId="{78DCBF47-3902-4D06-9469-1A22ABD60EC5}" destId="{7C4173AC-4FC9-41E7-9E16-41ACEF3AE852}" srcOrd="2" destOrd="0" parTransId="{5F9CFCAF-390C-4296-80BB-492931301A4E}" sibTransId="{7DB5AFF8-EF95-4816-A681-01815B0C063A}"/>
    <dgm:cxn modelId="{3E149DC8-784F-4DB9-B234-7B859E43B1DA}" type="presOf" srcId="{569CCC08-AF71-4310-AD06-03A0196B5CCC}" destId="{7A9303F7-FFF2-4C0B-B8CA-73A4F7FA54D3}" srcOrd="0" destOrd="0" presId="urn:microsoft.com/office/officeart/2005/8/layout/process1"/>
    <dgm:cxn modelId="{49DA79CE-854E-4E74-8A70-4511749E5642}" type="presOf" srcId="{1A3D11F8-80A8-4C1C-B534-4831040311A1}" destId="{C72672F8-9709-4D39-826A-8C20AD63BCCF}" srcOrd="1" destOrd="0" presId="urn:microsoft.com/office/officeart/2005/8/layout/process1"/>
    <dgm:cxn modelId="{6D89A0CE-AEA0-4378-8E3F-F8A7EC56C2BD}" type="presOf" srcId="{7DB5AFF8-EF95-4816-A681-01815B0C063A}" destId="{1F3830E0-6CFC-4CB8-9278-35620D3F33D4}" srcOrd="1" destOrd="0" presId="urn:microsoft.com/office/officeart/2005/8/layout/process1"/>
    <dgm:cxn modelId="{AC2837D7-3283-4B94-8962-57C342884E5B}" type="presOf" srcId="{BD8F85D0-B299-4A2C-B276-E23C1ABD9460}" destId="{EF831BDF-B058-4F06-A847-A8A6414CD182}" srcOrd="1" destOrd="0" presId="urn:microsoft.com/office/officeart/2005/8/layout/process1"/>
    <dgm:cxn modelId="{33F919DE-314C-4F7F-BF6C-5718A7B4FDBC}" srcId="{78DCBF47-3902-4D06-9469-1A22ABD60EC5}" destId="{DD840B29-81AD-462B-8819-56FF31A7B259}" srcOrd="3" destOrd="0" parTransId="{319D8E70-0887-4607-8768-EC97716FFC6C}" sibTransId="{BEDD5AD9-E92D-4A7D-B582-2B26F4B0DC97}"/>
    <dgm:cxn modelId="{695A92EA-710A-403C-B1B2-C900D450B62A}" type="presOf" srcId="{1ED55772-6344-40DE-A2DD-845424490E04}" destId="{1B1A186C-AEF6-4391-A3D8-148431335C0A}" srcOrd="0" destOrd="0" presId="urn:microsoft.com/office/officeart/2005/8/layout/process1"/>
    <dgm:cxn modelId="{82352DF0-D768-4531-A645-E69458CE7989}" type="presOf" srcId="{1A3D11F8-80A8-4C1C-B534-4831040311A1}" destId="{38B5C1C9-2420-419B-8686-8CC529BAACFB}" srcOrd="0" destOrd="0" presId="urn:microsoft.com/office/officeart/2005/8/layout/process1"/>
    <dgm:cxn modelId="{0FCCDBCB-9322-43B2-BB06-CED566240901}" type="presParOf" srcId="{EAA9B543-282E-4D46-8B9B-BBB50983CAB9}" destId="{1B1A186C-AEF6-4391-A3D8-148431335C0A}" srcOrd="0" destOrd="0" presId="urn:microsoft.com/office/officeart/2005/8/layout/process1"/>
    <dgm:cxn modelId="{08E32927-2B31-4F53-974B-F702C5B9E61D}" type="presParOf" srcId="{EAA9B543-282E-4D46-8B9B-BBB50983CAB9}" destId="{38B5C1C9-2420-419B-8686-8CC529BAACFB}" srcOrd="1" destOrd="0" presId="urn:microsoft.com/office/officeart/2005/8/layout/process1"/>
    <dgm:cxn modelId="{819EB690-4AC8-41A1-B2F9-8F19694CD961}" type="presParOf" srcId="{38B5C1C9-2420-419B-8686-8CC529BAACFB}" destId="{C72672F8-9709-4D39-826A-8C20AD63BCCF}" srcOrd="0" destOrd="0" presId="urn:microsoft.com/office/officeart/2005/8/layout/process1"/>
    <dgm:cxn modelId="{87884281-7D72-4113-A72A-12E93155D880}" type="presParOf" srcId="{EAA9B543-282E-4D46-8B9B-BBB50983CAB9}" destId="{7A9303F7-FFF2-4C0B-B8CA-73A4F7FA54D3}" srcOrd="2" destOrd="0" presId="urn:microsoft.com/office/officeart/2005/8/layout/process1"/>
    <dgm:cxn modelId="{55DC3EE5-76D7-4C0B-9AF7-DC7969C5F6CF}" type="presParOf" srcId="{EAA9B543-282E-4D46-8B9B-BBB50983CAB9}" destId="{D3B3860E-34EC-4871-9C33-9C35A93BDD5C}" srcOrd="3" destOrd="0" presId="urn:microsoft.com/office/officeart/2005/8/layout/process1"/>
    <dgm:cxn modelId="{62068631-06AD-45FD-8773-83D2428AFF84}" type="presParOf" srcId="{D3B3860E-34EC-4871-9C33-9C35A93BDD5C}" destId="{EF831BDF-B058-4F06-A847-A8A6414CD182}" srcOrd="0" destOrd="0" presId="urn:microsoft.com/office/officeart/2005/8/layout/process1"/>
    <dgm:cxn modelId="{91D484ED-90F1-4A65-AD87-3B04D2228293}" type="presParOf" srcId="{EAA9B543-282E-4D46-8B9B-BBB50983CAB9}" destId="{F6A7061D-BE6B-4370-9EC1-9C70EA9AEB9F}" srcOrd="4" destOrd="0" presId="urn:microsoft.com/office/officeart/2005/8/layout/process1"/>
    <dgm:cxn modelId="{3327868E-5F44-44A8-8F25-3CAA4D482526}" type="presParOf" srcId="{EAA9B543-282E-4D46-8B9B-BBB50983CAB9}" destId="{E7504EB1-2523-4A79-A868-99506BB93A00}" srcOrd="5" destOrd="0" presId="urn:microsoft.com/office/officeart/2005/8/layout/process1"/>
    <dgm:cxn modelId="{448AE9A2-BEBD-439A-87AD-B7352B9A03B8}" type="presParOf" srcId="{E7504EB1-2523-4A79-A868-99506BB93A00}" destId="{1F3830E0-6CFC-4CB8-9278-35620D3F33D4}" srcOrd="0" destOrd="0" presId="urn:microsoft.com/office/officeart/2005/8/layout/process1"/>
    <dgm:cxn modelId="{1497CED7-D83F-4E6D-AD03-46035C9D8FB4}" type="presParOf" srcId="{EAA9B543-282E-4D46-8B9B-BBB50983CAB9}" destId="{A7AF9625-D087-4518-8320-21D778C572EB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DCBF47-3902-4D06-9469-1A22ABD60EC5}" type="doc">
      <dgm:prSet loTypeId="urn:microsoft.com/office/officeart/2005/8/layout/process1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ED55772-6344-40DE-A2DD-845424490E04}">
      <dgm:prSet phldrT="[Texto]" phldr="0"/>
      <dgm:spPr/>
      <dgm:t>
        <a:bodyPr/>
        <a:lstStyle/>
        <a:p>
          <a:r>
            <a:rPr lang="pt-BR" dirty="0"/>
            <a:t>Verão</a:t>
          </a:r>
        </a:p>
      </dgm:t>
    </dgm:pt>
    <dgm:pt modelId="{9EBD1112-7CDF-4C74-B462-A1F4D80B1AB9}" type="parTrans" cxnId="{151A3034-88C0-4E2A-A840-4EF0E91AA295}">
      <dgm:prSet/>
      <dgm:spPr/>
      <dgm:t>
        <a:bodyPr/>
        <a:lstStyle/>
        <a:p>
          <a:endParaRPr lang="pt-BR"/>
        </a:p>
      </dgm:t>
    </dgm:pt>
    <dgm:pt modelId="{1A3D11F8-80A8-4C1C-B534-4831040311A1}" type="sibTrans" cxnId="{151A3034-88C0-4E2A-A840-4EF0E91AA295}">
      <dgm:prSet/>
      <dgm:spPr/>
      <dgm:t>
        <a:bodyPr/>
        <a:lstStyle/>
        <a:p>
          <a:endParaRPr lang="pt-BR"/>
        </a:p>
      </dgm:t>
    </dgm:pt>
    <dgm:pt modelId="{569CCC08-AF71-4310-AD06-03A0196B5CCC}">
      <dgm:prSet phldrT="[Texto]" phldr="0"/>
      <dgm:spPr/>
      <dgm:t>
        <a:bodyPr/>
        <a:lstStyle/>
        <a:p>
          <a:r>
            <a:rPr lang="pt-BR" dirty="0"/>
            <a:t>Outono</a:t>
          </a:r>
        </a:p>
      </dgm:t>
    </dgm:pt>
    <dgm:pt modelId="{CD88E433-9200-4A44-9BC5-797791BD1AA9}" type="parTrans" cxnId="{6964AEA5-5617-4ECB-A685-8CF726A4670E}">
      <dgm:prSet/>
      <dgm:spPr/>
      <dgm:t>
        <a:bodyPr/>
        <a:lstStyle/>
        <a:p>
          <a:endParaRPr lang="pt-BR"/>
        </a:p>
      </dgm:t>
    </dgm:pt>
    <dgm:pt modelId="{BD8F85D0-B299-4A2C-B276-E23C1ABD9460}" type="sibTrans" cxnId="{6964AEA5-5617-4ECB-A685-8CF726A4670E}">
      <dgm:prSet/>
      <dgm:spPr/>
      <dgm:t>
        <a:bodyPr/>
        <a:lstStyle/>
        <a:p>
          <a:endParaRPr lang="pt-BR"/>
        </a:p>
      </dgm:t>
    </dgm:pt>
    <dgm:pt modelId="{7C4173AC-4FC9-41E7-9E16-41ACEF3AE852}">
      <dgm:prSet phldrT="[Texto]" phldr="0"/>
      <dgm:spPr/>
      <dgm:t>
        <a:bodyPr/>
        <a:lstStyle/>
        <a:p>
          <a:r>
            <a:rPr lang="pt-BR" dirty="0"/>
            <a:t>Inverno</a:t>
          </a:r>
        </a:p>
      </dgm:t>
    </dgm:pt>
    <dgm:pt modelId="{5F9CFCAF-390C-4296-80BB-492931301A4E}" type="parTrans" cxnId="{86BC92B1-5C29-40EF-87A1-B8F5677238C0}">
      <dgm:prSet/>
      <dgm:spPr/>
      <dgm:t>
        <a:bodyPr/>
        <a:lstStyle/>
        <a:p>
          <a:endParaRPr lang="pt-BR"/>
        </a:p>
      </dgm:t>
    </dgm:pt>
    <dgm:pt modelId="{7DB5AFF8-EF95-4816-A681-01815B0C063A}" type="sibTrans" cxnId="{86BC92B1-5C29-40EF-87A1-B8F5677238C0}">
      <dgm:prSet/>
      <dgm:spPr/>
      <dgm:t>
        <a:bodyPr/>
        <a:lstStyle/>
        <a:p>
          <a:endParaRPr lang="pt-BR"/>
        </a:p>
      </dgm:t>
    </dgm:pt>
    <dgm:pt modelId="{DD840B29-81AD-462B-8819-56FF31A7B259}">
      <dgm:prSet phldrT="[Texto]" phldr="0"/>
      <dgm:spPr/>
      <dgm:t>
        <a:bodyPr/>
        <a:lstStyle/>
        <a:p>
          <a:r>
            <a:rPr lang="pt-BR" dirty="0"/>
            <a:t>Primavera</a:t>
          </a:r>
        </a:p>
      </dgm:t>
    </dgm:pt>
    <dgm:pt modelId="{319D8E70-0887-4607-8768-EC97716FFC6C}" type="parTrans" cxnId="{33F919DE-314C-4F7F-BF6C-5718A7B4FDBC}">
      <dgm:prSet/>
      <dgm:spPr/>
      <dgm:t>
        <a:bodyPr/>
        <a:lstStyle/>
        <a:p>
          <a:endParaRPr lang="pt-BR"/>
        </a:p>
      </dgm:t>
    </dgm:pt>
    <dgm:pt modelId="{BEDD5AD9-E92D-4A7D-B582-2B26F4B0DC97}" type="sibTrans" cxnId="{33F919DE-314C-4F7F-BF6C-5718A7B4FDBC}">
      <dgm:prSet/>
      <dgm:spPr/>
      <dgm:t>
        <a:bodyPr/>
        <a:lstStyle/>
        <a:p>
          <a:endParaRPr lang="pt-BR"/>
        </a:p>
      </dgm:t>
    </dgm:pt>
    <dgm:pt modelId="{EAA9B543-282E-4D46-8B9B-BBB50983CAB9}" type="pres">
      <dgm:prSet presAssocID="{78DCBF47-3902-4D06-9469-1A22ABD60EC5}" presName="Name0" presStyleCnt="0">
        <dgm:presLayoutVars>
          <dgm:dir/>
          <dgm:resizeHandles val="exact"/>
        </dgm:presLayoutVars>
      </dgm:prSet>
      <dgm:spPr/>
    </dgm:pt>
    <dgm:pt modelId="{1B1A186C-AEF6-4391-A3D8-148431335C0A}" type="pres">
      <dgm:prSet presAssocID="{1ED55772-6344-40DE-A2DD-845424490E04}" presName="node" presStyleLbl="node1" presStyleIdx="0" presStyleCnt="4">
        <dgm:presLayoutVars>
          <dgm:bulletEnabled val="1"/>
        </dgm:presLayoutVars>
      </dgm:prSet>
      <dgm:spPr/>
    </dgm:pt>
    <dgm:pt modelId="{38B5C1C9-2420-419B-8686-8CC529BAACFB}" type="pres">
      <dgm:prSet presAssocID="{1A3D11F8-80A8-4C1C-B534-4831040311A1}" presName="sibTrans" presStyleLbl="sibTrans2D1" presStyleIdx="0" presStyleCnt="3"/>
      <dgm:spPr/>
    </dgm:pt>
    <dgm:pt modelId="{C72672F8-9709-4D39-826A-8C20AD63BCCF}" type="pres">
      <dgm:prSet presAssocID="{1A3D11F8-80A8-4C1C-B534-4831040311A1}" presName="connectorText" presStyleLbl="sibTrans2D1" presStyleIdx="0" presStyleCnt="3"/>
      <dgm:spPr/>
    </dgm:pt>
    <dgm:pt modelId="{7A9303F7-FFF2-4C0B-B8CA-73A4F7FA54D3}" type="pres">
      <dgm:prSet presAssocID="{569CCC08-AF71-4310-AD06-03A0196B5CCC}" presName="node" presStyleLbl="node1" presStyleIdx="1" presStyleCnt="4">
        <dgm:presLayoutVars>
          <dgm:bulletEnabled val="1"/>
        </dgm:presLayoutVars>
      </dgm:prSet>
      <dgm:spPr/>
    </dgm:pt>
    <dgm:pt modelId="{D3B3860E-34EC-4871-9C33-9C35A93BDD5C}" type="pres">
      <dgm:prSet presAssocID="{BD8F85D0-B299-4A2C-B276-E23C1ABD9460}" presName="sibTrans" presStyleLbl="sibTrans2D1" presStyleIdx="1" presStyleCnt="3"/>
      <dgm:spPr/>
    </dgm:pt>
    <dgm:pt modelId="{EF831BDF-B058-4F06-A847-A8A6414CD182}" type="pres">
      <dgm:prSet presAssocID="{BD8F85D0-B299-4A2C-B276-E23C1ABD9460}" presName="connectorText" presStyleLbl="sibTrans2D1" presStyleIdx="1" presStyleCnt="3"/>
      <dgm:spPr/>
    </dgm:pt>
    <dgm:pt modelId="{F6A7061D-BE6B-4370-9EC1-9C70EA9AEB9F}" type="pres">
      <dgm:prSet presAssocID="{7C4173AC-4FC9-41E7-9E16-41ACEF3AE852}" presName="node" presStyleLbl="node1" presStyleIdx="2" presStyleCnt="4" custLinFactNeighborX="2740">
        <dgm:presLayoutVars>
          <dgm:bulletEnabled val="1"/>
        </dgm:presLayoutVars>
      </dgm:prSet>
      <dgm:spPr/>
    </dgm:pt>
    <dgm:pt modelId="{E7504EB1-2523-4A79-A868-99506BB93A00}" type="pres">
      <dgm:prSet presAssocID="{7DB5AFF8-EF95-4816-A681-01815B0C063A}" presName="sibTrans" presStyleLbl="sibTrans2D1" presStyleIdx="2" presStyleCnt="3"/>
      <dgm:spPr/>
    </dgm:pt>
    <dgm:pt modelId="{1F3830E0-6CFC-4CB8-9278-35620D3F33D4}" type="pres">
      <dgm:prSet presAssocID="{7DB5AFF8-EF95-4816-A681-01815B0C063A}" presName="connectorText" presStyleLbl="sibTrans2D1" presStyleIdx="2" presStyleCnt="3"/>
      <dgm:spPr/>
    </dgm:pt>
    <dgm:pt modelId="{A7AF9625-D087-4518-8320-21D778C572EB}" type="pres">
      <dgm:prSet presAssocID="{DD840B29-81AD-462B-8819-56FF31A7B259}" presName="node" presStyleLbl="node1" presStyleIdx="3" presStyleCnt="4">
        <dgm:presLayoutVars>
          <dgm:bulletEnabled val="1"/>
        </dgm:presLayoutVars>
      </dgm:prSet>
      <dgm:spPr/>
    </dgm:pt>
  </dgm:ptLst>
  <dgm:cxnLst>
    <dgm:cxn modelId="{F400FA13-9BD2-46C8-8755-627E6BD00971}" type="presOf" srcId="{DD840B29-81AD-462B-8819-56FF31A7B259}" destId="{A7AF9625-D087-4518-8320-21D778C572EB}" srcOrd="0" destOrd="0" presId="urn:microsoft.com/office/officeart/2005/8/layout/process1"/>
    <dgm:cxn modelId="{EA68F92F-805D-46BC-9651-EECEBCE5D6D5}" type="presOf" srcId="{7C4173AC-4FC9-41E7-9E16-41ACEF3AE852}" destId="{F6A7061D-BE6B-4370-9EC1-9C70EA9AEB9F}" srcOrd="0" destOrd="0" presId="urn:microsoft.com/office/officeart/2005/8/layout/process1"/>
    <dgm:cxn modelId="{151A3034-88C0-4E2A-A840-4EF0E91AA295}" srcId="{78DCBF47-3902-4D06-9469-1A22ABD60EC5}" destId="{1ED55772-6344-40DE-A2DD-845424490E04}" srcOrd="0" destOrd="0" parTransId="{9EBD1112-7CDF-4C74-B462-A1F4D80B1AB9}" sibTransId="{1A3D11F8-80A8-4C1C-B534-4831040311A1}"/>
    <dgm:cxn modelId="{AAE9AC3B-5301-4BF4-9642-A2189B219775}" type="presOf" srcId="{BD8F85D0-B299-4A2C-B276-E23C1ABD9460}" destId="{D3B3860E-34EC-4871-9C33-9C35A93BDD5C}" srcOrd="0" destOrd="0" presId="urn:microsoft.com/office/officeart/2005/8/layout/process1"/>
    <dgm:cxn modelId="{4F16025F-F678-4799-96E7-3E24F4C4C74E}" type="presOf" srcId="{7DB5AFF8-EF95-4816-A681-01815B0C063A}" destId="{E7504EB1-2523-4A79-A868-99506BB93A00}" srcOrd="0" destOrd="0" presId="urn:microsoft.com/office/officeart/2005/8/layout/process1"/>
    <dgm:cxn modelId="{44708486-3DBB-4901-9462-979FBD3FE4BD}" type="presOf" srcId="{78DCBF47-3902-4D06-9469-1A22ABD60EC5}" destId="{EAA9B543-282E-4D46-8B9B-BBB50983CAB9}" srcOrd="0" destOrd="0" presId="urn:microsoft.com/office/officeart/2005/8/layout/process1"/>
    <dgm:cxn modelId="{6964AEA5-5617-4ECB-A685-8CF726A4670E}" srcId="{78DCBF47-3902-4D06-9469-1A22ABD60EC5}" destId="{569CCC08-AF71-4310-AD06-03A0196B5CCC}" srcOrd="1" destOrd="0" parTransId="{CD88E433-9200-4A44-9BC5-797791BD1AA9}" sibTransId="{BD8F85D0-B299-4A2C-B276-E23C1ABD9460}"/>
    <dgm:cxn modelId="{86BC92B1-5C29-40EF-87A1-B8F5677238C0}" srcId="{78DCBF47-3902-4D06-9469-1A22ABD60EC5}" destId="{7C4173AC-4FC9-41E7-9E16-41ACEF3AE852}" srcOrd="2" destOrd="0" parTransId="{5F9CFCAF-390C-4296-80BB-492931301A4E}" sibTransId="{7DB5AFF8-EF95-4816-A681-01815B0C063A}"/>
    <dgm:cxn modelId="{3E149DC8-784F-4DB9-B234-7B859E43B1DA}" type="presOf" srcId="{569CCC08-AF71-4310-AD06-03A0196B5CCC}" destId="{7A9303F7-FFF2-4C0B-B8CA-73A4F7FA54D3}" srcOrd="0" destOrd="0" presId="urn:microsoft.com/office/officeart/2005/8/layout/process1"/>
    <dgm:cxn modelId="{49DA79CE-854E-4E74-8A70-4511749E5642}" type="presOf" srcId="{1A3D11F8-80A8-4C1C-B534-4831040311A1}" destId="{C72672F8-9709-4D39-826A-8C20AD63BCCF}" srcOrd="1" destOrd="0" presId="urn:microsoft.com/office/officeart/2005/8/layout/process1"/>
    <dgm:cxn modelId="{6D89A0CE-AEA0-4378-8E3F-F8A7EC56C2BD}" type="presOf" srcId="{7DB5AFF8-EF95-4816-A681-01815B0C063A}" destId="{1F3830E0-6CFC-4CB8-9278-35620D3F33D4}" srcOrd="1" destOrd="0" presId="urn:microsoft.com/office/officeart/2005/8/layout/process1"/>
    <dgm:cxn modelId="{AC2837D7-3283-4B94-8962-57C342884E5B}" type="presOf" srcId="{BD8F85D0-B299-4A2C-B276-E23C1ABD9460}" destId="{EF831BDF-B058-4F06-A847-A8A6414CD182}" srcOrd="1" destOrd="0" presId="urn:microsoft.com/office/officeart/2005/8/layout/process1"/>
    <dgm:cxn modelId="{33F919DE-314C-4F7F-BF6C-5718A7B4FDBC}" srcId="{78DCBF47-3902-4D06-9469-1A22ABD60EC5}" destId="{DD840B29-81AD-462B-8819-56FF31A7B259}" srcOrd="3" destOrd="0" parTransId="{319D8E70-0887-4607-8768-EC97716FFC6C}" sibTransId="{BEDD5AD9-E92D-4A7D-B582-2B26F4B0DC97}"/>
    <dgm:cxn modelId="{695A92EA-710A-403C-B1B2-C900D450B62A}" type="presOf" srcId="{1ED55772-6344-40DE-A2DD-845424490E04}" destId="{1B1A186C-AEF6-4391-A3D8-148431335C0A}" srcOrd="0" destOrd="0" presId="urn:microsoft.com/office/officeart/2005/8/layout/process1"/>
    <dgm:cxn modelId="{82352DF0-D768-4531-A645-E69458CE7989}" type="presOf" srcId="{1A3D11F8-80A8-4C1C-B534-4831040311A1}" destId="{38B5C1C9-2420-419B-8686-8CC529BAACFB}" srcOrd="0" destOrd="0" presId="urn:microsoft.com/office/officeart/2005/8/layout/process1"/>
    <dgm:cxn modelId="{0FCCDBCB-9322-43B2-BB06-CED566240901}" type="presParOf" srcId="{EAA9B543-282E-4D46-8B9B-BBB50983CAB9}" destId="{1B1A186C-AEF6-4391-A3D8-148431335C0A}" srcOrd="0" destOrd="0" presId="urn:microsoft.com/office/officeart/2005/8/layout/process1"/>
    <dgm:cxn modelId="{08E32927-2B31-4F53-974B-F702C5B9E61D}" type="presParOf" srcId="{EAA9B543-282E-4D46-8B9B-BBB50983CAB9}" destId="{38B5C1C9-2420-419B-8686-8CC529BAACFB}" srcOrd="1" destOrd="0" presId="urn:microsoft.com/office/officeart/2005/8/layout/process1"/>
    <dgm:cxn modelId="{819EB690-4AC8-41A1-B2F9-8F19694CD961}" type="presParOf" srcId="{38B5C1C9-2420-419B-8686-8CC529BAACFB}" destId="{C72672F8-9709-4D39-826A-8C20AD63BCCF}" srcOrd="0" destOrd="0" presId="urn:microsoft.com/office/officeart/2005/8/layout/process1"/>
    <dgm:cxn modelId="{87884281-7D72-4113-A72A-12E93155D880}" type="presParOf" srcId="{EAA9B543-282E-4D46-8B9B-BBB50983CAB9}" destId="{7A9303F7-FFF2-4C0B-B8CA-73A4F7FA54D3}" srcOrd="2" destOrd="0" presId="urn:microsoft.com/office/officeart/2005/8/layout/process1"/>
    <dgm:cxn modelId="{55DC3EE5-76D7-4C0B-9AF7-DC7969C5F6CF}" type="presParOf" srcId="{EAA9B543-282E-4D46-8B9B-BBB50983CAB9}" destId="{D3B3860E-34EC-4871-9C33-9C35A93BDD5C}" srcOrd="3" destOrd="0" presId="urn:microsoft.com/office/officeart/2005/8/layout/process1"/>
    <dgm:cxn modelId="{62068631-06AD-45FD-8773-83D2428AFF84}" type="presParOf" srcId="{D3B3860E-34EC-4871-9C33-9C35A93BDD5C}" destId="{EF831BDF-B058-4F06-A847-A8A6414CD182}" srcOrd="0" destOrd="0" presId="urn:microsoft.com/office/officeart/2005/8/layout/process1"/>
    <dgm:cxn modelId="{91D484ED-90F1-4A65-AD87-3B04D2228293}" type="presParOf" srcId="{EAA9B543-282E-4D46-8B9B-BBB50983CAB9}" destId="{F6A7061D-BE6B-4370-9EC1-9C70EA9AEB9F}" srcOrd="4" destOrd="0" presId="urn:microsoft.com/office/officeart/2005/8/layout/process1"/>
    <dgm:cxn modelId="{3327868E-5F44-44A8-8F25-3CAA4D482526}" type="presParOf" srcId="{EAA9B543-282E-4D46-8B9B-BBB50983CAB9}" destId="{E7504EB1-2523-4A79-A868-99506BB93A00}" srcOrd="5" destOrd="0" presId="urn:microsoft.com/office/officeart/2005/8/layout/process1"/>
    <dgm:cxn modelId="{448AE9A2-BEBD-439A-87AD-B7352B9A03B8}" type="presParOf" srcId="{E7504EB1-2523-4A79-A868-99506BB93A00}" destId="{1F3830E0-6CFC-4CB8-9278-35620D3F33D4}" srcOrd="0" destOrd="0" presId="urn:microsoft.com/office/officeart/2005/8/layout/process1"/>
    <dgm:cxn modelId="{1497CED7-D83F-4E6D-AD03-46035C9D8FB4}" type="presParOf" srcId="{EAA9B543-282E-4D46-8B9B-BBB50983CAB9}" destId="{A7AF9625-D087-4518-8320-21D778C572EB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A186C-AEF6-4391-A3D8-148431335C0A}">
      <dsp:nvSpPr>
        <dsp:cNvPr id="0" name=""/>
        <dsp:cNvSpPr/>
      </dsp:nvSpPr>
      <dsp:spPr>
        <a:xfrm>
          <a:off x="2678" y="386232"/>
          <a:ext cx="1171277" cy="7027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Inverno</a:t>
          </a:r>
        </a:p>
      </dsp:txBody>
      <dsp:txXfrm>
        <a:off x="23261" y="406815"/>
        <a:ext cx="1130111" cy="661600"/>
      </dsp:txXfrm>
    </dsp:sp>
    <dsp:sp modelId="{38B5C1C9-2420-419B-8686-8CC529BAACFB}">
      <dsp:nvSpPr>
        <dsp:cNvPr id="0" name=""/>
        <dsp:cNvSpPr/>
      </dsp:nvSpPr>
      <dsp:spPr>
        <a:xfrm>
          <a:off x="1291083" y="592377"/>
          <a:ext cx="248310" cy="2904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1291083" y="650472"/>
        <a:ext cx="173817" cy="174286"/>
      </dsp:txXfrm>
    </dsp:sp>
    <dsp:sp modelId="{7A9303F7-FFF2-4C0B-B8CA-73A4F7FA54D3}">
      <dsp:nvSpPr>
        <dsp:cNvPr id="0" name=""/>
        <dsp:cNvSpPr/>
      </dsp:nvSpPr>
      <dsp:spPr>
        <a:xfrm>
          <a:off x="1642467" y="386232"/>
          <a:ext cx="1171277" cy="7027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Primavera</a:t>
          </a:r>
        </a:p>
      </dsp:txBody>
      <dsp:txXfrm>
        <a:off x="1663050" y="406815"/>
        <a:ext cx="1130111" cy="661600"/>
      </dsp:txXfrm>
    </dsp:sp>
    <dsp:sp modelId="{D3B3860E-34EC-4871-9C33-9C35A93BDD5C}">
      <dsp:nvSpPr>
        <dsp:cNvPr id="0" name=""/>
        <dsp:cNvSpPr/>
      </dsp:nvSpPr>
      <dsp:spPr>
        <a:xfrm>
          <a:off x="2934081" y="592377"/>
          <a:ext cx="255114" cy="2904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2934081" y="650472"/>
        <a:ext cx="178580" cy="174286"/>
      </dsp:txXfrm>
    </dsp:sp>
    <dsp:sp modelId="{F6A7061D-BE6B-4370-9EC1-9C70EA9AEB9F}">
      <dsp:nvSpPr>
        <dsp:cNvPr id="0" name=""/>
        <dsp:cNvSpPr/>
      </dsp:nvSpPr>
      <dsp:spPr>
        <a:xfrm>
          <a:off x="3295092" y="386232"/>
          <a:ext cx="1171277" cy="7027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Verão</a:t>
          </a:r>
        </a:p>
      </dsp:txBody>
      <dsp:txXfrm>
        <a:off x="3315675" y="406815"/>
        <a:ext cx="1130111" cy="661600"/>
      </dsp:txXfrm>
    </dsp:sp>
    <dsp:sp modelId="{E7504EB1-2523-4A79-A868-99506BB93A00}">
      <dsp:nvSpPr>
        <dsp:cNvPr id="0" name=""/>
        <dsp:cNvSpPr/>
      </dsp:nvSpPr>
      <dsp:spPr>
        <a:xfrm>
          <a:off x="4580288" y="592377"/>
          <a:ext cx="241507" cy="2904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4580288" y="650472"/>
        <a:ext cx="169055" cy="174286"/>
      </dsp:txXfrm>
    </dsp:sp>
    <dsp:sp modelId="{A7AF9625-D087-4518-8320-21D778C572EB}">
      <dsp:nvSpPr>
        <dsp:cNvPr id="0" name=""/>
        <dsp:cNvSpPr/>
      </dsp:nvSpPr>
      <dsp:spPr>
        <a:xfrm>
          <a:off x="4922043" y="386232"/>
          <a:ext cx="1171277" cy="7027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/>
            <a:t>Outono</a:t>
          </a:r>
          <a:endParaRPr lang="pt-BR" sz="1700" kern="1200" dirty="0"/>
        </a:p>
      </dsp:txBody>
      <dsp:txXfrm>
        <a:off x="4942626" y="406815"/>
        <a:ext cx="1130111" cy="661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A186C-AEF6-4391-A3D8-148431335C0A}">
      <dsp:nvSpPr>
        <dsp:cNvPr id="0" name=""/>
        <dsp:cNvSpPr/>
      </dsp:nvSpPr>
      <dsp:spPr>
        <a:xfrm>
          <a:off x="2678" y="471195"/>
          <a:ext cx="1171277" cy="7027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Verão</a:t>
          </a:r>
        </a:p>
      </dsp:txBody>
      <dsp:txXfrm>
        <a:off x="23261" y="491778"/>
        <a:ext cx="1130111" cy="661600"/>
      </dsp:txXfrm>
    </dsp:sp>
    <dsp:sp modelId="{38B5C1C9-2420-419B-8686-8CC529BAACFB}">
      <dsp:nvSpPr>
        <dsp:cNvPr id="0" name=""/>
        <dsp:cNvSpPr/>
      </dsp:nvSpPr>
      <dsp:spPr>
        <a:xfrm>
          <a:off x="1291083" y="677340"/>
          <a:ext cx="248310" cy="2904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1291083" y="735435"/>
        <a:ext cx="173817" cy="174286"/>
      </dsp:txXfrm>
    </dsp:sp>
    <dsp:sp modelId="{7A9303F7-FFF2-4C0B-B8CA-73A4F7FA54D3}">
      <dsp:nvSpPr>
        <dsp:cNvPr id="0" name=""/>
        <dsp:cNvSpPr/>
      </dsp:nvSpPr>
      <dsp:spPr>
        <a:xfrm>
          <a:off x="1642467" y="471195"/>
          <a:ext cx="1171277" cy="7027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Outono</a:t>
          </a:r>
        </a:p>
      </dsp:txBody>
      <dsp:txXfrm>
        <a:off x="1663050" y="491778"/>
        <a:ext cx="1130111" cy="661600"/>
      </dsp:txXfrm>
    </dsp:sp>
    <dsp:sp modelId="{D3B3860E-34EC-4871-9C33-9C35A93BDD5C}">
      <dsp:nvSpPr>
        <dsp:cNvPr id="0" name=""/>
        <dsp:cNvSpPr/>
      </dsp:nvSpPr>
      <dsp:spPr>
        <a:xfrm>
          <a:off x="2934081" y="677340"/>
          <a:ext cx="255114" cy="2904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2934081" y="735435"/>
        <a:ext cx="178580" cy="174286"/>
      </dsp:txXfrm>
    </dsp:sp>
    <dsp:sp modelId="{F6A7061D-BE6B-4370-9EC1-9C70EA9AEB9F}">
      <dsp:nvSpPr>
        <dsp:cNvPr id="0" name=""/>
        <dsp:cNvSpPr/>
      </dsp:nvSpPr>
      <dsp:spPr>
        <a:xfrm>
          <a:off x="3295092" y="471195"/>
          <a:ext cx="1171277" cy="7027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Inverno</a:t>
          </a:r>
        </a:p>
      </dsp:txBody>
      <dsp:txXfrm>
        <a:off x="3315675" y="491778"/>
        <a:ext cx="1130111" cy="661600"/>
      </dsp:txXfrm>
    </dsp:sp>
    <dsp:sp modelId="{E7504EB1-2523-4A79-A868-99506BB93A00}">
      <dsp:nvSpPr>
        <dsp:cNvPr id="0" name=""/>
        <dsp:cNvSpPr/>
      </dsp:nvSpPr>
      <dsp:spPr>
        <a:xfrm>
          <a:off x="4580288" y="677340"/>
          <a:ext cx="241507" cy="2904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4580288" y="735435"/>
        <a:ext cx="169055" cy="174286"/>
      </dsp:txXfrm>
    </dsp:sp>
    <dsp:sp modelId="{A7AF9625-D087-4518-8320-21D778C572EB}">
      <dsp:nvSpPr>
        <dsp:cNvPr id="0" name=""/>
        <dsp:cNvSpPr/>
      </dsp:nvSpPr>
      <dsp:spPr>
        <a:xfrm>
          <a:off x="4922043" y="471195"/>
          <a:ext cx="1171277" cy="7027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Primavera</a:t>
          </a:r>
        </a:p>
      </dsp:txBody>
      <dsp:txXfrm>
        <a:off x="4942626" y="491778"/>
        <a:ext cx="1130111" cy="661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e2abe76918_0_18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e2abe76918_0_18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1e2abe7691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1e2abe7691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2432ba17354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2432ba17354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8" name="Google Shape;2128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>
          <a:extLst>
            <a:ext uri="{FF2B5EF4-FFF2-40B4-BE49-F238E27FC236}">
              <a16:creationId xmlns:a16="http://schemas.microsoft.com/office/drawing/2014/main" id="{0445FCC4-9130-6DEB-3410-16E1AA54A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>
            <a:extLst>
              <a:ext uri="{FF2B5EF4-FFF2-40B4-BE49-F238E27FC236}">
                <a16:creationId xmlns:a16="http://schemas.microsoft.com/office/drawing/2014/main" id="{DEC966CA-F593-C57F-B7DF-E8B5689B74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>
            <a:extLst>
              <a:ext uri="{FF2B5EF4-FFF2-40B4-BE49-F238E27FC236}">
                <a16:creationId xmlns:a16="http://schemas.microsoft.com/office/drawing/2014/main" id="{62462D68-14FB-A528-A140-ED0B5E05D4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7169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0" name="Google Shape;1710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8">
          <a:extLst>
            <a:ext uri="{FF2B5EF4-FFF2-40B4-BE49-F238E27FC236}">
              <a16:creationId xmlns:a16="http://schemas.microsoft.com/office/drawing/2014/main" id="{5BF87E1B-E6F4-F80E-0CE7-396B157E2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g54dda1946d_6_344:notes">
            <a:extLst>
              <a:ext uri="{FF2B5EF4-FFF2-40B4-BE49-F238E27FC236}">
                <a16:creationId xmlns:a16="http://schemas.microsoft.com/office/drawing/2014/main" id="{F3E7BCDC-4514-13FE-62A8-1E73C167DB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0" name="Google Shape;1710;g54dda1946d_6_344:notes">
            <a:extLst>
              <a:ext uri="{FF2B5EF4-FFF2-40B4-BE49-F238E27FC236}">
                <a16:creationId xmlns:a16="http://schemas.microsoft.com/office/drawing/2014/main" id="{D5F99633-EE88-3FA1-7AB5-1E676B24B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6323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6">
          <a:extLst>
            <a:ext uri="{FF2B5EF4-FFF2-40B4-BE49-F238E27FC236}">
              <a16:creationId xmlns:a16="http://schemas.microsoft.com/office/drawing/2014/main" id="{CE959F4C-1D87-B1DE-047C-7E11D8D1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d5260bdd85_0_256:notes">
            <a:extLst>
              <a:ext uri="{FF2B5EF4-FFF2-40B4-BE49-F238E27FC236}">
                <a16:creationId xmlns:a16="http://schemas.microsoft.com/office/drawing/2014/main" id="{5C065553-00E0-D2C6-D64A-3C9A91524D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d5260bdd85_0_256:notes">
            <a:extLst>
              <a:ext uri="{FF2B5EF4-FFF2-40B4-BE49-F238E27FC236}">
                <a16:creationId xmlns:a16="http://schemas.microsoft.com/office/drawing/2014/main" id="{8F0D5880-F7F5-336E-421D-14F183CE23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9693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6">
          <a:extLst>
            <a:ext uri="{FF2B5EF4-FFF2-40B4-BE49-F238E27FC236}">
              <a16:creationId xmlns:a16="http://schemas.microsoft.com/office/drawing/2014/main" id="{02864C0F-D76A-8FB0-FF35-E9FFC2FFD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d5260bdd85_0_256:notes">
            <a:extLst>
              <a:ext uri="{FF2B5EF4-FFF2-40B4-BE49-F238E27FC236}">
                <a16:creationId xmlns:a16="http://schemas.microsoft.com/office/drawing/2014/main" id="{33DF0305-8B0C-4346-AAC1-D2798EB7D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d5260bdd85_0_256:notes">
            <a:extLst>
              <a:ext uri="{FF2B5EF4-FFF2-40B4-BE49-F238E27FC236}">
                <a16:creationId xmlns:a16="http://schemas.microsoft.com/office/drawing/2014/main" id="{05F909D9-F4C0-0B99-717F-4330B9D0A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0428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6">
          <a:extLst>
            <a:ext uri="{FF2B5EF4-FFF2-40B4-BE49-F238E27FC236}">
              <a16:creationId xmlns:a16="http://schemas.microsoft.com/office/drawing/2014/main" id="{30E3842C-21F4-2CDB-BF8E-C1E44D8F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d5260bdd85_0_256:notes">
            <a:extLst>
              <a:ext uri="{FF2B5EF4-FFF2-40B4-BE49-F238E27FC236}">
                <a16:creationId xmlns:a16="http://schemas.microsoft.com/office/drawing/2014/main" id="{36D65C08-87F7-EA81-AAAC-4D3E209CAE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d5260bdd85_0_256:notes">
            <a:extLst>
              <a:ext uri="{FF2B5EF4-FFF2-40B4-BE49-F238E27FC236}">
                <a16:creationId xmlns:a16="http://schemas.microsoft.com/office/drawing/2014/main" id="{74C04243-16F8-DD0A-F61A-4BC9BCF73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5735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6">
          <a:extLst>
            <a:ext uri="{FF2B5EF4-FFF2-40B4-BE49-F238E27FC236}">
              <a16:creationId xmlns:a16="http://schemas.microsoft.com/office/drawing/2014/main" id="{D0C23ED7-BA01-CB12-8BC3-DDFCA2D46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d5260bdd85_0_256:notes">
            <a:extLst>
              <a:ext uri="{FF2B5EF4-FFF2-40B4-BE49-F238E27FC236}">
                <a16:creationId xmlns:a16="http://schemas.microsoft.com/office/drawing/2014/main" id="{38741561-5EA8-185D-B9C8-3B73DF2FA4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d5260bdd85_0_256:notes">
            <a:extLst>
              <a:ext uri="{FF2B5EF4-FFF2-40B4-BE49-F238E27FC236}">
                <a16:creationId xmlns:a16="http://schemas.microsoft.com/office/drawing/2014/main" id="{61527C42-F9C4-4145-BFA2-B7C48BCD2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4780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6">
          <a:extLst>
            <a:ext uri="{FF2B5EF4-FFF2-40B4-BE49-F238E27FC236}">
              <a16:creationId xmlns:a16="http://schemas.microsoft.com/office/drawing/2014/main" id="{390FBC95-571F-B918-732A-9546A2E1C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d5260bdd85_0_256:notes">
            <a:extLst>
              <a:ext uri="{FF2B5EF4-FFF2-40B4-BE49-F238E27FC236}">
                <a16:creationId xmlns:a16="http://schemas.microsoft.com/office/drawing/2014/main" id="{CAB777F7-8B4E-0FB9-1F4E-B131B14ACE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d5260bdd85_0_256:notes">
            <a:extLst>
              <a:ext uri="{FF2B5EF4-FFF2-40B4-BE49-F238E27FC236}">
                <a16:creationId xmlns:a16="http://schemas.microsoft.com/office/drawing/2014/main" id="{C7EE43BB-66AC-1A1C-606C-B961D07035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8107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6">
          <a:extLst>
            <a:ext uri="{FF2B5EF4-FFF2-40B4-BE49-F238E27FC236}">
              <a16:creationId xmlns:a16="http://schemas.microsoft.com/office/drawing/2014/main" id="{390FBC95-571F-B918-732A-9546A2E1C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d5260bdd85_0_256:notes">
            <a:extLst>
              <a:ext uri="{FF2B5EF4-FFF2-40B4-BE49-F238E27FC236}">
                <a16:creationId xmlns:a16="http://schemas.microsoft.com/office/drawing/2014/main" id="{CAB777F7-8B4E-0FB9-1F4E-B131B14ACE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d5260bdd85_0_256:notes">
            <a:extLst>
              <a:ext uri="{FF2B5EF4-FFF2-40B4-BE49-F238E27FC236}">
                <a16:creationId xmlns:a16="http://schemas.microsoft.com/office/drawing/2014/main" id="{C7EE43BB-66AC-1A1C-606C-B961D07035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3882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89425" y="1406625"/>
            <a:ext cx="4236300" cy="172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 b="0">
                <a:latin typeface="Days One"/>
                <a:ea typeface="Days One"/>
                <a:cs typeface="Days One"/>
                <a:sym typeface="Days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89425" y="3261075"/>
            <a:ext cx="4085700" cy="475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 rot="7974048">
            <a:off x="7787129" y="72146"/>
            <a:ext cx="961588" cy="1083646"/>
            <a:chOff x="8410504" y="404097"/>
            <a:chExt cx="961632" cy="1083695"/>
          </a:xfrm>
        </p:grpSpPr>
        <p:sp>
          <p:nvSpPr>
            <p:cNvPr id="13" name="Google Shape;13;p2"/>
            <p:cNvSpPr/>
            <p:nvPr/>
          </p:nvSpPr>
          <p:spPr>
            <a:xfrm rot="-1941110">
              <a:off x="8619291" y="476854"/>
              <a:ext cx="544057" cy="938180"/>
            </a:xfrm>
            <a:custGeom>
              <a:avLst/>
              <a:gdLst/>
              <a:ahLst/>
              <a:cxnLst/>
              <a:rect l="l" t="t" r="r" b="b"/>
              <a:pathLst>
                <a:path w="10226" h="17635" extrusionOk="0">
                  <a:moveTo>
                    <a:pt x="7489" y="0"/>
                  </a:moveTo>
                  <a:cubicBezTo>
                    <a:pt x="7418" y="0"/>
                    <a:pt x="7347" y="7"/>
                    <a:pt x="7269" y="14"/>
                  </a:cubicBezTo>
                  <a:cubicBezTo>
                    <a:pt x="6836" y="64"/>
                    <a:pt x="6198" y="270"/>
                    <a:pt x="5610" y="993"/>
                  </a:cubicBezTo>
                  <a:cubicBezTo>
                    <a:pt x="5156" y="1553"/>
                    <a:pt x="4844" y="2191"/>
                    <a:pt x="4695" y="2843"/>
                  </a:cubicBezTo>
                  <a:cubicBezTo>
                    <a:pt x="4440" y="2716"/>
                    <a:pt x="4199" y="2673"/>
                    <a:pt x="4021" y="2652"/>
                  </a:cubicBezTo>
                  <a:cubicBezTo>
                    <a:pt x="3965" y="2645"/>
                    <a:pt x="3901" y="2645"/>
                    <a:pt x="3837" y="2645"/>
                  </a:cubicBezTo>
                  <a:cubicBezTo>
                    <a:pt x="3050" y="2645"/>
                    <a:pt x="2320" y="3127"/>
                    <a:pt x="1972" y="3879"/>
                  </a:cubicBezTo>
                  <a:cubicBezTo>
                    <a:pt x="1759" y="4354"/>
                    <a:pt x="1703" y="4900"/>
                    <a:pt x="1809" y="5495"/>
                  </a:cubicBezTo>
                  <a:cubicBezTo>
                    <a:pt x="1837" y="5644"/>
                    <a:pt x="1873" y="5786"/>
                    <a:pt x="1915" y="5928"/>
                  </a:cubicBezTo>
                  <a:cubicBezTo>
                    <a:pt x="1802" y="5985"/>
                    <a:pt x="1696" y="6056"/>
                    <a:pt x="1596" y="6141"/>
                  </a:cubicBezTo>
                  <a:cubicBezTo>
                    <a:pt x="1121" y="6531"/>
                    <a:pt x="838" y="7148"/>
                    <a:pt x="845" y="7800"/>
                  </a:cubicBezTo>
                  <a:cubicBezTo>
                    <a:pt x="852" y="8211"/>
                    <a:pt x="972" y="8630"/>
                    <a:pt x="1199" y="9034"/>
                  </a:cubicBezTo>
                  <a:cubicBezTo>
                    <a:pt x="1263" y="9147"/>
                    <a:pt x="1327" y="9253"/>
                    <a:pt x="1398" y="9360"/>
                  </a:cubicBezTo>
                  <a:cubicBezTo>
                    <a:pt x="1277" y="9409"/>
                    <a:pt x="1157" y="9473"/>
                    <a:pt x="1043" y="9544"/>
                  </a:cubicBezTo>
                  <a:cubicBezTo>
                    <a:pt x="299" y="10041"/>
                    <a:pt x="1" y="10991"/>
                    <a:pt x="285" y="11920"/>
                  </a:cubicBezTo>
                  <a:cubicBezTo>
                    <a:pt x="561" y="12813"/>
                    <a:pt x="1313" y="13550"/>
                    <a:pt x="2298" y="13898"/>
                  </a:cubicBezTo>
                  <a:cubicBezTo>
                    <a:pt x="2589" y="13997"/>
                    <a:pt x="2922" y="14068"/>
                    <a:pt x="3270" y="14111"/>
                  </a:cubicBezTo>
                  <a:cubicBezTo>
                    <a:pt x="3404" y="14969"/>
                    <a:pt x="3610" y="15805"/>
                    <a:pt x="3880" y="16614"/>
                  </a:cubicBezTo>
                  <a:cubicBezTo>
                    <a:pt x="4078" y="17223"/>
                    <a:pt x="4652" y="17635"/>
                    <a:pt x="5291" y="17635"/>
                  </a:cubicBezTo>
                  <a:cubicBezTo>
                    <a:pt x="5454" y="17635"/>
                    <a:pt x="5610" y="17606"/>
                    <a:pt x="5759" y="17557"/>
                  </a:cubicBezTo>
                  <a:cubicBezTo>
                    <a:pt x="6142" y="17429"/>
                    <a:pt x="6446" y="17167"/>
                    <a:pt x="6624" y="16812"/>
                  </a:cubicBezTo>
                  <a:cubicBezTo>
                    <a:pt x="6801" y="16458"/>
                    <a:pt x="6829" y="16054"/>
                    <a:pt x="6709" y="15671"/>
                  </a:cubicBezTo>
                  <a:cubicBezTo>
                    <a:pt x="6453" y="14898"/>
                    <a:pt x="6262" y="14096"/>
                    <a:pt x="6149" y="13274"/>
                  </a:cubicBezTo>
                  <a:cubicBezTo>
                    <a:pt x="6503" y="13196"/>
                    <a:pt x="6858" y="13097"/>
                    <a:pt x="7191" y="12969"/>
                  </a:cubicBezTo>
                  <a:cubicBezTo>
                    <a:pt x="8297" y="12544"/>
                    <a:pt x="8673" y="11835"/>
                    <a:pt x="8801" y="11310"/>
                  </a:cubicBezTo>
                  <a:cubicBezTo>
                    <a:pt x="8935" y="10728"/>
                    <a:pt x="8808" y="10133"/>
                    <a:pt x="8474" y="9651"/>
                  </a:cubicBezTo>
                  <a:cubicBezTo>
                    <a:pt x="9120" y="9083"/>
                    <a:pt x="9410" y="8346"/>
                    <a:pt x="9276" y="7623"/>
                  </a:cubicBezTo>
                  <a:cubicBezTo>
                    <a:pt x="9240" y="7445"/>
                    <a:pt x="9183" y="7282"/>
                    <a:pt x="9105" y="7119"/>
                  </a:cubicBezTo>
                  <a:cubicBezTo>
                    <a:pt x="9474" y="6828"/>
                    <a:pt x="9758" y="6446"/>
                    <a:pt x="9914" y="6013"/>
                  </a:cubicBezTo>
                  <a:cubicBezTo>
                    <a:pt x="10226" y="5176"/>
                    <a:pt x="9999" y="4233"/>
                    <a:pt x="9403" y="3638"/>
                  </a:cubicBezTo>
                  <a:cubicBezTo>
                    <a:pt x="9729" y="3028"/>
                    <a:pt x="9822" y="2347"/>
                    <a:pt x="9659" y="1716"/>
                  </a:cubicBezTo>
                  <a:cubicBezTo>
                    <a:pt x="9396" y="723"/>
                    <a:pt x="8481" y="0"/>
                    <a:pt x="7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1941110">
              <a:off x="8745544" y="544275"/>
              <a:ext cx="136999" cy="165079"/>
            </a:xfrm>
            <a:custGeom>
              <a:avLst/>
              <a:gdLst/>
              <a:ahLst/>
              <a:cxnLst/>
              <a:rect l="l" t="t" r="r" b="b"/>
              <a:pathLst>
                <a:path w="2575" h="3103" extrusionOk="0">
                  <a:moveTo>
                    <a:pt x="1683" y="0"/>
                  </a:moveTo>
                  <a:cubicBezTo>
                    <a:pt x="1659" y="0"/>
                    <a:pt x="1634" y="2"/>
                    <a:pt x="1610" y="4"/>
                  </a:cubicBezTo>
                  <a:cubicBezTo>
                    <a:pt x="1326" y="33"/>
                    <a:pt x="1085" y="238"/>
                    <a:pt x="901" y="465"/>
                  </a:cubicBezTo>
                  <a:cubicBezTo>
                    <a:pt x="319" y="1181"/>
                    <a:pt x="0" y="2231"/>
                    <a:pt x="326" y="3103"/>
                  </a:cubicBezTo>
                  <a:cubicBezTo>
                    <a:pt x="461" y="2904"/>
                    <a:pt x="965" y="2713"/>
                    <a:pt x="1305" y="2507"/>
                  </a:cubicBezTo>
                  <a:cubicBezTo>
                    <a:pt x="1645" y="2309"/>
                    <a:pt x="1971" y="2075"/>
                    <a:pt x="2213" y="1763"/>
                  </a:cubicBezTo>
                  <a:cubicBezTo>
                    <a:pt x="2447" y="1451"/>
                    <a:pt x="2574" y="1040"/>
                    <a:pt x="2475" y="657"/>
                  </a:cubicBezTo>
                  <a:cubicBezTo>
                    <a:pt x="2382" y="297"/>
                    <a:pt x="2051" y="0"/>
                    <a:pt x="16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1941110">
              <a:off x="8794901" y="685388"/>
              <a:ext cx="174347" cy="101239"/>
            </a:xfrm>
            <a:custGeom>
              <a:avLst/>
              <a:gdLst/>
              <a:ahLst/>
              <a:cxnLst/>
              <a:rect l="l" t="t" r="r" b="b"/>
              <a:pathLst>
                <a:path w="3277" h="1903" extrusionOk="0">
                  <a:moveTo>
                    <a:pt x="2429" y="0"/>
                  </a:moveTo>
                  <a:cubicBezTo>
                    <a:pt x="2252" y="0"/>
                    <a:pt x="2068" y="45"/>
                    <a:pt x="1901" y="106"/>
                  </a:cubicBezTo>
                  <a:cubicBezTo>
                    <a:pt x="1135" y="383"/>
                    <a:pt x="369" y="993"/>
                    <a:pt x="1" y="1723"/>
                  </a:cubicBezTo>
                  <a:cubicBezTo>
                    <a:pt x="277" y="1758"/>
                    <a:pt x="759" y="1815"/>
                    <a:pt x="1149" y="1865"/>
                  </a:cubicBezTo>
                  <a:cubicBezTo>
                    <a:pt x="1323" y="1887"/>
                    <a:pt x="1499" y="1902"/>
                    <a:pt x="1675" y="1902"/>
                  </a:cubicBezTo>
                  <a:cubicBezTo>
                    <a:pt x="1886" y="1902"/>
                    <a:pt x="2096" y="1880"/>
                    <a:pt x="2298" y="1822"/>
                  </a:cubicBezTo>
                  <a:cubicBezTo>
                    <a:pt x="2667" y="1709"/>
                    <a:pt x="3014" y="1453"/>
                    <a:pt x="3149" y="1092"/>
                  </a:cubicBezTo>
                  <a:cubicBezTo>
                    <a:pt x="3276" y="723"/>
                    <a:pt x="3149" y="262"/>
                    <a:pt x="2801" y="85"/>
                  </a:cubicBezTo>
                  <a:cubicBezTo>
                    <a:pt x="2687" y="25"/>
                    <a:pt x="2560" y="0"/>
                    <a:pt x="24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1941110">
              <a:off x="8707624" y="745642"/>
              <a:ext cx="106034" cy="178964"/>
            </a:xfrm>
            <a:custGeom>
              <a:avLst/>
              <a:gdLst/>
              <a:ahLst/>
              <a:cxnLst/>
              <a:rect l="l" t="t" r="r" b="b"/>
              <a:pathLst>
                <a:path w="1993" h="3364" extrusionOk="0">
                  <a:moveTo>
                    <a:pt x="689" y="0"/>
                  </a:moveTo>
                  <a:cubicBezTo>
                    <a:pt x="442" y="0"/>
                    <a:pt x="214" y="178"/>
                    <a:pt x="107" y="406"/>
                  </a:cubicBezTo>
                  <a:cubicBezTo>
                    <a:pt x="0" y="647"/>
                    <a:pt x="7" y="924"/>
                    <a:pt x="50" y="1186"/>
                  </a:cubicBezTo>
                  <a:cubicBezTo>
                    <a:pt x="220" y="2101"/>
                    <a:pt x="1014" y="3051"/>
                    <a:pt x="1894" y="3363"/>
                  </a:cubicBezTo>
                  <a:cubicBezTo>
                    <a:pt x="1993" y="2420"/>
                    <a:pt x="1766" y="1371"/>
                    <a:pt x="1376" y="591"/>
                  </a:cubicBezTo>
                  <a:cubicBezTo>
                    <a:pt x="1241" y="321"/>
                    <a:pt x="1036" y="30"/>
                    <a:pt x="731" y="2"/>
                  </a:cubicBezTo>
                  <a:cubicBezTo>
                    <a:pt x="717" y="1"/>
                    <a:pt x="703" y="0"/>
                    <a:pt x="6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1941110">
              <a:off x="8846276" y="836922"/>
              <a:ext cx="169825" cy="101293"/>
            </a:xfrm>
            <a:custGeom>
              <a:avLst/>
              <a:gdLst/>
              <a:ahLst/>
              <a:cxnLst/>
              <a:rect l="l" t="t" r="r" b="b"/>
              <a:pathLst>
                <a:path w="3192" h="1904" extrusionOk="0">
                  <a:moveTo>
                    <a:pt x="2215" y="0"/>
                  </a:moveTo>
                  <a:cubicBezTo>
                    <a:pt x="1812" y="0"/>
                    <a:pt x="1406" y="155"/>
                    <a:pt x="1071" y="390"/>
                  </a:cubicBezTo>
                  <a:cubicBezTo>
                    <a:pt x="646" y="688"/>
                    <a:pt x="298" y="1156"/>
                    <a:pt x="1" y="1581"/>
                  </a:cubicBezTo>
                  <a:cubicBezTo>
                    <a:pt x="309" y="1802"/>
                    <a:pt x="690" y="1904"/>
                    <a:pt x="1087" y="1904"/>
                  </a:cubicBezTo>
                  <a:cubicBezTo>
                    <a:pt x="1685" y="1904"/>
                    <a:pt x="2318" y="1671"/>
                    <a:pt x="2787" y="1262"/>
                  </a:cubicBezTo>
                  <a:cubicBezTo>
                    <a:pt x="3000" y="1078"/>
                    <a:pt x="3191" y="815"/>
                    <a:pt x="3142" y="546"/>
                  </a:cubicBezTo>
                  <a:cubicBezTo>
                    <a:pt x="3092" y="269"/>
                    <a:pt x="2816" y="92"/>
                    <a:pt x="2539" y="35"/>
                  </a:cubicBezTo>
                  <a:cubicBezTo>
                    <a:pt x="2432" y="11"/>
                    <a:pt x="2324" y="0"/>
                    <a:pt x="2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1941110">
              <a:off x="8739613" y="906578"/>
              <a:ext cx="125294" cy="130286"/>
            </a:xfrm>
            <a:custGeom>
              <a:avLst/>
              <a:gdLst/>
              <a:ahLst/>
              <a:cxnLst/>
              <a:rect l="l" t="t" r="r" b="b"/>
              <a:pathLst>
                <a:path w="2355" h="2449" extrusionOk="0">
                  <a:moveTo>
                    <a:pt x="624" y="1"/>
                  </a:moveTo>
                  <a:cubicBezTo>
                    <a:pt x="481" y="1"/>
                    <a:pt x="343" y="41"/>
                    <a:pt x="235" y="134"/>
                  </a:cubicBezTo>
                  <a:cubicBezTo>
                    <a:pt x="79" y="261"/>
                    <a:pt x="1" y="467"/>
                    <a:pt x="1" y="673"/>
                  </a:cubicBezTo>
                  <a:cubicBezTo>
                    <a:pt x="8" y="871"/>
                    <a:pt x="79" y="1070"/>
                    <a:pt x="178" y="1247"/>
                  </a:cubicBezTo>
                  <a:cubicBezTo>
                    <a:pt x="559" y="1936"/>
                    <a:pt x="1376" y="2448"/>
                    <a:pt x="2164" y="2448"/>
                  </a:cubicBezTo>
                  <a:cubicBezTo>
                    <a:pt x="2228" y="2448"/>
                    <a:pt x="2292" y="2445"/>
                    <a:pt x="2355" y="2438"/>
                  </a:cubicBezTo>
                  <a:cubicBezTo>
                    <a:pt x="2171" y="1814"/>
                    <a:pt x="1901" y="1162"/>
                    <a:pt x="1568" y="658"/>
                  </a:cubicBezTo>
                  <a:cubicBezTo>
                    <a:pt x="1419" y="439"/>
                    <a:pt x="1242" y="219"/>
                    <a:pt x="1001" y="91"/>
                  </a:cubicBezTo>
                  <a:cubicBezTo>
                    <a:pt x="886" y="34"/>
                    <a:pt x="753" y="1"/>
                    <a:pt x="6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1941110">
              <a:off x="8917268" y="970229"/>
              <a:ext cx="156205" cy="100761"/>
            </a:xfrm>
            <a:custGeom>
              <a:avLst/>
              <a:gdLst/>
              <a:ahLst/>
              <a:cxnLst/>
              <a:rect l="l" t="t" r="r" b="b"/>
              <a:pathLst>
                <a:path w="2936" h="1894" extrusionOk="0">
                  <a:moveTo>
                    <a:pt x="2029" y="1"/>
                  </a:moveTo>
                  <a:cubicBezTo>
                    <a:pt x="1922" y="1"/>
                    <a:pt x="1813" y="16"/>
                    <a:pt x="1709" y="45"/>
                  </a:cubicBezTo>
                  <a:cubicBezTo>
                    <a:pt x="1432" y="116"/>
                    <a:pt x="1191" y="286"/>
                    <a:pt x="972" y="470"/>
                  </a:cubicBezTo>
                  <a:cubicBezTo>
                    <a:pt x="567" y="839"/>
                    <a:pt x="184" y="1371"/>
                    <a:pt x="0" y="1889"/>
                  </a:cubicBezTo>
                  <a:cubicBezTo>
                    <a:pt x="79" y="1892"/>
                    <a:pt x="158" y="1894"/>
                    <a:pt x="236" y="1894"/>
                  </a:cubicBezTo>
                  <a:cubicBezTo>
                    <a:pt x="924" y="1894"/>
                    <a:pt x="1581" y="1757"/>
                    <a:pt x="2134" y="1541"/>
                  </a:cubicBezTo>
                  <a:cubicBezTo>
                    <a:pt x="2453" y="1421"/>
                    <a:pt x="2794" y="1215"/>
                    <a:pt x="2872" y="882"/>
                  </a:cubicBezTo>
                  <a:cubicBezTo>
                    <a:pt x="2936" y="605"/>
                    <a:pt x="2787" y="300"/>
                    <a:pt x="2546" y="144"/>
                  </a:cubicBezTo>
                  <a:cubicBezTo>
                    <a:pt x="2393" y="46"/>
                    <a:pt x="2213" y="1"/>
                    <a:pt x="20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1941110">
              <a:off x="8800607" y="1077659"/>
              <a:ext cx="161525" cy="111188"/>
            </a:xfrm>
            <a:custGeom>
              <a:avLst/>
              <a:gdLst/>
              <a:ahLst/>
              <a:cxnLst/>
              <a:rect l="l" t="t" r="r" b="b"/>
              <a:pathLst>
                <a:path w="3036" h="2090" extrusionOk="0">
                  <a:moveTo>
                    <a:pt x="558" y="1"/>
                  </a:moveTo>
                  <a:cubicBezTo>
                    <a:pt x="458" y="1"/>
                    <a:pt x="362" y="25"/>
                    <a:pt x="277" y="82"/>
                  </a:cubicBezTo>
                  <a:cubicBezTo>
                    <a:pt x="36" y="238"/>
                    <a:pt x="1" y="586"/>
                    <a:pt x="86" y="855"/>
                  </a:cubicBezTo>
                  <a:cubicBezTo>
                    <a:pt x="242" y="1366"/>
                    <a:pt x="710" y="1735"/>
                    <a:pt x="1213" y="1912"/>
                  </a:cubicBezTo>
                  <a:cubicBezTo>
                    <a:pt x="1535" y="2025"/>
                    <a:pt x="1958" y="2089"/>
                    <a:pt x="2370" y="2089"/>
                  </a:cubicBezTo>
                  <a:cubicBezTo>
                    <a:pt x="2602" y="2089"/>
                    <a:pt x="2831" y="2069"/>
                    <a:pt x="3036" y="2025"/>
                  </a:cubicBezTo>
                  <a:cubicBezTo>
                    <a:pt x="2639" y="1316"/>
                    <a:pt x="1859" y="664"/>
                    <a:pt x="1171" y="224"/>
                  </a:cubicBezTo>
                  <a:cubicBezTo>
                    <a:pt x="989" y="104"/>
                    <a:pt x="765" y="1"/>
                    <a:pt x="5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1941110">
              <a:off x="8849223" y="635956"/>
              <a:ext cx="157003" cy="685480"/>
            </a:xfrm>
            <a:custGeom>
              <a:avLst/>
              <a:gdLst/>
              <a:ahLst/>
              <a:cxnLst/>
              <a:rect l="l" t="t" r="r" b="b"/>
              <a:pathLst>
                <a:path w="2951" h="12885" fill="none" extrusionOk="0">
                  <a:moveTo>
                    <a:pt x="2950" y="1"/>
                  </a:moveTo>
                  <a:cubicBezTo>
                    <a:pt x="582" y="3787"/>
                    <a:pt x="1" y="8644"/>
                    <a:pt x="1405" y="12885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1941110">
              <a:off x="8777578" y="804662"/>
              <a:ext cx="47936" cy="101186"/>
            </a:xfrm>
            <a:custGeom>
              <a:avLst/>
              <a:gdLst/>
              <a:ahLst/>
              <a:cxnLst/>
              <a:rect l="l" t="t" r="r" b="b"/>
              <a:pathLst>
                <a:path w="901" h="1902" fill="none" extrusionOk="0">
                  <a:moveTo>
                    <a:pt x="0" y="1"/>
                  </a:moveTo>
                  <a:cubicBezTo>
                    <a:pt x="0" y="1"/>
                    <a:pt x="496" y="1291"/>
                    <a:pt x="901" y="190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1941110">
              <a:off x="8814023" y="760881"/>
              <a:ext cx="100395" cy="32080"/>
            </a:xfrm>
            <a:custGeom>
              <a:avLst/>
              <a:gdLst/>
              <a:ahLst/>
              <a:cxnLst/>
              <a:rect l="l" t="t" r="r" b="b"/>
              <a:pathLst>
                <a:path w="1887" h="603" fill="none" extrusionOk="0">
                  <a:moveTo>
                    <a:pt x="1887" y="0"/>
                  </a:moveTo>
                  <a:cubicBezTo>
                    <a:pt x="1887" y="0"/>
                    <a:pt x="646" y="369"/>
                    <a:pt x="1" y="603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1941110">
              <a:off x="8804576" y="947642"/>
              <a:ext cx="72091" cy="69851"/>
            </a:xfrm>
            <a:custGeom>
              <a:avLst/>
              <a:gdLst/>
              <a:ahLst/>
              <a:cxnLst/>
              <a:rect l="l" t="t" r="r" b="b"/>
              <a:pathLst>
                <a:path w="1355" h="1313" fill="none" extrusionOk="0">
                  <a:moveTo>
                    <a:pt x="1" y="0"/>
                  </a:moveTo>
                  <a:cubicBezTo>
                    <a:pt x="1" y="0"/>
                    <a:pt x="759" y="1036"/>
                    <a:pt x="1355" y="1312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1941110">
              <a:off x="8861056" y="905002"/>
              <a:ext cx="95872" cy="33250"/>
            </a:xfrm>
            <a:custGeom>
              <a:avLst/>
              <a:gdLst/>
              <a:ahLst/>
              <a:cxnLst/>
              <a:rect l="l" t="t" r="r" b="b"/>
              <a:pathLst>
                <a:path w="1802" h="625" fill="none" extrusionOk="0">
                  <a:moveTo>
                    <a:pt x="1802" y="0"/>
                  </a:moveTo>
                  <a:cubicBezTo>
                    <a:pt x="1802" y="0"/>
                    <a:pt x="688" y="419"/>
                    <a:pt x="1" y="62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1941110">
              <a:off x="8874260" y="1111200"/>
              <a:ext cx="96617" cy="52881"/>
            </a:xfrm>
            <a:custGeom>
              <a:avLst/>
              <a:gdLst/>
              <a:ahLst/>
              <a:cxnLst/>
              <a:rect l="l" t="t" r="r" b="b"/>
              <a:pathLst>
                <a:path w="1816" h="994" fill="none" extrusionOk="0">
                  <a:moveTo>
                    <a:pt x="0" y="1"/>
                  </a:moveTo>
                  <a:cubicBezTo>
                    <a:pt x="0" y="1"/>
                    <a:pt x="943" y="703"/>
                    <a:pt x="1816" y="993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-1941110">
              <a:off x="8934383" y="1029497"/>
              <a:ext cx="95074" cy="53998"/>
            </a:xfrm>
            <a:custGeom>
              <a:avLst/>
              <a:gdLst/>
              <a:ahLst/>
              <a:cxnLst/>
              <a:rect l="l" t="t" r="r" b="b"/>
              <a:pathLst>
                <a:path w="1787" h="1015" fill="none" extrusionOk="0">
                  <a:moveTo>
                    <a:pt x="1787" y="1"/>
                  </a:moveTo>
                  <a:cubicBezTo>
                    <a:pt x="1787" y="1"/>
                    <a:pt x="886" y="752"/>
                    <a:pt x="0" y="1015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 rot="10800000">
            <a:off x="214235" y="3716558"/>
            <a:ext cx="418425" cy="475780"/>
            <a:chOff x="4740925" y="442960"/>
            <a:chExt cx="419768" cy="477308"/>
          </a:xfrm>
        </p:grpSpPr>
        <p:sp>
          <p:nvSpPr>
            <p:cNvPr id="29" name="Google Shape;29;p2"/>
            <p:cNvSpPr/>
            <p:nvPr/>
          </p:nvSpPr>
          <p:spPr>
            <a:xfrm>
              <a:off x="4740925" y="442960"/>
              <a:ext cx="419768" cy="477308"/>
            </a:xfrm>
            <a:custGeom>
              <a:avLst/>
              <a:gdLst/>
              <a:ahLst/>
              <a:cxnLst/>
              <a:rect l="l" t="t" r="r" b="b"/>
              <a:pathLst>
                <a:path w="11687" h="13289" extrusionOk="0">
                  <a:moveTo>
                    <a:pt x="3156" y="1"/>
                  </a:moveTo>
                  <a:cubicBezTo>
                    <a:pt x="2504" y="1"/>
                    <a:pt x="1852" y="72"/>
                    <a:pt x="1213" y="206"/>
                  </a:cubicBezTo>
                  <a:cubicBezTo>
                    <a:pt x="731" y="306"/>
                    <a:pt x="334" y="653"/>
                    <a:pt x="171" y="1114"/>
                  </a:cubicBezTo>
                  <a:cubicBezTo>
                    <a:pt x="1" y="1582"/>
                    <a:pt x="93" y="2099"/>
                    <a:pt x="405" y="2482"/>
                  </a:cubicBezTo>
                  <a:cubicBezTo>
                    <a:pt x="1313" y="3610"/>
                    <a:pt x="1752" y="4957"/>
                    <a:pt x="2220" y="6382"/>
                  </a:cubicBezTo>
                  <a:lnTo>
                    <a:pt x="2320" y="6680"/>
                  </a:lnTo>
                  <a:cubicBezTo>
                    <a:pt x="2873" y="8382"/>
                    <a:pt x="3610" y="10303"/>
                    <a:pt x="5227" y="11594"/>
                  </a:cubicBezTo>
                  <a:cubicBezTo>
                    <a:pt x="6000" y="12211"/>
                    <a:pt x="6843" y="12551"/>
                    <a:pt x="7673" y="12573"/>
                  </a:cubicBezTo>
                  <a:cubicBezTo>
                    <a:pt x="7935" y="13005"/>
                    <a:pt x="8418" y="13289"/>
                    <a:pt x="8942" y="13289"/>
                  </a:cubicBezTo>
                  <a:cubicBezTo>
                    <a:pt x="9042" y="13289"/>
                    <a:pt x="9134" y="13282"/>
                    <a:pt x="9226" y="13260"/>
                  </a:cubicBezTo>
                  <a:cubicBezTo>
                    <a:pt x="9616" y="13189"/>
                    <a:pt x="9956" y="12963"/>
                    <a:pt x="10176" y="12636"/>
                  </a:cubicBezTo>
                  <a:cubicBezTo>
                    <a:pt x="10403" y="12303"/>
                    <a:pt x="10481" y="11913"/>
                    <a:pt x="10410" y="11523"/>
                  </a:cubicBezTo>
                  <a:cubicBezTo>
                    <a:pt x="10403" y="11481"/>
                    <a:pt x="10396" y="11445"/>
                    <a:pt x="10382" y="11403"/>
                  </a:cubicBezTo>
                  <a:cubicBezTo>
                    <a:pt x="10538" y="11239"/>
                    <a:pt x="10680" y="11069"/>
                    <a:pt x="10807" y="10878"/>
                  </a:cubicBezTo>
                  <a:cubicBezTo>
                    <a:pt x="11332" y="10098"/>
                    <a:pt x="11616" y="9141"/>
                    <a:pt x="11637" y="8027"/>
                  </a:cubicBezTo>
                  <a:cubicBezTo>
                    <a:pt x="11686" y="5531"/>
                    <a:pt x="10396" y="3050"/>
                    <a:pt x="8255" y="1554"/>
                  </a:cubicBezTo>
                  <a:cubicBezTo>
                    <a:pt x="6822" y="554"/>
                    <a:pt x="5007" y="1"/>
                    <a:pt x="31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794945" y="493999"/>
              <a:ext cx="314565" cy="349872"/>
            </a:xfrm>
            <a:custGeom>
              <a:avLst/>
              <a:gdLst/>
              <a:ahLst/>
              <a:cxnLst/>
              <a:rect l="l" t="t" r="r" b="b"/>
              <a:pathLst>
                <a:path w="8758" h="9741" extrusionOk="0">
                  <a:moveTo>
                    <a:pt x="1646" y="0"/>
                  </a:moveTo>
                  <a:cubicBezTo>
                    <a:pt x="1093" y="0"/>
                    <a:pt x="540" y="57"/>
                    <a:pt x="0" y="168"/>
                  </a:cubicBezTo>
                  <a:cubicBezTo>
                    <a:pt x="1149" y="1586"/>
                    <a:pt x="1645" y="3238"/>
                    <a:pt x="2163" y="4819"/>
                  </a:cubicBezTo>
                  <a:cubicBezTo>
                    <a:pt x="2680" y="6394"/>
                    <a:pt x="3312" y="8032"/>
                    <a:pt x="4609" y="9067"/>
                  </a:cubicBezTo>
                  <a:cubicBezTo>
                    <a:pt x="5086" y="9452"/>
                    <a:pt x="5666" y="9741"/>
                    <a:pt x="6281" y="9741"/>
                  </a:cubicBezTo>
                  <a:cubicBezTo>
                    <a:pt x="6289" y="9741"/>
                    <a:pt x="6296" y="9741"/>
                    <a:pt x="6304" y="9740"/>
                  </a:cubicBezTo>
                  <a:cubicBezTo>
                    <a:pt x="7034" y="9726"/>
                    <a:pt x="7715" y="9272"/>
                    <a:pt x="8126" y="8663"/>
                  </a:cubicBezTo>
                  <a:cubicBezTo>
                    <a:pt x="8537" y="8060"/>
                    <a:pt x="8701" y="7308"/>
                    <a:pt x="8715" y="6578"/>
                  </a:cubicBezTo>
                  <a:cubicBezTo>
                    <a:pt x="8757" y="4507"/>
                    <a:pt x="7637" y="2487"/>
                    <a:pt x="5935" y="1295"/>
                  </a:cubicBezTo>
                  <a:cubicBezTo>
                    <a:pt x="4692" y="427"/>
                    <a:pt x="3169" y="0"/>
                    <a:pt x="16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879243" y="551719"/>
              <a:ext cx="182892" cy="315068"/>
            </a:xfrm>
            <a:custGeom>
              <a:avLst/>
              <a:gdLst/>
              <a:ahLst/>
              <a:cxnLst/>
              <a:rect l="l" t="t" r="r" b="b"/>
              <a:pathLst>
                <a:path w="5092" h="8772" fill="none" extrusionOk="0">
                  <a:moveTo>
                    <a:pt x="0" y="0"/>
                  </a:moveTo>
                  <a:cubicBezTo>
                    <a:pt x="2617" y="2241"/>
                    <a:pt x="4446" y="5389"/>
                    <a:pt x="5091" y="8772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940088" y="627612"/>
              <a:ext cx="94786" cy="95792"/>
            </a:xfrm>
            <a:custGeom>
              <a:avLst/>
              <a:gdLst/>
              <a:ahLst/>
              <a:cxnLst/>
              <a:rect l="l" t="t" r="r" b="b"/>
              <a:pathLst>
                <a:path w="2639" h="2667" fill="none" extrusionOk="0">
                  <a:moveTo>
                    <a:pt x="1" y="2539"/>
                  </a:moveTo>
                  <a:cubicBezTo>
                    <a:pt x="667" y="2574"/>
                    <a:pt x="1291" y="2610"/>
                    <a:pt x="2036" y="2667"/>
                  </a:cubicBezTo>
                  <a:cubicBezTo>
                    <a:pt x="2164" y="1766"/>
                    <a:pt x="2390" y="880"/>
                    <a:pt x="2639" y="0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901153" y="574634"/>
              <a:ext cx="80994" cy="80024"/>
            </a:xfrm>
            <a:custGeom>
              <a:avLst/>
              <a:gdLst/>
              <a:ahLst/>
              <a:cxnLst/>
              <a:rect l="l" t="t" r="r" b="b"/>
              <a:pathLst>
                <a:path w="2255" h="2228" fill="none" extrusionOk="0">
                  <a:moveTo>
                    <a:pt x="0" y="2078"/>
                  </a:moveTo>
                  <a:cubicBezTo>
                    <a:pt x="667" y="2121"/>
                    <a:pt x="1269" y="2163"/>
                    <a:pt x="1978" y="2227"/>
                  </a:cubicBezTo>
                  <a:lnTo>
                    <a:pt x="2255" y="1"/>
                  </a:ln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868037" y="537962"/>
              <a:ext cx="62173" cy="63718"/>
            </a:xfrm>
            <a:custGeom>
              <a:avLst/>
              <a:gdLst/>
              <a:ahLst/>
              <a:cxnLst/>
              <a:rect l="l" t="t" r="r" b="b"/>
              <a:pathLst>
                <a:path w="1731" h="1774" fill="none" extrusionOk="0">
                  <a:moveTo>
                    <a:pt x="0" y="1334"/>
                  </a:moveTo>
                  <a:cubicBezTo>
                    <a:pt x="575" y="1475"/>
                    <a:pt x="1106" y="1674"/>
                    <a:pt x="1730" y="1773"/>
                  </a:cubicBezTo>
                  <a:cubicBezTo>
                    <a:pt x="1659" y="1213"/>
                    <a:pt x="1659" y="568"/>
                    <a:pt x="1631" y="0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 rot="6352736">
            <a:off x="832970" y="4277976"/>
            <a:ext cx="517021" cy="955313"/>
            <a:chOff x="5166512" y="1063363"/>
            <a:chExt cx="373147" cy="689472"/>
          </a:xfrm>
        </p:grpSpPr>
        <p:sp>
          <p:nvSpPr>
            <p:cNvPr id="36" name="Google Shape;36;p2"/>
            <p:cNvSpPr/>
            <p:nvPr/>
          </p:nvSpPr>
          <p:spPr>
            <a:xfrm>
              <a:off x="5166512" y="1063363"/>
              <a:ext cx="373147" cy="689472"/>
            </a:xfrm>
            <a:custGeom>
              <a:avLst/>
              <a:gdLst/>
              <a:ahLst/>
              <a:cxnLst/>
              <a:rect l="l" t="t" r="r" b="b"/>
              <a:pathLst>
                <a:path w="10389" h="19196" extrusionOk="0">
                  <a:moveTo>
                    <a:pt x="5255" y="1"/>
                  </a:moveTo>
                  <a:cubicBezTo>
                    <a:pt x="4978" y="1"/>
                    <a:pt x="4709" y="22"/>
                    <a:pt x="4432" y="64"/>
                  </a:cubicBezTo>
                  <a:lnTo>
                    <a:pt x="4340" y="64"/>
                  </a:lnTo>
                  <a:cubicBezTo>
                    <a:pt x="4071" y="64"/>
                    <a:pt x="3801" y="135"/>
                    <a:pt x="3574" y="277"/>
                  </a:cubicBezTo>
                  <a:cubicBezTo>
                    <a:pt x="2681" y="582"/>
                    <a:pt x="1887" y="1128"/>
                    <a:pt x="1312" y="1830"/>
                  </a:cubicBezTo>
                  <a:cubicBezTo>
                    <a:pt x="1078" y="2114"/>
                    <a:pt x="880" y="2426"/>
                    <a:pt x="717" y="2773"/>
                  </a:cubicBezTo>
                  <a:cubicBezTo>
                    <a:pt x="539" y="2993"/>
                    <a:pt x="433" y="3270"/>
                    <a:pt x="412" y="3574"/>
                  </a:cubicBezTo>
                  <a:cubicBezTo>
                    <a:pt x="1" y="4985"/>
                    <a:pt x="206" y="6510"/>
                    <a:pt x="979" y="7715"/>
                  </a:cubicBezTo>
                  <a:cubicBezTo>
                    <a:pt x="1249" y="8127"/>
                    <a:pt x="1582" y="8502"/>
                    <a:pt x="1979" y="8822"/>
                  </a:cubicBezTo>
                  <a:cubicBezTo>
                    <a:pt x="2135" y="9006"/>
                    <a:pt x="2341" y="9155"/>
                    <a:pt x="2582" y="9247"/>
                  </a:cubicBezTo>
                  <a:cubicBezTo>
                    <a:pt x="3149" y="9594"/>
                    <a:pt x="3794" y="9828"/>
                    <a:pt x="4446" y="9935"/>
                  </a:cubicBezTo>
                  <a:cubicBezTo>
                    <a:pt x="4510" y="10424"/>
                    <a:pt x="4567" y="10913"/>
                    <a:pt x="4610" y="11403"/>
                  </a:cubicBezTo>
                  <a:cubicBezTo>
                    <a:pt x="4283" y="11317"/>
                    <a:pt x="3943" y="11268"/>
                    <a:pt x="3603" y="11268"/>
                  </a:cubicBezTo>
                  <a:cubicBezTo>
                    <a:pt x="2823" y="11268"/>
                    <a:pt x="2085" y="11502"/>
                    <a:pt x="1483" y="11934"/>
                  </a:cubicBezTo>
                  <a:cubicBezTo>
                    <a:pt x="1149" y="12175"/>
                    <a:pt x="937" y="12544"/>
                    <a:pt x="894" y="12948"/>
                  </a:cubicBezTo>
                  <a:cubicBezTo>
                    <a:pt x="859" y="13353"/>
                    <a:pt x="993" y="13757"/>
                    <a:pt x="1263" y="14055"/>
                  </a:cubicBezTo>
                  <a:cubicBezTo>
                    <a:pt x="1483" y="14281"/>
                    <a:pt x="1667" y="14530"/>
                    <a:pt x="1787" y="14757"/>
                  </a:cubicBezTo>
                  <a:cubicBezTo>
                    <a:pt x="1844" y="14849"/>
                    <a:pt x="1901" y="14962"/>
                    <a:pt x="1958" y="15083"/>
                  </a:cubicBezTo>
                  <a:cubicBezTo>
                    <a:pt x="2085" y="15345"/>
                    <a:pt x="2234" y="15650"/>
                    <a:pt x="2447" y="15948"/>
                  </a:cubicBezTo>
                  <a:cubicBezTo>
                    <a:pt x="2972" y="16692"/>
                    <a:pt x="3695" y="17132"/>
                    <a:pt x="4482" y="17196"/>
                  </a:cubicBezTo>
                  <a:lnTo>
                    <a:pt x="4503" y="17196"/>
                  </a:lnTo>
                  <a:cubicBezTo>
                    <a:pt x="4489" y="17309"/>
                    <a:pt x="4475" y="17408"/>
                    <a:pt x="4461" y="17515"/>
                  </a:cubicBezTo>
                  <a:cubicBezTo>
                    <a:pt x="4354" y="18323"/>
                    <a:pt x="4936" y="19075"/>
                    <a:pt x="5744" y="19181"/>
                  </a:cubicBezTo>
                  <a:cubicBezTo>
                    <a:pt x="5815" y="19188"/>
                    <a:pt x="5879" y="19195"/>
                    <a:pt x="5943" y="19195"/>
                  </a:cubicBezTo>
                  <a:cubicBezTo>
                    <a:pt x="6687" y="19195"/>
                    <a:pt x="7318" y="18635"/>
                    <a:pt x="7417" y="17898"/>
                  </a:cubicBezTo>
                  <a:cubicBezTo>
                    <a:pt x="7453" y="17635"/>
                    <a:pt x="7481" y="17359"/>
                    <a:pt x="7517" y="17026"/>
                  </a:cubicBezTo>
                  <a:cubicBezTo>
                    <a:pt x="7517" y="17004"/>
                    <a:pt x="7524" y="16983"/>
                    <a:pt x="7524" y="16962"/>
                  </a:cubicBezTo>
                  <a:cubicBezTo>
                    <a:pt x="7581" y="16359"/>
                    <a:pt x="7630" y="15749"/>
                    <a:pt x="7651" y="15154"/>
                  </a:cubicBezTo>
                  <a:cubicBezTo>
                    <a:pt x="7651" y="15154"/>
                    <a:pt x="7651" y="15146"/>
                    <a:pt x="7651" y="15139"/>
                  </a:cubicBezTo>
                  <a:cubicBezTo>
                    <a:pt x="7666" y="14728"/>
                    <a:pt x="7722" y="14317"/>
                    <a:pt x="7807" y="13906"/>
                  </a:cubicBezTo>
                  <a:cubicBezTo>
                    <a:pt x="8290" y="13771"/>
                    <a:pt x="8743" y="13501"/>
                    <a:pt x="9084" y="13140"/>
                  </a:cubicBezTo>
                  <a:cubicBezTo>
                    <a:pt x="9630" y="12565"/>
                    <a:pt x="9942" y="11793"/>
                    <a:pt x="10055" y="10786"/>
                  </a:cubicBezTo>
                  <a:cubicBezTo>
                    <a:pt x="10077" y="10623"/>
                    <a:pt x="10084" y="10474"/>
                    <a:pt x="10098" y="10325"/>
                  </a:cubicBezTo>
                  <a:cubicBezTo>
                    <a:pt x="10126" y="9956"/>
                    <a:pt x="10155" y="9637"/>
                    <a:pt x="10254" y="9339"/>
                  </a:cubicBezTo>
                  <a:cubicBezTo>
                    <a:pt x="10389" y="8956"/>
                    <a:pt x="10346" y="8531"/>
                    <a:pt x="10140" y="8176"/>
                  </a:cubicBezTo>
                  <a:cubicBezTo>
                    <a:pt x="9991" y="7914"/>
                    <a:pt x="9765" y="7708"/>
                    <a:pt x="9495" y="7588"/>
                  </a:cubicBezTo>
                  <a:cubicBezTo>
                    <a:pt x="9538" y="7517"/>
                    <a:pt x="9573" y="7439"/>
                    <a:pt x="9594" y="7361"/>
                  </a:cubicBezTo>
                  <a:cubicBezTo>
                    <a:pt x="9956" y="6709"/>
                    <a:pt x="10162" y="5992"/>
                    <a:pt x="10204" y="5283"/>
                  </a:cubicBezTo>
                  <a:cubicBezTo>
                    <a:pt x="10261" y="4326"/>
                    <a:pt x="10013" y="3340"/>
                    <a:pt x="9502" y="2475"/>
                  </a:cubicBezTo>
                  <a:cubicBezTo>
                    <a:pt x="9502" y="2461"/>
                    <a:pt x="9495" y="2447"/>
                    <a:pt x="9488" y="2426"/>
                  </a:cubicBezTo>
                  <a:cubicBezTo>
                    <a:pt x="9389" y="2185"/>
                    <a:pt x="9240" y="1979"/>
                    <a:pt x="9048" y="1823"/>
                  </a:cubicBezTo>
                  <a:cubicBezTo>
                    <a:pt x="8495" y="1142"/>
                    <a:pt x="7793" y="625"/>
                    <a:pt x="7006" y="320"/>
                  </a:cubicBezTo>
                  <a:cubicBezTo>
                    <a:pt x="6453" y="107"/>
                    <a:pt x="5865" y="1"/>
                    <a:pt x="5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367219" y="1341221"/>
              <a:ext cx="28052" cy="358133"/>
            </a:xfrm>
            <a:custGeom>
              <a:avLst/>
              <a:gdLst/>
              <a:ahLst/>
              <a:cxnLst/>
              <a:rect l="l" t="t" r="r" b="b"/>
              <a:pathLst>
                <a:path w="781" h="9971" fill="none" extrusionOk="0">
                  <a:moveTo>
                    <a:pt x="0" y="1"/>
                  </a:moveTo>
                  <a:cubicBezTo>
                    <a:pt x="660" y="3277"/>
                    <a:pt x="780" y="6659"/>
                    <a:pt x="355" y="9970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249301" y="1519013"/>
              <a:ext cx="127112" cy="111165"/>
            </a:xfrm>
            <a:custGeom>
              <a:avLst/>
              <a:gdLst/>
              <a:ahLst/>
              <a:cxnLst/>
              <a:rect l="l" t="t" r="r" b="b"/>
              <a:pathLst>
                <a:path w="3539" h="3095" extrusionOk="0">
                  <a:moveTo>
                    <a:pt x="1299" y="1"/>
                  </a:moveTo>
                  <a:cubicBezTo>
                    <a:pt x="837" y="1"/>
                    <a:pt x="376" y="133"/>
                    <a:pt x="0" y="404"/>
                  </a:cubicBezTo>
                  <a:cubicBezTo>
                    <a:pt x="262" y="681"/>
                    <a:pt x="525" y="1021"/>
                    <a:pt x="723" y="1376"/>
                  </a:cubicBezTo>
                  <a:cubicBezTo>
                    <a:pt x="922" y="1730"/>
                    <a:pt x="1071" y="2113"/>
                    <a:pt x="1305" y="2446"/>
                  </a:cubicBezTo>
                  <a:cubicBezTo>
                    <a:pt x="1539" y="2780"/>
                    <a:pt x="1879" y="3063"/>
                    <a:pt x="2283" y="3092"/>
                  </a:cubicBezTo>
                  <a:cubicBezTo>
                    <a:pt x="2307" y="3093"/>
                    <a:pt x="2330" y="3094"/>
                    <a:pt x="2354" y="3094"/>
                  </a:cubicBezTo>
                  <a:cubicBezTo>
                    <a:pt x="2872" y="3094"/>
                    <a:pt x="3337" y="2650"/>
                    <a:pt x="3439" y="2141"/>
                  </a:cubicBezTo>
                  <a:cubicBezTo>
                    <a:pt x="3538" y="1603"/>
                    <a:pt x="3304" y="1042"/>
                    <a:pt x="2921" y="652"/>
                  </a:cubicBezTo>
                  <a:cubicBezTo>
                    <a:pt x="2501" y="224"/>
                    <a:pt x="1899" y="1"/>
                    <a:pt x="12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301238" y="1554894"/>
              <a:ext cx="82287" cy="113392"/>
            </a:xfrm>
            <a:custGeom>
              <a:avLst/>
              <a:gdLst/>
              <a:ahLst/>
              <a:cxnLst/>
              <a:rect l="l" t="t" r="r" b="b"/>
              <a:pathLst>
                <a:path w="2291" h="3157" fill="none" extrusionOk="0">
                  <a:moveTo>
                    <a:pt x="1" y="1"/>
                  </a:moveTo>
                  <a:cubicBezTo>
                    <a:pt x="1178" y="639"/>
                    <a:pt x="2036" y="1837"/>
                    <a:pt x="2291" y="3156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382484" y="1380874"/>
              <a:ext cx="104197" cy="134691"/>
            </a:xfrm>
            <a:custGeom>
              <a:avLst/>
              <a:gdLst/>
              <a:ahLst/>
              <a:cxnLst/>
              <a:rect l="l" t="t" r="r" b="b"/>
              <a:pathLst>
                <a:path w="2901" h="3750" extrusionOk="0">
                  <a:moveTo>
                    <a:pt x="2443" y="0"/>
                  </a:moveTo>
                  <a:cubicBezTo>
                    <a:pt x="1873" y="0"/>
                    <a:pt x="1301" y="203"/>
                    <a:pt x="866" y="577"/>
                  </a:cubicBezTo>
                  <a:cubicBezTo>
                    <a:pt x="320" y="1052"/>
                    <a:pt x="1" y="1783"/>
                    <a:pt x="29" y="2506"/>
                  </a:cubicBezTo>
                  <a:cubicBezTo>
                    <a:pt x="43" y="2917"/>
                    <a:pt x="185" y="3350"/>
                    <a:pt x="525" y="3584"/>
                  </a:cubicBezTo>
                  <a:cubicBezTo>
                    <a:pt x="691" y="3698"/>
                    <a:pt x="883" y="3750"/>
                    <a:pt x="1080" y="3750"/>
                  </a:cubicBezTo>
                  <a:cubicBezTo>
                    <a:pt x="1432" y="3750"/>
                    <a:pt x="1797" y="3585"/>
                    <a:pt x="2043" y="3321"/>
                  </a:cubicBezTo>
                  <a:cubicBezTo>
                    <a:pt x="2426" y="2917"/>
                    <a:pt x="2574" y="2343"/>
                    <a:pt x="2631" y="1790"/>
                  </a:cubicBezTo>
                  <a:cubicBezTo>
                    <a:pt x="2695" y="1230"/>
                    <a:pt x="2688" y="662"/>
                    <a:pt x="2901" y="45"/>
                  </a:cubicBezTo>
                  <a:cubicBezTo>
                    <a:pt x="2750" y="15"/>
                    <a:pt x="2596" y="0"/>
                    <a:pt x="2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387835" y="1431374"/>
              <a:ext cx="60916" cy="174236"/>
            </a:xfrm>
            <a:custGeom>
              <a:avLst/>
              <a:gdLst/>
              <a:ahLst/>
              <a:cxnLst/>
              <a:rect l="l" t="t" r="r" b="b"/>
              <a:pathLst>
                <a:path w="1696" h="4851" fill="none" extrusionOk="0">
                  <a:moveTo>
                    <a:pt x="1695" y="1"/>
                  </a:moveTo>
                  <a:cubicBezTo>
                    <a:pt x="667" y="1405"/>
                    <a:pt x="64" y="3114"/>
                    <a:pt x="0" y="485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215395" y="1114258"/>
              <a:ext cx="269776" cy="257421"/>
            </a:xfrm>
            <a:custGeom>
              <a:avLst/>
              <a:gdLst/>
              <a:ahLst/>
              <a:cxnLst/>
              <a:rect l="l" t="t" r="r" b="b"/>
              <a:pathLst>
                <a:path w="7511" h="7167" extrusionOk="0">
                  <a:moveTo>
                    <a:pt x="3888" y="0"/>
                  </a:moveTo>
                  <a:cubicBezTo>
                    <a:pt x="2813" y="0"/>
                    <a:pt x="1731" y="473"/>
                    <a:pt x="1050" y="1307"/>
                  </a:cubicBezTo>
                  <a:cubicBezTo>
                    <a:pt x="100" y="2476"/>
                    <a:pt x="1" y="4263"/>
                    <a:pt x="816" y="5526"/>
                  </a:cubicBezTo>
                  <a:cubicBezTo>
                    <a:pt x="1474" y="6549"/>
                    <a:pt x="2685" y="7167"/>
                    <a:pt x="3891" y="7167"/>
                  </a:cubicBezTo>
                  <a:cubicBezTo>
                    <a:pt x="4181" y="7167"/>
                    <a:pt x="4470" y="7131"/>
                    <a:pt x="4752" y="7057"/>
                  </a:cubicBezTo>
                  <a:cubicBezTo>
                    <a:pt x="6205" y="6674"/>
                    <a:pt x="7340" y="5284"/>
                    <a:pt x="7425" y="3781"/>
                  </a:cubicBezTo>
                  <a:cubicBezTo>
                    <a:pt x="7510" y="2278"/>
                    <a:pt x="6546" y="775"/>
                    <a:pt x="5135" y="229"/>
                  </a:cubicBezTo>
                  <a:cubicBezTo>
                    <a:pt x="4737" y="74"/>
                    <a:pt x="4313" y="0"/>
                    <a:pt x="38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322394" y="1119143"/>
              <a:ext cx="36456" cy="121760"/>
            </a:xfrm>
            <a:custGeom>
              <a:avLst/>
              <a:gdLst/>
              <a:ahLst/>
              <a:cxnLst/>
              <a:rect l="l" t="t" r="r" b="b"/>
              <a:pathLst>
                <a:path w="1015" h="3390" fill="none" extrusionOk="0">
                  <a:moveTo>
                    <a:pt x="1014" y="3390"/>
                  </a:moveTo>
                  <a:cubicBezTo>
                    <a:pt x="1014" y="2192"/>
                    <a:pt x="652" y="1000"/>
                    <a:pt x="0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234503" y="1195791"/>
              <a:ext cx="118743" cy="46154"/>
            </a:xfrm>
            <a:custGeom>
              <a:avLst/>
              <a:gdLst/>
              <a:ahLst/>
              <a:cxnLst/>
              <a:rect l="l" t="t" r="r" b="b"/>
              <a:pathLst>
                <a:path w="3306" h="1285" fill="none" extrusionOk="0">
                  <a:moveTo>
                    <a:pt x="1" y="1"/>
                  </a:moveTo>
                  <a:cubicBezTo>
                    <a:pt x="1206" y="8"/>
                    <a:pt x="2405" y="476"/>
                    <a:pt x="3305" y="128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278574" y="1242663"/>
              <a:ext cx="81533" cy="103191"/>
            </a:xfrm>
            <a:custGeom>
              <a:avLst/>
              <a:gdLst/>
              <a:ahLst/>
              <a:cxnLst/>
              <a:rect l="l" t="t" r="r" b="b"/>
              <a:pathLst>
                <a:path w="2270" h="2873" fill="none" extrusionOk="0">
                  <a:moveTo>
                    <a:pt x="2270" y="1"/>
                  </a:moveTo>
                  <a:cubicBezTo>
                    <a:pt x="1227" y="674"/>
                    <a:pt x="419" y="1702"/>
                    <a:pt x="0" y="2872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352923" y="1255666"/>
              <a:ext cx="47663" cy="106244"/>
            </a:xfrm>
            <a:custGeom>
              <a:avLst/>
              <a:gdLst/>
              <a:ahLst/>
              <a:cxnLst/>
              <a:rect l="l" t="t" r="r" b="b"/>
              <a:pathLst>
                <a:path w="1327" h="2958" fill="none" extrusionOk="0">
                  <a:moveTo>
                    <a:pt x="1" y="0"/>
                  </a:moveTo>
                  <a:cubicBezTo>
                    <a:pt x="774" y="787"/>
                    <a:pt x="1249" y="1851"/>
                    <a:pt x="1327" y="2957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363124" y="1247261"/>
              <a:ext cx="97588" cy="63179"/>
            </a:xfrm>
            <a:custGeom>
              <a:avLst/>
              <a:gdLst/>
              <a:ahLst/>
              <a:cxnLst/>
              <a:rect l="l" t="t" r="r" b="b"/>
              <a:pathLst>
                <a:path w="2717" h="1759" fill="none" extrusionOk="0">
                  <a:moveTo>
                    <a:pt x="1" y="0"/>
                  </a:moveTo>
                  <a:cubicBezTo>
                    <a:pt x="540" y="149"/>
                    <a:pt x="1086" y="305"/>
                    <a:pt x="1575" y="575"/>
                  </a:cubicBezTo>
                  <a:cubicBezTo>
                    <a:pt x="2071" y="837"/>
                    <a:pt x="2504" y="1241"/>
                    <a:pt x="2716" y="1759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374079" y="1170074"/>
              <a:ext cx="83329" cy="72625"/>
            </a:xfrm>
            <a:custGeom>
              <a:avLst/>
              <a:gdLst/>
              <a:ahLst/>
              <a:cxnLst/>
              <a:rect l="l" t="t" r="r" b="b"/>
              <a:pathLst>
                <a:path w="2320" h="2022" fill="none" extrusionOk="0">
                  <a:moveTo>
                    <a:pt x="1" y="2022"/>
                  </a:moveTo>
                  <a:cubicBezTo>
                    <a:pt x="511" y="1107"/>
                    <a:pt x="1348" y="384"/>
                    <a:pt x="2319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322394" y="1218635"/>
              <a:ext cx="66232" cy="62281"/>
            </a:xfrm>
            <a:custGeom>
              <a:avLst/>
              <a:gdLst/>
              <a:ahLst/>
              <a:cxnLst/>
              <a:rect l="l" t="t" r="r" b="b"/>
              <a:pathLst>
                <a:path w="1844" h="1734" extrusionOk="0">
                  <a:moveTo>
                    <a:pt x="930" y="1"/>
                  </a:moveTo>
                  <a:cubicBezTo>
                    <a:pt x="749" y="1"/>
                    <a:pt x="568" y="54"/>
                    <a:pt x="418" y="159"/>
                  </a:cubicBezTo>
                  <a:cubicBezTo>
                    <a:pt x="142" y="358"/>
                    <a:pt x="0" y="740"/>
                    <a:pt x="85" y="1074"/>
                  </a:cubicBezTo>
                  <a:cubicBezTo>
                    <a:pt x="170" y="1407"/>
                    <a:pt x="468" y="1676"/>
                    <a:pt x="808" y="1726"/>
                  </a:cubicBezTo>
                  <a:cubicBezTo>
                    <a:pt x="845" y="1731"/>
                    <a:pt x="882" y="1734"/>
                    <a:pt x="919" y="1734"/>
                  </a:cubicBezTo>
                  <a:cubicBezTo>
                    <a:pt x="1182" y="1734"/>
                    <a:pt x="1447" y="1603"/>
                    <a:pt x="1603" y="1386"/>
                  </a:cubicBezTo>
                  <a:cubicBezTo>
                    <a:pt x="1844" y="1045"/>
                    <a:pt x="1844" y="414"/>
                    <a:pt x="1390" y="131"/>
                  </a:cubicBezTo>
                  <a:cubicBezTo>
                    <a:pt x="1253" y="44"/>
                    <a:pt x="1092" y="1"/>
                    <a:pt x="9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 txBox="1">
            <a:spLocks noGrp="1"/>
          </p:cNvSpPr>
          <p:nvPr>
            <p:ph type="title"/>
          </p:nvPr>
        </p:nvSpPr>
        <p:spPr>
          <a:xfrm>
            <a:off x="2288875" y="2320050"/>
            <a:ext cx="4566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title" idx="2" hasCustomPrompt="1"/>
          </p:nvPr>
        </p:nvSpPr>
        <p:spPr>
          <a:xfrm>
            <a:off x="3866400" y="1430825"/>
            <a:ext cx="1411200" cy="841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3"/>
          <p:cNvSpPr txBox="1">
            <a:spLocks noGrp="1"/>
          </p:cNvSpPr>
          <p:nvPr>
            <p:ph type="subTitle" idx="1"/>
          </p:nvPr>
        </p:nvSpPr>
        <p:spPr>
          <a:xfrm>
            <a:off x="2288875" y="3225175"/>
            <a:ext cx="4566300" cy="4875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3"/>
          <p:cNvGrpSpPr/>
          <p:nvPr/>
        </p:nvGrpSpPr>
        <p:grpSpPr>
          <a:xfrm rot="10800000" flipH="1">
            <a:off x="30367" y="4116696"/>
            <a:ext cx="968349" cy="1026814"/>
            <a:chOff x="729867" y="-143629"/>
            <a:chExt cx="968349" cy="1026814"/>
          </a:xfrm>
        </p:grpSpPr>
        <p:sp>
          <p:nvSpPr>
            <p:cNvPr id="56" name="Google Shape;56;p3"/>
            <p:cNvSpPr/>
            <p:nvPr/>
          </p:nvSpPr>
          <p:spPr>
            <a:xfrm rot="9967110" flipH="1">
              <a:off x="822057" y="-62203"/>
              <a:ext cx="783969" cy="863961"/>
            </a:xfrm>
            <a:custGeom>
              <a:avLst/>
              <a:gdLst/>
              <a:ahLst/>
              <a:cxnLst/>
              <a:rect l="l" t="t" r="r" b="b"/>
              <a:pathLst>
                <a:path w="21826" h="24053" extrusionOk="0">
                  <a:moveTo>
                    <a:pt x="9261" y="1"/>
                  </a:moveTo>
                  <a:cubicBezTo>
                    <a:pt x="9162" y="1"/>
                    <a:pt x="9062" y="8"/>
                    <a:pt x="8963" y="15"/>
                  </a:cubicBezTo>
                  <a:cubicBezTo>
                    <a:pt x="7992" y="135"/>
                    <a:pt x="7205" y="780"/>
                    <a:pt x="6630" y="1943"/>
                  </a:cubicBezTo>
                  <a:cubicBezTo>
                    <a:pt x="6113" y="2986"/>
                    <a:pt x="5786" y="4120"/>
                    <a:pt x="5659" y="5276"/>
                  </a:cubicBezTo>
                  <a:cubicBezTo>
                    <a:pt x="5396" y="5219"/>
                    <a:pt x="5127" y="5191"/>
                    <a:pt x="4865" y="5191"/>
                  </a:cubicBezTo>
                  <a:cubicBezTo>
                    <a:pt x="4085" y="5191"/>
                    <a:pt x="3340" y="5446"/>
                    <a:pt x="2773" y="5907"/>
                  </a:cubicBezTo>
                  <a:cubicBezTo>
                    <a:pt x="1943" y="6581"/>
                    <a:pt x="1489" y="7651"/>
                    <a:pt x="1433" y="9084"/>
                  </a:cubicBezTo>
                  <a:cubicBezTo>
                    <a:pt x="1376" y="10339"/>
                    <a:pt x="1553" y="11608"/>
                    <a:pt x="1950" y="12806"/>
                  </a:cubicBezTo>
                  <a:cubicBezTo>
                    <a:pt x="1759" y="12884"/>
                    <a:pt x="1575" y="12984"/>
                    <a:pt x="1404" y="13104"/>
                  </a:cubicBezTo>
                  <a:cubicBezTo>
                    <a:pt x="561" y="13693"/>
                    <a:pt x="36" y="14714"/>
                    <a:pt x="0" y="15841"/>
                  </a:cubicBezTo>
                  <a:cubicBezTo>
                    <a:pt x="0" y="15855"/>
                    <a:pt x="0" y="15862"/>
                    <a:pt x="0" y="15870"/>
                  </a:cubicBezTo>
                  <a:cubicBezTo>
                    <a:pt x="0" y="15870"/>
                    <a:pt x="0" y="15870"/>
                    <a:pt x="0" y="15877"/>
                  </a:cubicBezTo>
                  <a:cubicBezTo>
                    <a:pt x="0" y="15948"/>
                    <a:pt x="0" y="16018"/>
                    <a:pt x="7" y="16089"/>
                  </a:cubicBezTo>
                  <a:cubicBezTo>
                    <a:pt x="36" y="16926"/>
                    <a:pt x="319" y="17763"/>
                    <a:pt x="865" y="18663"/>
                  </a:cubicBezTo>
                  <a:cubicBezTo>
                    <a:pt x="880" y="18678"/>
                    <a:pt x="887" y="18699"/>
                    <a:pt x="901" y="18713"/>
                  </a:cubicBezTo>
                  <a:cubicBezTo>
                    <a:pt x="972" y="18826"/>
                    <a:pt x="1050" y="18940"/>
                    <a:pt x="1128" y="19060"/>
                  </a:cubicBezTo>
                  <a:cubicBezTo>
                    <a:pt x="1277" y="19273"/>
                    <a:pt x="1426" y="19472"/>
                    <a:pt x="1575" y="19649"/>
                  </a:cubicBezTo>
                  <a:cubicBezTo>
                    <a:pt x="1575" y="19656"/>
                    <a:pt x="1582" y="19663"/>
                    <a:pt x="1582" y="19663"/>
                  </a:cubicBezTo>
                  <a:cubicBezTo>
                    <a:pt x="3340" y="21783"/>
                    <a:pt x="6098" y="23095"/>
                    <a:pt x="8963" y="23173"/>
                  </a:cubicBezTo>
                  <a:lnTo>
                    <a:pt x="9190" y="23173"/>
                  </a:lnTo>
                  <a:cubicBezTo>
                    <a:pt x="9431" y="23705"/>
                    <a:pt x="9963" y="24052"/>
                    <a:pt x="10551" y="24052"/>
                  </a:cubicBezTo>
                  <a:cubicBezTo>
                    <a:pt x="10679" y="24052"/>
                    <a:pt x="10807" y="24038"/>
                    <a:pt x="10934" y="24010"/>
                  </a:cubicBezTo>
                  <a:cubicBezTo>
                    <a:pt x="11317" y="23903"/>
                    <a:pt x="11643" y="23655"/>
                    <a:pt x="11842" y="23315"/>
                  </a:cubicBezTo>
                  <a:cubicBezTo>
                    <a:pt x="11934" y="23152"/>
                    <a:pt x="11998" y="22982"/>
                    <a:pt x="12026" y="22797"/>
                  </a:cubicBezTo>
                  <a:cubicBezTo>
                    <a:pt x="14005" y="22273"/>
                    <a:pt x="15877" y="21216"/>
                    <a:pt x="17415" y="19734"/>
                  </a:cubicBezTo>
                  <a:cubicBezTo>
                    <a:pt x="18309" y="18869"/>
                    <a:pt x="19138" y="17834"/>
                    <a:pt x="19940" y="16557"/>
                  </a:cubicBezTo>
                  <a:cubicBezTo>
                    <a:pt x="20117" y="16281"/>
                    <a:pt x="20273" y="16026"/>
                    <a:pt x="20415" y="15785"/>
                  </a:cubicBezTo>
                  <a:cubicBezTo>
                    <a:pt x="20982" y="14813"/>
                    <a:pt x="21528" y="13742"/>
                    <a:pt x="21656" y="12487"/>
                  </a:cubicBezTo>
                  <a:cubicBezTo>
                    <a:pt x="21826" y="10892"/>
                    <a:pt x="21202" y="9389"/>
                    <a:pt x="20039" y="8566"/>
                  </a:cubicBezTo>
                  <a:cubicBezTo>
                    <a:pt x="19698" y="8325"/>
                    <a:pt x="19294" y="8148"/>
                    <a:pt x="18869" y="8056"/>
                  </a:cubicBezTo>
                  <a:cubicBezTo>
                    <a:pt x="18911" y="7864"/>
                    <a:pt x="18940" y="7673"/>
                    <a:pt x="18975" y="7474"/>
                  </a:cubicBezTo>
                  <a:lnTo>
                    <a:pt x="18975" y="7467"/>
                  </a:lnTo>
                  <a:cubicBezTo>
                    <a:pt x="19131" y="6425"/>
                    <a:pt x="19160" y="5368"/>
                    <a:pt x="19067" y="4326"/>
                  </a:cubicBezTo>
                  <a:cubicBezTo>
                    <a:pt x="18883" y="2312"/>
                    <a:pt x="17940" y="1511"/>
                    <a:pt x="17181" y="1199"/>
                  </a:cubicBezTo>
                  <a:cubicBezTo>
                    <a:pt x="16855" y="1064"/>
                    <a:pt x="16501" y="993"/>
                    <a:pt x="16132" y="993"/>
                  </a:cubicBezTo>
                  <a:cubicBezTo>
                    <a:pt x="15515" y="993"/>
                    <a:pt x="14877" y="1185"/>
                    <a:pt x="14182" y="1575"/>
                  </a:cubicBezTo>
                  <a:cubicBezTo>
                    <a:pt x="13643" y="1887"/>
                    <a:pt x="13140" y="2248"/>
                    <a:pt x="12679" y="2660"/>
                  </a:cubicBezTo>
                  <a:cubicBezTo>
                    <a:pt x="12374" y="2114"/>
                    <a:pt x="11991" y="1603"/>
                    <a:pt x="11544" y="1128"/>
                  </a:cubicBezTo>
                  <a:cubicBezTo>
                    <a:pt x="10828" y="383"/>
                    <a:pt x="10062" y="1"/>
                    <a:pt x="92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 rot="9967110" flipH="1">
              <a:off x="876058" y="20113"/>
              <a:ext cx="680810" cy="730593"/>
            </a:xfrm>
            <a:custGeom>
              <a:avLst/>
              <a:gdLst/>
              <a:ahLst/>
              <a:cxnLst/>
              <a:rect l="l" t="t" r="r" b="b"/>
              <a:pathLst>
                <a:path w="18954" h="20340" extrusionOk="0">
                  <a:moveTo>
                    <a:pt x="7860" y="0"/>
                  </a:moveTo>
                  <a:cubicBezTo>
                    <a:pt x="7819" y="0"/>
                    <a:pt x="7778" y="3"/>
                    <a:pt x="7736" y="8"/>
                  </a:cubicBezTo>
                  <a:cubicBezTo>
                    <a:pt x="7155" y="79"/>
                    <a:pt x="6765" y="625"/>
                    <a:pt x="6502" y="1149"/>
                  </a:cubicBezTo>
                  <a:cubicBezTo>
                    <a:pt x="5666" y="2851"/>
                    <a:pt x="5411" y="4837"/>
                    <a:pt x="5786" y="6687"/>
                  </a:cubicBezTo>
                  <a:cubicBezTo>
                    <a:pt x="5474" y="6099"/>
                    <a:pt x="4943" y="5588"/>
                    <a:pt x="4283" y="5340"/>
                  </a:cubicBezTo>
                  <a:cubicBezTo>
                    <a:pt x="4022" y="5243"/>
                    <a:pt x="3742" y="5191"/>
                    <a:pt x="3465" y="5191"/>
                  </a:cubicBezTo>
                  <a:cubicBezTo>
                    <a:pt x="3033" y="5191"/>
                    <a:pt x="2609" y="5316"/>
                    <a:pt x="2276" y="5588"/>
                  </a:cubicBezTo>
                  <a:cubicBezTo>
                    <a:pt x="1660" y="6085"/>
                    <a:pt x="1482" y="6942"/>
                    <a:pt x="1447" y="7730"/>
                  </a:cubicBezTo>
                  <a:cubicBezTo>
                    <a:pt x="1369" y="9531"/>
                    <a:pt x="1844" y="11346"/>
                    <a:pt x="2794" y="12877"/>
                  </a:cubicBezTo>
                  <a:cubicBezTo>
                    <a:pt x="2495" y="12682"/>
                    <a:pt x="2121" y="12578"/>
                    <a:pt x="1752" y="12578"/>
                  </a:cubicBezTo>
                  <a:cubicBezTo>
                    <a:pt x="1414" y="12578"/>
                    <a:pt x="1081" y="12666"/>
                    <a:pt x="816" y="12849"/>
                  </a:cubicBezTo>
                  <a:cubicBezTo>
                    <a:pt x="263" y="13232"/>
                    <a:pt x="0" y="13941"/>
                    <a:pt x="22" y="14615"/>
                  </a:cubicBezTo>
                  <a:cubicBezTo>
                    <a:pt x="50" y="15288"/>
                    <a:pt x="326" y="15926"/>
                    <a:pt x="681" y="16501"/>
                  </a:cubicBezTo>
                  <a:cubicBezTo>
                    <a:pt x="2113" y="18848"/>
                    <a:pt x="4850" y="20266"/>
                    <a:pt x="7602" y="20337"/>
                  </a:cubicBezTo>
                  <a:cubicBezTo>
                    <a:pt x="7671" y="20339"/>
                    <a:pt x="7741" y="20339"/>
                    <a:pt x="7811" y="20339"/>
                  </a:cubicBezTo>
                  <a:cubicBezTo>
                    <a:pt x="10483" y="20339"/>
                    <a:pt x="13105" y="19154"/>
                    <a:pt x="15033" y="17295"/>
                  </a:cubicBezTo>
                  <a:cubicBezTo>
                    <a:pt x="16132" y="16231"/>
                    <a:pt x="17018" y="14969"/>
                    <a:pt x="17791" y="13650"/>
                  </a:cubicBezTo>
                  <a:cubicBezTo>
                    <a:pt x="18287" y="12799"/>
                    <a:pt x="18748" y="11899"/>
                    <a:pt x="18847" y="10927"/>
                  </a:cubicBezTo>
                  <a:cubicBezTo>
                    <a:pt x="18954" y="9949"/>
                    <a:pt x="18628" y="8871"/>
                    <a:pt x="17826" y="8311"/>
                  </a:cubicBezTo>
                  <a:cubicBezTo>
                    <a:pt x="17513" y="8089"/>
                    <a:pt x="17123" y="7979"/>
                    <a:pt x="16738" y="7979"/>
                  </a:cubicBezTo>
                  <a:cubicBezTo>
                    <a:pt x="16138" y="7979"/>
                    <a:pt x="15547" y="8245"/>
                    <a:pt x="15267" y="8772"/>
                  </a:cubicBezTo>
                  <a:cubicBezTo>
                    <a:pt x="16082" y="7184"/>
                    <a:pt x="16444" y="5085"/>
                    <a:pt x="16259" y="3035"/>
                  </a:cubicBezTo>
                  <a:cubicBezTo>
                    <a:pt x="16188" y="2270"/>
                    <a:pt x="15947" y="1383"/>
                    <a:pt x="15238" y="1086"/>
                  </a:cubicBezTo>
                  <a:cubicBezTo>
                    <a:pt x="15077" y="1019"/>
                    <a:pt x="14909" y="990"/>
                    <a:pt x="14739" y="990"/>
                  </a:cubicBezTo>
                  <a:cubicBezTo>
                    <a:pt x="14310" y="990"/>
                    <a:pt x="13868" y="1172"/>
                    <a:pt x="13487" y="1390"/>
                  </a:cubicBezTo>
                  <a:cubicBezTo>
                    <a:pt x="12345" y="2043"/>
                    <a:pt x="11388" y="3007"/>
                    <a:pt x="10757" y="4156"/>
                  </a:cubicBezTo>
                  <a:cubicBezTo>
                    <a:pt x="10608" y="2809"/>
                    <a:pt x="10005" y="1617"/>
                    <a:pt x="9119" y="688"/>
                  </a:cubicBezTo>
                  <a:cubicBezTo>
                    <a:pt x="8779" y="335"/>
                    <a:pt x="8343" y="0"/>
                    <a:pt x="78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9967110" flipH="1">
              <a:off x="1140264" y="80727"/>
              <a:ext cx="255492" cy="262137"/>
            </a:xfrm>
            <a:custGeom>
              <a:avLst/>
              <a:gdLst/>
              <a:ahLst/>
              <a:cxnLst/>
              <a:rect l="l" t="t" r="r" b="b"/>
              <a:pathLst>
                <a:path w="7113" h="7298" fill="none" extrusionOk="0">
                  <a:moveTo>
                    <a:pt x="1" y="7297"/>
                  </a:moveTo>
                  <a:cubicBezTo>
                    <a:pt x="2766" y="5305"/>
                    <a:pt x="5191" y="2823"/>
                    <a:pt x="7113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 rot="9967110" flipH="1">
              <a:off x="1114681" y="4984"/>
              <a:ext cx="66019" cy="575890"/>
            </a:xfrm>
            <a:custGeom>
              <a:avLst/>
              <a:gdLst/>
              <a:ahLst/>
              <a:cxnLst/>
              <a:rect l="l" t="t" r="r" b="b"/>
              <a:pathLst>
                <a:path w="1838" h="16033" fill="none" extrusionOk="0">
                  <a:moveTo>
                    <a:pt x="490" y="0"/>
                  </a:moveTo>
                  <a:cubicBezTo>
                    <a:pt x="1" y="5368"/>
                    <a:pt x="455" y="10821"/>
                    <a:pt x="1837" y="16032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 rot="9967110" flipH="1">
              <a:off x="1167157" y="381167"/>
              <a:ext cx="155422" cy="145975"/>
            </a:xfrm>
            <a:custGeom>
              <a:avLst/>
              <a:gdLst/>
              <a:ahLst/>
              <a:cxnLst/>
              <a:rect l="l" t="t" r="r" b="b"/>
              <a:pathLst>
                <a:path w="4327" h="4064" fill="none" extrusionOk="0">
                  <a:moveTo>
                    <a:pt x="1" y="4064"/>
                  </a:moveTo>
                  <a:cubicBezTo>
                    <a:pt x="1745" y="3085"/>
                    <a:pt x="3248" y="1681"/>
                    <a:pt x="4326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 rot="9967110" flipH="1">
              <a:off x="978109" y="262593"/>
              <a:ext cx="173489" cy="207612"/>
            </a:xfrm>
            <a:custGeom>
              <a:avLst/>
              <a:gdLst/>
              <a:ahLst/>
              <a:cxnLst/>
              <a:rect l="l" t="t" r="r" b="b"/>
              <a:pathLst>
                <a:path w="4830" h="5780" fill="none" extrusionOk="0">
                  <a:moveTo>
                    <a:pt x="1" y="0"/>
                  </a:moveTo>
                  <a:cubicBezTo>
                    <a:pt x="852" y="2418"/>
                    <a:pt x="2603" y="4510"/>
                    <a:pt x="4830" y="5779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 rot="9967110" flipH="1">
              <a:off x="881800" y="107279"/>
              <a:ext cx="250140" cy="143173"/>
            </a:xfrm>
            <a:custGeom>
              <a:avLst/>
              <a:gdLst/>
              <a:ahLst/>
              <a:cxnLst/>
              <a:rect l="l" t="t" r="r" b="b"/>
              <a:pathLst>
                <a:path w="6964" h="3986" fill="none" extrusionOk="0">
                  <a:moveTo>
                    <a:pt x="0" y="1"/>
                  </a:moveTo>
                  <a:cubicBezTo>
                    <a:pt x="1950" y="1866"/>
                    <a:pt x="4368" y="3248"/>
                    <a:pt x="6963" y="3986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63;p3"/>
          <p:cNvGrpSpPr/>
          <p:nvPr/>
        </p:nvGrpSpPr>
        <p:grpSpPr>
          <a:xfrm rot="10800000">
            <a:off x="8243145" y="-4"/>
            <a:ext cx="900856" cy="1174013"/>
            <a:chOff x="-142155" y="3448496"/>
            <a:chExt cx="900856" cy="1174013"/>
          </a:xfrm>
        </p:grpSpPr>
        <p:sp>
          <p:nvSpPr>
            <p:cNvPr id="64" name="Google Shape;64;p3"/>
            <p:cNvSpPr/>
            <p:nvPr/>
          </p:nvSpPr>
          <p:spPr>
            <a:xfrm rot="1055461">
              <a:off x="0" y="3517437"/>
              <a:ext cx="616547" cy="1036131"/>
            </a:xfrm>
            <a:custGeom>
              <a:avLst/>
              <a:gdLst/>
              <a:ahLst/>
              <a:cxnLst/>
              <a:rect l="l" t="t" r="r" b="b"/>
              <a:pathLst>
                <a:path w="10452" h="17565" extrusionOk="0">
                  <a:moveTo>
                    <a:pt x="8055" y="0"/>
                  </a:moveTo>
                  <a:cubicBezTo>
                    <a:pt x="7871" y="0"/>
                    <a:pt x="7686" y="36"/>
                    <a:pt x="7509" y="114"/>
                  </a:cubicBezTo>
                  <a:cubicBezTo>
                    <a:pt x="6658" y="468"/>
                    <a:pt x="5843" y="922"/>
                    <a:pt x="5091" y="1468"/>
                  </a:cubicBezTo>
                  <a:cubicBezTo>
                    <a:pt x="4956" y="1567"/>
                    <a:pt x="4843" y="1688"/>
                    <a:pt x="4751" y="1823"/>
                  </a:cubicBezTo>
                  <a:cubicBezTo>
                    <a:pt x="4595" y="1879"/>
                    <a:pt x="4453" y="1964"/>
                    <a:pt x="4325" y="2078"/>
                  </a:cubicBezTo>
                  <a:cubicBezTo>
                    <a:pt x="3602" y="2695"/>
                    <a:pt x="2943" y="3404"/>
                    <a:pt x="2375" y="4184"/>
                  </a:cubicBezTo>
                  <a:cubicBezTo>
                    <a:pt x="2248" y="4354"/>
                    <a:pt x="2170" y="4553"/>
                    <a:pt x="2127" y="4758"/>
                  </a:cubicBezTo>
                  <a:cubicBezTo>
                    <a:pt x="1957" y="4872"/>
                    <a:pt x="1808" y="5028"/>
                    <a:pt x="1702" y="5212"/>
                  </a:cubicBezTo>
                  <a:cubicBezTo>
                    <a:pt x="1191" y="6070"/>
                    <a:pt x="794" y="6985"/>
                    <a:pt x="511" y="7928"/>
                  </a:cubicBezTo>
                  <a:cubicBezTo>
                    <a:pt x="496" y="7984"/>
                    <a:pt x="482" y="8034"/>
                    <a:pt x="468" y="8084"/>
                  </a:cubicBezTo>
                  <a:lnTo>
                    <a:pt x="461" y="8105"/>
                  </a:lnTo>
                  <a:cubicBezTo>
                    <a:pt x="397" y="8332"/>
                    <a:pt x="390" y="8566"/>
                    <a:pt x="433" y="8786"/>
                  </a:cubicBezTo>
                  <a:cubicBezTo>
                    <a:pt x="298" y="8970"/>
                    <a:pt x="206" y="9190"/>
                    <a:pt x="163" y="9424"/>
                  </a:cubicBezTo>
                  <a:cubicBezTo>
                    <a:pt x="21" y="10324"/>
                    <a:pt x="0" y="11197"/>
                    <a:pt x="99" y="12026"/>
                  </a:cubicBezTo>
                  <a:cubicBezTo>
                    <a:pt x="241" y="13139"/>
                    <a:pt x="624" y="14231"/>
                    <a:pt x="1198" y="15146"/>
                  </a:cubicBezTo>
                  <a:cubicBezTo>
                    <a:pt x="1170" y="15189"/>
                    <a:pt x="1142" y="15231"/>
                    <a:pt x="1120" y="15274"/>
                  </a:cubicBezTo>
                  <a:cubicBezTo>
                    <a:pt x="908" y="15607"/>
                    <a:pt x="837" y="16011"/>
                    <a:pt x="922" y="16394"/>
                  </a:cubicBezTo>
                  <a:cubicBezTo>
                    <a:pt x="1007" y="16784"/>
                    <a:pt x="1241" y="17117"/>
                    <a:pt x="1581" y="17330"/>
                  </a:cubicBezTo>
                  <a:cubicBezTo>
                    <a:pt x="1815" y="17479"/>
                    <a:pt x="2092" y="17564"/>
                    <a:pt x="2375" y="17564"/>
                  </a:cubicBezTo>
                  <a:cubicBezTo>
                    <a:pt x="2886" y="17564"/>
                    <a:pt x="3361" y="17302"/>
                    <a:pt x="3631" y="16869"/>
                  </a:cubicBezTo>
                  <a:cubicBezTo>
                    <a:pt x="3737" y="16706"/>
                    <a:pt x="3850" y="16529"/>
                    <a:pt x="3957" y="16344"/>
                  </a:cubicBezTo>
                  <a:cubicBezTo>
                    <a:pt x="5559" y="15876"/>
                    <a:pt x="7062" y="14827"/>
                    <a:pt x="8240" y="13345"/>
                  </a:cubicBezTo>
                  <a:cubicBezTo>
                    <a:pt x="8346" y="13210"/>
                    <a:pt x="8431" y="13054"/>
                    <a:pt x="8481" y="12891"/>
                  </a:cubicBezTo>
                  <a:cubicBezTo>
                    <a:pt x="8622" y="12785"/>
                    <a:pt x="8743" y="12650"/>
                    <a:pt x="8835" y="12501"/>
                  </a:cubicBezTo>
                  <a:cubicBezTo>
                    <a:pt x="9438" y="11530"/>
                    <a:pt x="9885" y="10438"/>
                    <a:pt x="10154" y="9247"/>
                  </a:cubicBezTo>
                  <a:cubicBezTo>
                    <a:pt x="10197" y="9062"/>
                    <a:pt x="10197" y="8864"/>
                    <a:pt x="10161" y="8679"/>
                  </a:cubicBezTo>
                  <a:cubicBezTo>
                    <a:pt x="10260" y="8516"/>
                    <a:pt x="10324" y="8339"/>
                    <a:pt x="10345" y="8148"/>
                  </a:cubicBezTo>
                  <a:cubicBezTo>
                    <a:pt x="10402" y="7722"/>
                    <a:pt x="10438" y="7297"/>
                    <a:pt x="10445" y="6878"/>
                  </a:cubicBezTo>
                  <a:cubicBezTo>
                    <a:pt x="10452" y="6481"/>
                    <a:pt x="10445" y="6077"/>
                    <a:pt x="10423" y="5666"/>
                  </a:cubicBezTo>
                  <a:cubicBezTo>
                    <a:pt x="10409" y="5467"/>
                    <a:pt x="10353" y="5283"/>
                    <a:pt x="10267" y="5113"/>
                  </a:cubicBezTo>
                  <a:cubicBezTo>
                    <a:pt x="10317" y="4928"/>
                    <a:pt x="10331" y="4737"/>
                    <a:pt x="10303" y="4538"/>
                  </a:cubicBezTo>
                  <a:cubicBezTo>
                    <a:pt x="10140" y="3383"/>
                    <a:pt x="9835" y="2170"/>
                    <a:pt x="9388" y="936"/>
                  </a:cubicBezTo>
                  <a:cubicBezTo>
                    <a:pt x="9261" y="575"/>
                    <a:pt x="8984" y="277"/>
                    <a:pt x="8629" y="121"/>
                  </a:cubicBezTo>
                  <a:cubicBezTo>
                    <a:pt x="8445" y="43"/>
                    <a:pt x="8254" y="0"/>
                    <a:pt x="80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 rot="1055461">
              <a:off x="92692" y="3602478"/>
              <a:ext cx="449256" cy="808967"/>
            </a:xfrm>
            <a:custGeom>
              <a:avLst/>
              <a:gdLst/>
              <a:ahLst/>
              <a:cxnLst/>
              <a:rect l="l" t="t" r="r" b="b"/>
              <a:pathLst>
                <a:path w="7616" h="13714" extrusionOk="0">
                  <a:moveTo>
                    <a:pt x="6637" y="0"/>
                  </a:moveTo>
                  <a:cubicBezTo>
                    <a:pt x="5878" y="320"/>
                    <a:pt x="5162" y="724"/>
                    <a:pt x="4503" y="1199"/>
                  </a:cubicBezTo>
                  <a:cubicBezTo>
                    <a:pt x="4574" y="2028"/>
                    <a:pt x="4680" y="2851"/>
                    <a:pt x="4836" y="3666"/>
                  </a:cubicBezTo>
                  <a:cubicBezTo>
                    <a:pt x="4432" y="3057"/>
                    <a:pt x="4099" y="2411"/>
                    <a:pt x="3829" y="1738"/>
                  </a:cubicBezTo>
                  <a:cubicBezTo>
                    <a:pt x="3184" y="2291"/>
                    <a:pt x="2603" y="2922"/>
                    <a:pt x="2106" y="3603"/>
                  </a:cubicBezTo>
                  <a:cubicBezTo>
                    <a:pt x="2482" y="4801"/>
                    <a:pt x="2858" y="5999"/>
                    <a:pt x="3234" y="7198"/>
                  </a:cubicBezTo>
                  <a:cubicBezTo>
                    <a:pt x="2688" y="6361"/>
                    <a:pt x="2149" y="5524"/>
                    <a:pt x="1610" y="4680"/>
                  </a:cubicBezTo>
                  <a:cubicBezTo>
                    <a:pt x="1574" y="4631"/>
                    <a:pt x="1532" y="4574"/>
                    <a:pt x="1503" y="4510"/>
                  </a:cubicBezTo>
                  <a:cubicBezTo>
                    <a:pt x="1057" y="5269"/>
                    <a:pt x="702" y="6077"/>
                    <a:pt x="447" y="6921"/>
                  </a:cubicBezTo>
                  <a:cubicBezTo>
                    <a:pt x="433" y="6971"/>
                    <a:pt x="419" y="7027"/>
                    <a:pt x="404" y="7077"/>
                  </a:cubicBezTo>
                  <a:cubicBezTo>
                    <a:pt x="879" y="8119"/>
                    <a:pt x="1355" y="9162"/>
                    <a:pt x="1830" y="10197"/>
                  </a:cubicBezTo>
                  <a:lnTo>
                    <a:pt x="482" y="8665"/>
                  </a:lnTo>
                  <a:cubicBezTo>
                    <a:pt x="362" y="8531"/>
                    <a:pt x="241" y="8389"/>
                    <a:pt x="149" y="8226"/>
                  </a:cubicBezTo>
                  <a:cubicBezTo>
                    <a:pt x="29" y="8963"/>
                    <a:pt x="0" y="9701"/>
                    <a:pt x="92" y="10438"/>
                  </a:cubicBezTo>
                  <a:cubicBezTo>
                    <a:pt x="234" y="11615"/>
                    <a:pt x="731" y="12835"/>
                    <a:pt x="1539" y="13714"/>
                  </a:cubicBezTo>
                  <a:cubicBezTo>
                    <a:pt x="3212" y="13416"/>
                    <a:pt x="4666" y="12367"/>
                    <a:pt x="5708" y="11048"/>
                  </a:cubicBezTo>
                  <a:lnTo>
                    <a:pt x="5708" y="11048"/>
                  </a:lnTo>
                  <a:cubicBezTo>
                    <a:pt x="5063" y="11218"/>
                    <a:pt x="4411" y="11367"/>
                    <a:pt x="3744" y="11424"/>
                  </a:cubicBezTo>
                  <a:cubicBezTo>
                    <a:pt x="4588" y="11119"/>
                    <a:pt x="5418" y="10750"/>
                    <a:pt x="6212" y="10332"/>
                  </a:cubicBezTo>
                  <a:cubicBezTo>
                    <a:pt x="6751" y="9474"/>
                    <a:pt x="7126" y="8516"/>
                    <a:pt x="7353" y="7517"/>
                  </a:cubicBezTo>
                  <a:lnTo>
                    <a:pt x="7353" y="7517"/>
                  </a:lnTo>
                  <a:cubicBezTo>
                    <a:pt x="6552" y="7892"/>
                    <a:pt x="5744" y="8247"/>
                    <a:pt x="4886" y="8431"/>
                  </a:cubicBezTo>
                  <a:cubicBezTo>
                    <a:pt x="5808" y="7864"/>
                    <a:pt x="6687" y="7233"/>
                    <a:pt x="7523" y="6545"/>
                  </a:cubicBezTo>
                  <a:cubicBezTo>
                    <a:pt x="7573" y="6176"/>
                    <a:pt x="7601" y="5794"/>
                    <a:pt x="7609" y="5418"/>
                  </a:cubicBezTo>
                  <a:cubicBezTo>
                    <a:pt x="7616" y="5056"/>
                    <a:pt x="7609" y="4702"/>
                    <a:pt x="7587" y="4340"/>
                  </a:cubicBezTo>
                  <a:cubicBezTo>
                    <a:pt x="7119" y="4652"/>
                    <a:pt x="6630" y="4950"/>
                    <a:pt x="6098" y="5127"/>
                  </a:cubicBezTo>
                  <a:cubicBezTo>
                    <a:pt x="6602" y="4560"/>
                    <a:pt x="7063" y="3957"/>
                    <a:pt x="7481" y="3319"/>
                  </a:cubicBezTo>
                  <a:cubicBezTo>
                    <a:pt x="7325" y="2191"/>
                    <a:pt x="7027" y="1078"/>
                    <a:pt x="66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 rot="1055461">
              <a:off x="102851" y="3846050"/>
              <a:ext cx="261909" cy="602331"/>
            </a:xfrm>
            <a:custGeom>
              <a:avLst/>
              <a:gdLst/>
              <a:ahLst/>
              <a:cxnLst/>
              <a:rect l="l" t="t" r="r" b="b"/>
              <a:pathLst>
                <a:path w="4440" h="10211" fill="none" extrusionOk="0">
                  <a:moveTo>
                    <a:pt x="4439" y="0"/>
                  </a:moveTo>
                  <a:cubicBezTo>
                    <a:pt x="3503" y="3610"/>
                    <a:pt x="2000" y="7063"/>
                    <a:pt x="0" y="1021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21" name="Google Shape;121;p6"/>
          <p:cNvGrpSpPr/>
          <p:nvPr/>
        </p:nvGrpSpPr>
        <p:grpSpPr>
          <a:xfrm rot="531877" flipH="1">
            <a:off x="-944" y="4207058"/>
            <a:ext cx="629714" cy="1025502"/>
            <a:chOff x="4236428" y="407582"/>
            <a:chExt cx="456655" cy="743672"/>
          </a:xfrm>
        </p:grpSpPr>
        <p:sp>
          <p:nvSpPr>
            <p:cNvPr id="122" name="Google Shape;122;p6"/>
            <p:cNvSpPr/>
            <p:nvPr/>
          </p:nvSpPr>
          <p:spPr>
            <a:xfrm>
              <a:off x="4236428" y="407582"/>
              <a:ext cx="456655" cy="743672"/>
            </a:xfrm>
            <a:custGeom>
              <a:avLst/>
              <a:gdLst/>
              <a:ahLst/>
              <a:cxnLst/>
              <a:rect l="l" t="t" r="r" b="b"/>
              <a:pathLst>
                <a:path w="12714" h="20705" extrusionOk="0">
                  <a:moveTo>
                    <a:pt x="4489" y="0"/>
                  </a:moveTo>
                  <a:cubicBezTo>
                    <a:pt x="4354" y="0"/>
                    <a:pt x="4219" y="21"/>
                    <a:pt x="4084" y="64"/>
                  </a:cubicBezTo>
                  <a:cubicBezTo>
                    <a:pt x="3872" y="128"/>
                    <a:pt x="3659" y="206"/>
                    <a:pt x="3446" y="291"/>
                  </a:cubicBezTo>
                  <a:cubicBezTo>
                    <a:pt x="2496" y="695"/>
                    <a:pt x="1645" y="1333"/>
                    <a:pt x="901" y="2191"/>
                  </a:cubicBezTo>
                  <a:cubicBezTo>
                    <a:pt x="546" y="2595"/>
                    <a:pt x="454" y="3162"/>
                    <a:pt x="660" y="3659"/>
                  </a:cubicBezTo>
                  <a:cubicBezTo>
                    <a:pt x="674" y="3680"/>
                    <a:pt x="681" y="3701"/>
                    <a:pt x="688" y="3723"/>
                  </a:cubicBezTo>
                  <a:cubicBezTo>
                    <a:pt x="709" y="3772"/>
                    <a:pt x="738" y="3836"/>
                    <a:pt x="766" y="3893"/>
                  </a:cubicBezTo>
                  <a:cubicBezTo>
                    <a:pt x="801" y="3964"/>
                    <a:pt x="830" y="4028"/>
                    <a:pt x="858" y="4077"/>
                  </a:cubicBezTo>
                  <a:cubicBezTo>
                    <a:pt x="865" y="4091"/>
                    <a:pt x="872" y="4106"/>
                    <a:pt x="879" y="4120"/>
                  </a:cubicBezTo>
                  <a:cubicBezTo>
                    <a:pt x="915" y="4176"/>
                    <a:pt x="950" y="4240"/>
                    <a:pt x="993" y="4297"/>
                  </a:cubicBezTo>
                  <a:cubicBezTo>
                    <a:pt x="589" y="5453"/>
                    <a:pt x="305" y="6594"/>
                    <a:pt x="149" y="7686"/>
                  </a:cubicBezTo>
                  <a:cubicBezTo>
                    <a:pt x="121" y="7878"/>
                    <a:pt x="135" y="8069"/>
                    <a:pt x="185" y="8254"/>
                  </a:cubicBezTo>
                  <a:cubicBezTo>
                    <a:pt x="99" y="8424"/>
                    <a:pt x="50" y="8615"/>
                    <a:pt x="36" y="8814"/>
                  </a:cubicBezTo>
                  <a:cubicBezTo>
                    <a:pt x="7" y="9218"/>
                    <a:pt x="0" y="9629"/>
                    <a:pt x="7" y="10019"/>
                  </a:cubicBezTo>
                  <a:cubicBezTo>
                    <a:pt x="21" y="10438"/>
                    <a:pt x="57" y="10863"/>
                    <a:pt x="107" y="11288"/>
                  </a:cubicBezTo>
                  <a:cubicBezTo>
                    <a:pt x="135" y="11480"/>
                    <a:pt x="199" y="11664"/>
                    <a:pt x="291" y="11827"/>
                  </a:cubicBezTo>
                  <a:cubicBezTo>
                    <a:pt x="255" y="12012"/>
                    <a:pt x="263" y="12203"/>
                    <a:pt x="305" y="12395"/>
                  </a:cubicBezTo>
                  <a:cubicBezTo>
                    <a:pt x="575" y="13586"/>
                    <a:pt x="1014" y="14678"/>
                    <a:pt x="1624" y="15649"/>
                  </a:cubicBezTo>
                  <a:cubicBezTo>
                    <a:pt x="1716" y="15798"/>
                    <a:pt x="1837" y="15926"/>
                    <a:pt x="1978" y="16032"/>
                  </a:cubicBezTo>
                  <a:cubicBezTo>
                    <a:pt x="2028" y="16195"/>
                    <a:pt x="2106" y="16351"/>
                    <a:pt x="2220" y="16493"/>
                  </a:cubicBezTo>
                  <a:cubicBezTo>
                    <a:pt x="3397" y="17975"/>
                    <a:pt x="4893" y="19024"/>
                    <a:pt x="6495" y="19492"/>
                  </a:cubicBezTo>
                  <a:cubicBezTo>
                    <a:pt x="6609" y="19677"/>
                    <a:pt x="6715" y="19847"/>
                    <a:pt x="6821" y="20017"/>
                  </a:cubicBezTo>
                  <a:cubicBezTo>
                    <a:pt x="7098" y="20450"/>
                    <a:pt x="7566" y="20705"/>
                    <a:pt x="8084" y="20705"/>
                  </a:cubicBezTo>
                  <a:cubicBezTo>
                    <a:pt x="8367" y="20705"/>
                    <a:pt x="8644" y="20627"/>
                    <a:pt x="8878" y="20471"/>
                  </a:cubicBezTo>
                  <a:cubicBezTo>
                    <a:pt x="9211" y="20258"/>
                    <a:pt x="9445" y="19932"/>
                    <a:pt x="9530" y="19542"/>
                  </a:cubicBezTo>
                  <a:cubicBezTo>
                    <a:pt x="9622" y="19152"/>
                    <a:pt x="9551" y="18755"/>
                    <a:pt x="9339" y="18415"/>
                  </a:cubicBezTo>
                  <a:cubicBezTo>
                    <a:pt x="9310" y="18379"/>
                    <a:pt x="9282" y="18337"/>
                    <a:pt x="9261" y="18294"/>
                  </a:cubicBezTo>
                  <a:cubicBezTo>
                    <a:pt x="9573" y="17798"/>
                    <a:pt x="9828" y="17245"/>
                    <a:pt x="10019" y="16656"/>
                  </a:cubicBezTo>
                  <a:cubicBezTo>
                    <a:pt x="10062" y="16592"/>
                    <a:pt x="10104" y="16521"/>
                    <a:pt x="10133" y="16443"/>
                  </a:cubicBezTo>
                  <a:cubicBezTo>
                    <a:pt x="11040" y="14309"/>
                    <a:pt x="11976" y="12097"/>
                    <a:pt x="12317" y="9658"/>
                  </a:cubicBezTo>
                  <a:cubicBezTo>
                    <a:pt x="12714" y="6757"/>
                    <a:pt x="12104" y="4091"/>
                    <a:pt x="10608" y="2163"/>
                  </a:cubicBezTo>
                  <a:cubicBezTo>
                    <a:pt x="9977" y="1354"/>
                    <a:pt x="9268" y="794"/>
                    <a:pt x="8488" y="489"/>
                  </a:cubicBezTo>
                  <a:cubicBezTo>
                    <a:pt x="8062" y="326"/>
                    <a:pt x="7609" y="241"/>
                    <a:pt x="7155" y="241"/>
                  </a:cubicBezTo>
                  <a:cubicBezTo>
                    <a:pt x="6616" y="241"/>
                    <a:pt x="6098" y="362"/>
                    <a:pt x="5644" y="596"/>
                  </a:cubicBezTo>
                  <a:cubicBezTo>
                    <a:pt x="5375" y="220"/>
                    <a:pt x="4942" y="0"/>
                    <a:pt x="4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4414938" y="467061"/>
              <a:ext cx="224413" cy="511286"/>
            </a:xfrm>
            <a:custGeom>
              <a:avLst/>
              <a:gdLst/>
              <a:ahLst/>
              <a:cxnLst/>
              <a:rect l="l" t="t" r="r" b="b"/>
              <a:pathLst>
                <a:path w="6248" h="14235" extrusionOk="0">
                  <a:moveTo>
                    <a:pt x="2188" y="0"/>
                  </a:moveTo>
                  <a:cubicBezTo>
                    <a:pt x="1805" y="0"/>
                    <a:pt x="1429" y="101"/>
                    <a:pt x="1121" y="322"/>
                  </a:cubicBezTo>
                  <a:cubicBezTo>
                    <a:pt x="689" y="641"/>
                    <a:pt x="440" y="1159"/>
                    <a:pt x="313" y="1677"/>
                  </a:cubicBezTo>
                  <a:cubicBezTo>
                    <a:pt x="1" y="2932"/>
                    <a:pt x="291" y="4244"/>
                    <a:pt x="490" y="5520"/>
                  </a:cubicBezTo>
                  <a:cubicBezTo>
                    <a:pt x="887" y="8115"/>
                    <a:pt x="880" y="10774"/>
                    <a:pt x="476" y="13376"/>
                  </a:cubicBezTo>
                  <a:lnTo>
                    <a:pt x="3858" y="14234"/>
                  </a:lnTo>
                  <a:cubicBezTo>
                    <a:pt x="4744" y="12157"/>
                    <a:pt x="5631" y="10051"/>
                    <a:pt x="5936" y="7810"/>
                  </a:cubicBezTo>
                  <a:cubicBezTo>
                    <a:pt x="6248" y="5577"/>
                    <a:pt x="5900" y="3159"/>
                    <a:pt x="4518" y="1379"/>
                  </a:cubicBezTo>
                  <a:cubicBezTo>
                    <a:pt x="4113" y="861"/>
                    <a:pt x="3617" y="393"/>
                    <a:pt x="3007" y="152"/>
                  </a:cubicBezTo>
                  <a:cubicBezTo>
                    <a:pt x="2747" y="54"/>
                    <a:pt x="2466" y="0"/>
                    <a:pt x="2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4493885" y="546618"/>
              <a:ext cx="51003" cy="432231"/>
            </a:xfrm>
            <a:custGeom>
              <a:avLst/>
              <a:gdLst/>
              <a:ahLst/>
              <a:cxnLst/>
              <a:rect l="l" t="t" r="r" b="b"/>
              <a:pathLst>
                <a:path w="1420" h="12034" fill="none" extrusionOk="0">
                  <a:moveTo>
                    <a:pt x="384" y="1"/>
                  </a:moveTo>
                  <a:cubicBezTo>
                    <a:pt x="1419" y="3936"/>
                    <a:pt x="1284" y="8176"/>
                    <a:pt x="1" y="1203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4523696" y="541267"/>
              <a:ext cx="50213" cy="83077"/>
            </a:xfrm>
            <a:custGeom>
              <a:avLst/>
              <a:gdLst/>
              <a:ahLst/>
              <a:cxnLst/>
              <a:rect l="l" t="t" r="r" b="b"/>
              <a:pathLst>
                <a:path w="1398" h="2313" fill="none" extrusionOk="0">
                  <a:moveTo>
                    <a:pt x="1" y="2312"/>
                  </a:moveTo>
                  <a:cubicBezTo>
                    <a:pt x="610" y="1646"/>
                    <a:pt x="1092" y="852"/>
                    <a:pt x="1397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4451610" y="614107"/>
              <a:ext cx="77977" cy="58115"/>
            </a:xfrm>
            <a:custGeom>
              <a:avLst/>
              <a:gdLst/>
              <a:ahLst/>
              <a:cxnLst/>
              <a:rect l="l" t="t" r="r" b="b"/>
              <a:pathLst>
                <a:path w="2171" h="1618" fill="none" extrusionOk="0">
                  <a:moveTo>
                    <a:pt x="2171" y="1617"/>
                  </a:moveTo>
                  <a:cubicBezTo>
                    <a:pt x="1419" y="1121"/>
                    <a:pt x="696" y="582"/>
                    <a:pt x="1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4530305" y="727966"/>
              <a:ext cx="54056" cy="66232"/>
            </a:xfrm>
            <a:custGeom>
              <a:avLst/>
              <a:gdLst/>
              <a:ahLst/>
              <a:cxnLst/>
              <a:rect l="l" t="t" r="r" b="b"/>
              <a:pathLst>
                <a:path w="1505" h="1844" fill="none" extrusionOk="0">
                  <a:moveTo>
                    <a:pt x="1504" y="0"/>
                  </a:moveTo>
                  <a:cubicBezTo>
                    <a:pt x="1043" y="645"/>
                    <a:pt x="540" y="1262"/>
                    <a:pt x="1" y="184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4387713" y="550964"/>
              <a:ext cx="39509" cy="108004"/>
            </a:xfrm>
            <a:custGeom>
              <a:avLst/>
              <a:gdLst/>
              <a:ahLst/>
              <a:cxnLst/>
              <a:rect l="l" t="t" r="r" b="b"/>
              <a:pathLst>
                <a:path w="1100" h="3007" fill="none" extrusionOk="0">
                  <a:moveTo>
                    <a:pt x="0" y="0"/>
                  </a:moveTo>
                  <a:cubicBezTo>
                    <a:pt x="596" y="894"/>
                    <a:pt x="971" y="1936"/>
                    <a:pt x="1099" y="3007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4307221" y="458513"/>
              <a:ext cx="112350" cy="110734"/>
            </a:xfrm>
            <a:custGeom>
              <a:avLst/>
              <a:gdLst/>
              <a:ahLst/>
              <a:cxnLst/>
              <a:rect l="l" t="t" r="r" b="b"/>
              <a:pathLst>
                <a:path w="3128" h="3083" extrusionOk="0">
                  <a:moveTo>
                    <a:pt x="2518" y="0"/>
                  </a:moveTo>
                  <a:cubicBezTo>
                    <a:pt x="1575" y="284"/>
                    <a:pt x="724" y="865"/>
                    <a:pt x="0" y="1702"/>
                  </a:cubicBezTo>
                  <a:cubicBezTo>
                    <a:pt x="192" y="2163"/>
                    <a:pt x="497" y="2588"/>
                    <a:pt x="929" y="2851"/>
                  </a:cubicBezTo>
                  <a:cubicBezTo>
                    <a:pt x="1176" y="2999"/>
                    <a:pt x="1468" y="3082"/>
                    <a:pt x="1756" y="3082"/>
                  </a:cubicBezTo>
                  <a:cubicBezTo>
                    <a:pt x="1966" y="3082"/>
                    <a:pt x="2174" y="3038"/>
                    <a:pt x="2362" y="2943"/>
                  </a:cubicBezTo>
                  <a:cubicBezTo>
                    <a:pt x="2830" y="2702"/>
                    <a:pt x="3099" y="2163"/>
                    <a:pt x="3113" y="1638"/>
                  </a:cubicBezTo>
                  <a:cubicBezTo>
                    <a:pt x="3127" y="1113"/>
                    <a:pt x="2908" y="603"/>
                    <a:pt x="25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4287359" y="571581"/>
              <a:ext cx="273799" cy="492321"/>
            </a:xfrm>
            <a:custGeom>
              <a:avLst/>
              <a:gdLst/>
              <a:ahLst/>
              <a:cxnLst/>
              <a:rect l="l" t="t" r="r" b="b"/>
              <a:pathLst>
                <a:path w="7623" h="13707" extrusionOk="0">
                  <a:moveTo>
                    <a:pt x="979" y="0"/>
                  </a:moveTo>
                  <a:cubicBezTo>
                    <a:pt x="596" y="1071"/>
                    <a:pt x="298" y="2184"/>
                    <a:pt x="135" y="3319"/>
                  </a:cubicBezTo>
                  <a:cubicBezTo>
                    <a:pt x="553" y="3950"/>
                    <a:pt x="1021" y="4553"/>
                    <a:pt x="1525" y="5120"/>
                  </a:cubicBezTo>
                  <a:cubicBezTo>
                    <a:pt x="986" y="4950"/>
                    <a:pt x="504" y="4652"/>
                    <a:pt x="36" y="4333"/>
                  </a:cubicBezTo>
                  <a:cubicBezTo>
                    <a:pt x="7" y="4695"/>
                    <a:pt x="0" y="5056"/>
                    <a:pt x="7" y="5418"/>
                  </a:cubicBezTo>
                  <a:cubicBezTo>
                    <a:pt x="22" y="5794"/>
                    <a:pt x="50" y="6169"/>
                    <a:pt x="100" y="6545"/>
                  </a:cubicBezTo>
                  <a:cubicBezTo>
                    <a:pt x="929" y="7233"/>
                    <a:pt x="1816" y="7864"/>
                    <a:pt x="2737" y="8431"/>
                  </a:cubicBezTo>
                  <a:cubicBezTo>
                    <a:pt x="1879" y="8247"/>
                    <a:pt x="1064" y="7885"/>
                    <a:pt x="270" y="7517"/>
                  </a:cubicBezTo>
                  <a:lnTo>
                    <a:pt x="270" y="7517"/>
                  </a:lnTo>
                  <a:cubicBezTo>
                    <a:pt x="497" y="8509"/>
                    <a:pt x="865" y="9467"/>
                    <a:pt x="1404" y="10332"/>
                  </a:cubicBezTo>
                  <a:cubicBezTo>
                    <a:pt x="2206" y="10750"/>
                    <a:pt x="3028" y="11112"/>
                    <a:pt x="3872" y="11424"/>
                  </a:cubicBezTo>
                  <a:cubicBezTo>
                    <a:pt x="3212" y="11360"/>
                    <a:pt x="2560" y="11218"/>
                    <a:pt x="1915" y="11048"/>
                  </a:cubicBezTo>
                  <a:lnTo>
                    <a:pt x="1915" y="11048"/>
                  </a:lnTo>
                  <a:cubicBezTo>
                    <a:pt x="2957" y="12360"/>
                    <a:pt x="4411" y="13416"/>
                    <a:pt x="6084" y="13707"/>
                  </a:cubicBezTo>
                  <a:cubicBezTo>
                    <a:pt x="6885" y="12835"/>
                    <a:pt x="7382" y="11615"/>
                    <a:pt x="7531" y="10431"/>
                  </a:cubicBezTo>
                  <a:cubicBezTo>
                    <a:pt x="7623" y="9701"/>
                    <a:pt x="7587" y="8956"/>
                    <a:pt x="7474" y="8226"/>
                  </a:cubicBezTo>
                  <a:cubicBezTo>
                    <a:pt x="7382" y="8382"/>
                    <a:pt x="7261" y="8524"/>
                    <a:pt x="7134" y="8658"/>
                  </a:cubicBezTo>
                  <a:lnTo>
                    <a:pt x="5793" y="10197"/>
                  </a:lnTo>
                  <a:cubicBezTo>
                    <a:pt x="6269" y="9155"/>
                    <a:pt x="6737" y="8112"/>
                    <a:pt x="7212" y="7070"/>
                  </a:cubicBezTo>
                  <a:cubicBezTo>
                    <a:pt x="7197" y="7020"/>
                    <a:pt x="7183" y="6971"/>
                    <a:pt x="7169" y="6921"/>
                  </a:cubicBezTo>
                  <a:cubicBezTo>
                    <a:pt x="6914" y="6077"/>
                    <a:pt x="6559" y="5269"/>
                    <a:pt x="6113" y="4510"/>
                  </a:cubicBezTo>
                  <a:cubicBezTo>
                    <a:pt x="6084" y="4567"/>
                    <a:pt x="6049" y="4624"/>
                    <a:pt x="6013" y="4680"/>
                  </a:cubicBezTo>
                  <a:cubicBezTo>
                    <a:pt x="5474" y="5517"/>
                    <a:pt x="4928" y="6354"/>
                    <a:pt x="4389" y="7190"/>
                  </a:cubicBezTo>
                  <a:cubicBezTo>
                    <a:pt x="4765" y="5992"/>
                    <a:pt x="5141" y="4794"/>
                    <a:pt x="5517" y="3603"/>
                  </a:cubicBezTo>
                  <a:cubicBezTo>
                    <a:pt x="5021" y="2915"/>
                    <a:pt x="4439" y="2284"/>
                    <a:pt x="3787" y="1731"/>
                  </a:cubicBezTo>
                  <a:cubicBezTo>
                    <a:pt x="3524" y="2404"/>
                    <a:pt x="3184" y="3057"/>
                    <a:pt x="2787" y="3666"/>
                  </a:cubicBezTo>
                  <a:cubicBezTo>
                    <a:pt x="2943" y="2851"/>
                    <a:pt x="3049" y="2021"/>
                    <a:pt x="3113" y="1199"/>
                  </a:cubicBezTo>
                  <a:cubicBezTo>
                    <a:pt x="2461" y="724"/>
                    <a:pt x="1745" y="320"/>
                    <a:pt x="9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4367060" y="731270"/>
              <a:ext cx="159474" cy="366502"/>
            </a:xfrm>
            <a:custGeom>
              <a:avLst/>
              <a:gdLst/>
              <a:ahLst/>
              <a:cxnLst/>
              <a:rect l="l" t="t" r="r" b="b"/>
              <a:pathLst>
                <a:path w="4440" h="10204" fill="none" extrusionOk="0">
                  <a:moveTo>
                    <a:pt x="1" y="0"/>
                  </a:moveTo>
                  <a:cubicBezTo>
                    <a:pt x="944" y="3602"/>
                    <a:pt x="2447" y="7063"/>
                    <a:pt x="4440" y="1020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" name="Google Shape;132;p6"/>
          <p:cNvGrpSpPr/>
          <p:nvPr/>
        </p:nvGrpSpPr>
        <p:grpSpPr>
          <a:xfrm rot="-10030993">
            <a:off x="8169844" y="-94285"/>
            <a:ext cx="867149" cy="982352"/>
            <a:chOff x="5089864" y="1706933"/>
            <a:chExt cx="628844" cy="712388"/>
          </a:xfrm>
        </p:grpSpPr>
        <p:sp>
          <p:nvSpPr>
            <p:cNvPr id="133" name="Google Shape;133;p6"/>
            <p:cNvSpPr/>
            <p:nvPr/>
          </p:nvSpPr>
          <p:spPr>
            <a:xfrm>
              <a:off x="5089864" y="1706933"/>
              <a:ext cx="628844" cy="712388"/>
            </a:xfrm>
            <a:custGeom>
              <a:avLst/>
              <a:gdLst/>
              <a:ahLst/>
              <a:cxnLst/>
              <a:rect l="l" t="t" r="r" b="b"/>
              <a:pathLst>
                <a:path w="17508" h="19834" extrusionOk="0">
                  <a:moveTo>
                    <a:pt x="15983" y="1"/>
                  </a:moveTo>
                  <a:cubicBezTo>
                    <a:pt x="15834" y="15"/>
                    <a:pt x="15685" y="51"/>
                    <a:pt x="15550" y="107"/>
                  </a:cubicBezTo>
                  <a:cubicBezTo>
                    <a:pt x="13593" y="859"/>
                    <a:pt x="11962" y="1710"/>
                    <a:pt x="10573" y="2695"/>
                  </a:cubicBezTo>
                  <a:cubicBezTo>
                    <a:pt x="9615" y="3383"/>
                    <a:pt x="8772" y="4135"/>
                    <a:pt x="8048" y="4943"/>
                  </a:cubicBezTo>
                  <a:cubicBezTo>
                    <a:pt x="7318" y="3943"/>
                    <a:pt x="6410" y="3121"/>
                    <a:pt x="5396" y="2561"/>
                  </a:cubicBezTo>
                  <a:cubicBezTo>
                    <a:pt x="5184" y="2447"/>
                    <a:pt x="4950" y="2383"/>
                    <a:pt x="4716" y="2383"/>
                  </a:cubicBezTo>
                  <a:cubicBezTo>
                    <a:pt x="4503" y="2383"/>
                    <a:pt x="4290" y="2433"/>
                    <a:pt x="4092" y="2525"/>
                  </a:cubicBezTo>
                  <a:cubicBezTo>
                    <a:pt x="3680" y="2731"/>
                    <a:pt x="3390" y="3121"/>
                    <a:pt x="3312" y="3575"/>
                  </a:cubicBezTo>
                  <a:cubicBezTo>
                    <a:pt x="3141" y="4624"/>
                    <a:pt x="2595" y="5624"/>
                    <a:pt x="2014" y="6673"/>
                  </a:cubicBezTo>
                  <a:cubicBezTo>
                    <a:pt x="1496" y="7616"/>
                    <a:pt x="965" y="8595"/>
                    <a:pt x="631" y="9708"/>
                  </a:cubicBezTo>
                  <a:cubicBezTo>
                    <a:pt x="0" y="11843"/>
                    <a:pt x="248" y="14190"/>
                    <a:pt x="1312" y="16139"/>
                  </a:cubicBezTo>
                  <a:cubicBezTo>
                    <a:pt x="1971" y="17345"/>
                    <a:pt x="2858" y="18182"/>
                    <a:pt x="3886" y="18557"/>
                  </a:cubicBezTo>
                  <a:cubicBezTo>
                    <a:pt x="4148" y="18657"/>
                    <a:pt x="4418" y="18721"/>
                    <a:pt x="4701" y="18756"/>
                  </a:cubicBezTo>
                  <a:cubicBezTo>
                    <a:pt x="4886" y="19394"/>
                    <a:pt x="5467" y="19834"/>
                    <a:pt x="6127" y="19834"/>
                  </a:cubicBezTo>
                  <a:cubicBezTo>
                    <a:pt x="6254" y="19834"/>
                    <a:pt x="6375" y="19812"/>
                    <a:pt x="6488" y="19784"/>
                  </a:cubicBezTo>
                  <a:cubicBezTo>
                    <a:pt x="7254" y="19593"/>
                    <a:pt x="7729" y="18848"/>
                    <a:pt x="7594" y="18089"/>
                  </a:cubicBezTo>
                  <a:cubicBezTo>
                    <a:pt x="7694" y="18026"/>
                    <a:pt x="7786" y="17962"/>
                    <a:pt x="7878" y="17891"/>
                  </a:cubicBezTo>
                  <a:cubicBezTo>
                    <a:pt x="8814" y="17189"/>
                    <a:pt x="9523" y="16097"/>
                    <a:pt x="9878" y="14814"/>
                  </a:cubicBezTo>
                  <a:cubicBezTo>
                    <a:pt x="9927" y="14622"/>
                    <a:pt x="9977" y="14416"/>
                    <a:pt x="10012" y="14211"/>
                  </a:cubicBezTo>
                  <a:cubicBezTo>
                    <a:pt x="11012" y="14175"/>
                    <a:pt x="12047" y="13828"/>
                    <a:pt x="12934" y="13211"/>
                  </a:cubicBezTo>
                  <a:cubicBezTo>
                    <a:pt x="13806" y="12608"/>
                    <a:pt x="14572" y="11750"/>
                    <a:pt x="15210" y="10651"/>
                  </a:cubicBezTo>
                  <a:cubicBezTo>
                    <a:pt x="15869" y="9524"/>
                    <a:pt x="16316" y="8304"/>
                    <a:pt x="16550" y="7021"/>
                  </a:cubicBezTo>
                  <a:cubicBezTo>
                    <a:pt x="16664" y="6376"/>
                    <a:pt x="16720" y="5737"/>
                    <a:pt x="16777" y="5120"/>
                  </a:cubicBezTo>
                  <a:cubicBezTo>
                    <a:pt x="16883" y="4014"/>
                    <a:pt x="16975" y="2972"/>
                    <a:pt x="17380" y="2008"/>
                  </a:cubicBezTo>
                  <a:cubicBezTo>
                    <a:pt x="17465" y="1830"/>
                    <a:pt x="17507" y="1625"/>
                    <a:pt x="17507" y="1419"/>
                  </a:cubicBezTo>
                  <a:cubicBezTo>
                    <a:pt x="17507" y="646"/>
                    <a:pt x="16898" y="22"/>
                    <a:pt x="16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5142591" y="1843455"/>
              <a:ext cx="262593" cy="487652"/>
            </a:xfrm>
            <a:custGeom>
              <a:avLst/>
              <a:gdLst/>
              <a:ahLst/>
              <a:cxnLst/>
              <a:rect l="l" t="t" r="r" b="b"/>
              <a:pathLst>
                <a:path w="7311" h="13577" extrusionOk="0">
                  <a:moveTo>
                    <a:pt x="3248" y="1"/>
                  </a:moveTo>
                  <a:cubicBezTo>
                    <a:pt x="2865" y="2312"/>
                    <a:pt x="1177" y="4113"/>
                    <a:pt x="525" y="6311"/>
                  </a:cubicBezTo>
                  <a:cubicBezTo>
                    <a:pt x="0" y="8077"/>
                    <a:pt x="213" y="10048"/>
                    <a:pt x="1092" y="11665"/>
                  </a:cubicBezTo>
                  <a:cubicBezTo>
                    <a:pt x="1503" y="12424"/>
                    <a:pt x="2099" y="13133"/>
                    <a:pt x="2907" y="13430"/>
                  </a:cubicBezTo>
                  <a:cubicBezTo>
                    <a:pt x="3181" y="13530"/>
                    <a:pt x="3468" y="13576"/>
                    <a:pt x="3757" y="13576"/>
                  </a:cubicBezTo>
                  <a:cubicBezTo>
                    <a:pt x="4396" y="13576"/>
                    <a:pt x="5041" y="13348"/>
                    <a:pt x="5559" y="12962"/>
                  </a:cubicBezTo>
                  <a:cubicBezTo>
                    <a:pt x="6304" y="12395"/>
                    <a:pt x="6793" y="11537"/>
                    <a:pt x="7041" y="10637"/>
                  </a:cubicBezTo>
                  <a:cubicBezTo>
                    <a:pt x="7289" y="9736"/>
                    <a:pt x="7311" y="8786"/>
                    <a:pt x="7261" y="7857"/>
                  </a:cubicBezTo>
                  <a:cubicBezTo>
                    <a:pt x="7183" y="6318"/>
                    <a:pt x="6899" y="4780"/>
                    <a:pt x="6261" y="3383"/>
                  </a:cubicBezTo>
                  <a:cubicBezTo>
                    <a:pt x="5616" y="1993"/>
                    <a:pt x="4588" y="745"/>
                    <a:pt x="3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5262268" y="1907640"/>
              <a:ext cx="47663" cy="458200"/>
            </a:xfrm>
            <a:custGeom>
              <a:avLst/>
              <a:gdLst/>
              <a:ahLst/>
              <a:cxnLst/>
              <a:rect l="l" t="t" r="r" b="b"/>
              <a:pathLst>
                <a:path w="1327" h="12757" fill="none" extrusionOk="0">
                  <a:moveTo>
                    <a:pt x="483" y="0"/>
                  </a:moveTo>
                  <a:cubicBezTo>
                    <a:pt x="1" y="4255"/>
                    <a:pt x="291" y="8602"/>
                    <a:pt x="1327" y="12757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5232205" y="1948909"/>
              <a:ext cx="83580" cy="72338"/>
            </a:xfrm>
            <a:custGeom>
              <a:avLst/>
              <a:gdLst/>
              <a:ahLst/>
              <a:cxnLst/>
              <a:rect l="l" t="t" r="r" b="b"/>
              <a:pathLst>
                <a:path w="2327" h="2014" fill="none" extrusionOk="0">
                  <a:moveTo>
                    <a:pt x="1" y="752"/>
                  </a:moveTo>
                  <a:cubicBezTo>
                    <a:pt x="1" y="752"/>
                    <a:pt x="575" y="1688"/>
                    <a:pt x="1107" y="2014"/>
                  </a:cubicBezTo>
                  <a:cubicBezTo>
                    <a:pt x="1377" y="1369"/>
                    <a:pt x="1915" y="560"/>
                    <a:pt x="2327" y="0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5209038" y="2027353"/>
              <a:ext cx="111596" cy="73128"/>
            </a:xfrm>
            <a:custGeom>
              <a:avLst/>
              <a:gdLst/>
              <a:ahLst/>
              <a:cxnLst/>
              <a:rect l="l" t="t" r="r" b="b"/>
              <a:pathLst>
                <a:path w="3107" h="2036" fill="none" extrusionOk="0">
                  <a:moveTo>
                    <a:pt x="1" y="808"/>
                  </a:moveTo>
                  <a:cubicBezTo>
                    <a:pt x="639" y="1099"/>
                    <a:pt x="1093" y="1532"/>
                    <a:pt x="1766" y="2035"/>
                  </a:cubicBezTo>
                  <a:lnTo>
                    <a:pt x="3106" y="0"/>
                  </a:ln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5209289" y="2108060"/>
              <a:ext cx="120755" cy="82323"/>
            </a:xfrm>
            <a:custGeom>
              <a:avLst/>
              <a:gdLst/>
              <a:ahLst/>
              <a:cxnLst/>
              <a:rect l="l" t="t" r="r" b="b"/>
              <a:pathLst>
                <a:path w="3362" h="2292" fill="none" extrusionOk="0">
                  <a:moveTo>
                    <a:pt x="1" y="908"/>
                  </a:moveTo>
                  <a:cubicBezTo>
                    <a:pt x="639" y="1334"/>
                    <a:pt x="1256" y="1837"/>
                    <a:pt x="1937" y="2291"/>
                  </a:cubicBezTo>
                  <a:cubicBezTo>
                    <a:pt x="2312" y="1504"/>
                    <a:pt x="2809" y="682"/>
                    <a:pt x="3362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5340209" y="1757900"/>
              <a:ext cx="327568" cy="408454"/>
            </a:xfrm>
            <a:custGeom>
              <a:avLst/>
              <a:gdLst/>
              <a:ahLst/>
              <a:cxnLst/>
              <a:rect l="l" t="t" r="r" b="b"/>
              <a:pathLst>
                <a:path w="9120" h="11372" extrusionOk="0">
                  <a:moveTo>
                    <a:pt x="9119" y="0"/>
                  </a:moveTo>
                  <a:lnTo>
                    <a:pt x="9119" y="0"/>
                  </a:lnTo>
                  <a:cubicBezTo>
                    <a:pt x="7467" y="631"/>
                    <a:pt x="5865" y="1404"/>
                    <a:pt x="4425" y="2432"/>
                  </a:cubicBezTo>
                  <a:cubicBezTo>
                    <a:pt x="2986" y="3460"/>
                    <a:pt x="1716" y="4744"/>
                    <a:pt x="823" y="6275"/>
                  </a:cubicBezTo>
                  <a:cubicBezTo>
                    <a:pt x="518" y="6800"/>
                    <a:pt x="249" y="7367"/>
                    <a:pt x="128" y="7970"/>
                  </a:cubicBezTo>
                  <a:cubicBezTo>
                    <a:pt x="0" y="8566"/>
                    <a:pt x="22" y="9211"/>
                    <a:pt x="270" y="9771"/>
                  </a:cubicBezTo>
                  <a:cubicBezTo>
                    <a:pt x="646" y="10643"/>
                    <a:pt x="1539" y="11225"/>
                    <a:pt x="2482" y="11345"/>
                  </a:cubicBezTo>
                  <a:cubicBezTo>
                    <a:pt x="2621" y="11363"/>
                    <a:pt x="2761" y="11372"/>
                    <a:pt x="2901" y="11372"/>
                  </a:cubicBezTo>
                  <a:cubicBezTo>
                    <a:pt x="3699" y="11372"/>
                    <a:pt x="4491" y="11088"/>
                    <a:pt x="5155" y="10629"/>
                  </a:cubicBezTo>
                  <a:cubicBezTo>
                    <a:pt x="5935" y="10090"/>
                    <a:pt x="6538" y="9332"/>
                    <a:pt x="7013" y="8516"/>
                  </a:cubicBezTo>
                  <a:cubicBezTo>
                    <a:pt x="7588" y="7538"/>
                    <a:pt x="7985" y="6460"/>
                    <a:pt x="8183" y="5347"/>
                  </a:cubicBezTo>
                  <a:cubicBezTo>
                    <a:pt x="8495" y="3631"/>
                    <a:pt x="8360" y="1773"/>
                    <a:pt x="91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5377635" y="1814434"/>
              <a:ext cx="250920" cy="386616"/>
            </a:xfrm>
            <a:custGeom>
              <a:avLst/>
              <a:gdLst/>
              <a:ahLst/>
              <a:cxnLst/>
              <a:rect l="l" t="t" r="r" b="b"/>
              <a:pathLst>
                <a:path w="6986" h="10764" fill="none" extrusionOk="0">
                  <a:moveTo>
                    <a:pt x="6985" y="0"/>
                  </a:moveTo>
                  <a:cubicBezTo>
                    <a:pt x="3504" y="2631"/>
                    <a:pt x="986" y="6510"/>
                    <a:pt x="1" y="1076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5560491" y="1815691"/>
              <a:ext cx="61922" cy="57863"/>
            </a:xfrm>
            <a:custGeom>
              <a:avLst/>
              <a:gdLst/>
              <a:ahLst/>
              <a:cxnLst/>
              <a:rect l="l" t="t" r="r" b="b"/>
              <a:pathLst>
                <a:path w="1724" h="1611" fill="none" extrusionOk="0">
                  <a:moveTo>
                    <a:pt x="348" y="1"/>
                  </a:moveTo>
                  <a:cubicBezTo>
                    <a:pt x="242" y="497"/>
                    <a:pt x="43" y="1086"/>
                    <a:pt x="1" y="1610"/>
                  </a:cubicBezTo>
                  <a:lnTo>
                    <a:pt x="1724" y="1213"/>
                  </a:ln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5484597" y="1871974"/>
              <a:ext cx="106244" cy="85124"/>
            </a:xfrm>
            <a:custGeom>
              <a:avLst/>
              <a:gdLst/>
              <a:ahLst/>
              <a:cxnLst/>
              <a:rect l="l" t="t" r="r" b="b"/>
              <a:pathLst>
                <a:path w="2958" h="2370" fill="none" extrusionOk="0">
                  <a:moveTo>
                    <a:pt x="171" y="1"/>
                  </a:moveTo>
                  <a:cubicBezTo>
                    <a:pt x="157" y="752"/>
                    <a:pt x="1" y="1539"/>
                    <a:pt x="121" y="2369"/>
                  </a:cubicBezTo>
                  <a:cubicBezTo>
                    <a:pt x="1008" y="2071"/>
                    <a:pt x="2050" y="1795"/>
                    <a:pt x="2958" y="1610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5418653" y="1958571"/>
              <a:ext cx="126106" cy="85376"/>
            </a:xfrm>
            <a:custGeom>
              <a:avLst/>
              <a:gdLst/>
              <a:ahLst/>
              <a:cxnLst/>
              <a:rect l="l" t="t" r="r" b="b"/>
              <a:pathLst>
                <a:path w="3511" h="2377" fill="none" extrusionOk="0">
                  <a:moveTo>
                    <a:pt x="0" y="1"/>
                  </a:moveTo>
                  <a:cubicBezTo>
                    <a:pt x="171" y="788"/>
                    <a:pt x="284" y="1575"/>
                    <a:pt x="475" y="2376"/>
                  </a:cubicBezTo>
                  <a:cubicBezTo>
                    <a:pt x="1433" y="1972"/>
                    <a:pt x="2489" y="1681"/>
                    <a:pt x="3510" y="150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7"/>
          <p:cNvSpPr txBox="1">
            <a:spLocks noGrp="1"/>
          </p:cNvSpPr>
          <p:nvPr>
            <p:ph type="subTitle" idx="1"/>
          </p:nvPr>
        </p:nvSpPr>
        <p:spPr>
          <a:xfrm>
            <a:off x="720000" y="1618150"/>
            <a:ext cx="4496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7"/>
          <p:cNvSpPr>
            <a:spLocks noGrp="1"/>
          </p:cNvSpPr>
          <p:nvPr>
            <p:ph type="pic" idx="2"/>
          </p:nvPr>
        </p:nvSpPr>
        <p:spPr>
          <a:xfrm>
            <a:off x="5335075" y="1517050"/>
            <a:ext cx="3095700" cy="2500500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  <p:grpSp>
        <p:nvGrpSpPr>
          <p:cNvPr id="149" name="Google Shape;149;p7"/>
          <p:cNvGrpSpPr/>
          <p:nvPr/>
        </p:nvGrpSpPr>
        <p:grpSpPr>
          <a:xfrm rot="-899920">
            <a:off x="8388504" y="4122512"/>
            <a:ext cx="679169" cy="1106040"/>
            <a:chOff x="4236428" y="407582"/>
            <a:chExt cx="456655" cy="743672"/>
          </a:xfrm>
        </p:grpSpPr>
        <p:sp>
          <p:nvSpPr>
            <p:cNvPr id="150" name="Google Shape;150;p7"/>
            <p:cNvSpPr/>
            <p:nvPr/>
          </p:nvSpPr>
          <p:spPr>
            <a:xfrm>
              <a:off x="4236428" y="407582"/>
              <a:ext cx="456655" cy="743672"/>
            </a:xfrm>
            <a:custGeom>
              <a:avLst/>
              <a:gdLst/>
              <a:ahLst/>
              <a:cxnLst/>
              <a:rect l="l" t="t" r="r" b="b"/>
              <a:pathLst>
                <a:path w="12714" h="20705" extrusionOk="0">
                  <a:moveTo>
                    <a:pt x="4489" y="0"/>
                  </a:moveTo>
                  <a:cubicBezTo>
                    <a:pt x="4354" y="0"/>
                    <a:pt x="4219" y="21"/>
                    <a:pt x="4084" y="64"/>
                  </a:cubicBezTo>
                  <a:cubicBezTo>
                    <a:pt x="3872" y="128"/>
                    <a:pt x="3659" y="206"/>
                    <a:pt x="3446" y="291"/>
                  </a:cubicBezTo>
                  <a:cubicBezTo>
                    <a:pt x="2496" y="695"/>
                    <a:pt x="1645" y="1333"/>
                    <a:pt x="901" y="2191"/>
                  </a:cubicBezTo>
                  <a:cubicBezTo>
                    <a:pt x="546" y="2595"/>
                    <a:pt x="454" y="3162"/>
                    <a:pt x="660" y="3659"/>
                  </a:cubicBezTo>
                  <a:cubicBezTo>
                    <a:pt x="674" y="3680"/>
                    <a:pt x="681" y="3701"/>
                    <a:pt x="688" y="3723"/>
                  </a:cubicBezTo>
                  <a:cubicBezTo>
                    <a:pt x="709" y="3772"/>
                    <a:pt x="738" y="3836"/>
                    <a:pt x="766" y="3893"/>
                  </a:cubicBezTo>
                  <a:cubicBezTo>
                    <a:pt x="801" y="3964"/>
                    <a:pt x="830" y="4028"/>
                    <a:pt x="858" y="4077"/>
                  </a:cubicBezTo>
                  <a:cubicBezTo>
                    <a:pt x="865" y="4091"/>
                    <a:pt x="872" y="4106"/>
                    <a:pt x="879" y="4120"/>
                  </a:cubicBezTo>
                  <a:cubicBezTo>
                    <a:pt x="915" y="4176"/>
                    <a:pt x="950" y="4240"/>
                    <a:pt x="993" y="4297"/>
                  </a:cubicBezTo>
                  <a:cubicBezTo>
                    <a:pt x="589" y="5453"/>
                    <a:pt x="305" y="6594"/>
                    <a:pt x="149" y="7686"/>
                  </a:cubicBezTo>
                  <a:cubicBezTo>
                    <a:pt x="121" y="7878"/>
                    <a:pt x="135" y="8069"/>
                    <a:pt x="185" y="8254"/>
                  </a:cubicBezTo>
                  <a:cubicBezTo>
                    <a:pt x="99" y="8424"/>
                    <a:pt x="50" y="8615"/>
                    <a:pt x="36" y="8814"/>
                  </a:cubicBezTo>
                  <a:cubicBezTo>
                    <a:pt x="7" y="9218"/>
                    <a:pt x="0" y="9629"/>
                    <a:pt x="7" y="10019"/>
                  </a:cubicBezTo>
                  <a:cubicBezTo>
                    <a:pt x="21" y="10438"/>
                    <a:pt x="57" y="10863"/>
                    <a:pt x="107" y="11288"/>
                  </a:cubicBezTo>
                  <a:cubicBezTo>
                    <a:pt x="135" y="11480"/>
                    <a:pt x="199" y="11664"/>
                    <a:pt x="291" y="11827"/>
                  </a:cubicBezTo>
                  <a:cubicBezTo>
                    <a:pt x="255" y="12012"/>
                    <a:pt x="263" y="12203"/>
                    <a:pt x="305" y="12395"/>
                  </a:cubicBezTo>
                  <a:cubicBezTo>
                    <a:pt x="575" y="13586"/>
                    <a:pt x="1014" y="14678"/>
                    <a:pt x="1624" y="15649"/>
                  </a:cubicBezTo>
                  <a:cubicBezTo>
                    <a:pt x="1716" y="15798"/>
                    <a:pt x="1837" y="15926"/>
                    <a:pt x="1978" y="16032"/>
                  </a:cubicBezTo>
                  <a:cubicBezTo>
                    <a:pt x="2028" y="16195"/>
                    <a:pt x="2106" y="16351"/>
                    <a:pt x="2220" y="16493"/>
                  </a:cubicBezTo>
                  <a:cubicBezTo>
                    <a:pt x="3397" y="17975"/>
                    <a:pt x="4893" y="19024"/>
                    <a:pt x="6495" y="19492"/>
                  </a:cubicBezTo>
                  <a:cubicBezTo>
                    <a:pt x="6609" y="19677"/>
                    <a:pt x="6715" y="19847"/>
                    <a:pt x="6821" y="20017"/>
                  </a:cubicBezTo>
                  <a:cubicBezTo>
                    <a:pt x="7098" y="20450"/>
                    <a:pt x="7566" y="20705"/>
                    <a:pt x="8084" y="20705"/>
                  </a:cubicBezTo>
                  <a:cubicBezTo>
                    <a:pt x="8367" y="20705"/>
                    <a:pt x="8644" y="20627"/>
                    <a:pt x="8878" y="20471"/>
                  </a:cubicBezTo>
                  <a:cubicBezTo>
                    <a:pt x="9211" y="20258"/>
                    <a:pt x="9445" y="19932"/>
                    <a:pt x="9530" y="19542"/>
                  </a:cubicBezTo>
                  <a:cubicBezTo>
                    <a:pt x="9622" y="19152"/>
                    <a:pt x="9551" y="18755"/>
                    <a:pt x="9339" y="18415"/>
                  </a:cubicBezTo>
                  <a:cubicBezTo>
                    <a:pt x="9310" y="18379"/>
                    <a:pt x="9282" y="18337"/>
                    <a:pt x="9261" y="18294"/>
                  </a:cubicBezTo>
                  <a:cubicBezTo>
                    <a:pt x="9573" y="17798"/>
                    <a:pt x="9828" y="17245"/>
                    <a:pt x="10019" y="16656"/>
                  </a:cubicBezTo>
                  <a:cubicBezTo>
                    <a:pt x="10062" y="16592"/>
                    <a:pt x="10104" y="16521"/>
                    <a:pt x="10133" y="16443"/>
                  </a:cubicBezTo>
                  <a:cubicBezTo>
                    <a:pt x="11040" y="14309"/>
                    <a:pt x="11976" y="12097"/>
                    <a:pt x="12317" y="9658"/>
                  </a:cubicBezTo>
                  <a:cubicBezTo>
                    <a:pt x="12714" y="6757"/>
                    <a:pt x="12104" y="4091"/>
                    <a:pt x="10608" y="2163"/>
                  </a:cubicBezTo>
                  <a:cubicBezTo>
                    <a:pt x="9977" y="1354"/>
                    <a:pt x="9268" y="794"/>
                    <a:pt x="8488" y="489"/>
                  </a:cubicBezTo>
                  <a:cubicBezTo>
                    <a:pt x="8062" y="326"/>
                    <a:pt x="7609" y="241"/>
                    <a:pt x="7155" y="241"/>
                  </a:cubicBezTo>
                  <a:cubicBezTo>
                    <a:pt x="6616" y="241"/>
                    <a:pt x="6098" y="362"/>
                    <a:pt x="5644" y="596"/>
                  </a:cubicBezTo>
                  <a:cubicBezTo>
                    <a:pt x="5375" y="220"/>
                    <a:pt x="4942" y="0"/>
                    <a:pt x="4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4414938" y="467061"/>
              <a:ext cx="224413" cy="511286"/>
            </a:xfrm>
            <a:custGeom>
              <a:avLst/>
              <a:gdLst/>
              <a:ahLst/>
              <a:cxnLst/>
              <a:rect l="l" t="t" r="r" b="b"/>
              <a:pathLst>
                <a:path w="6248" h="14235" extrusionOk="0">
                  <a:moveTo>
                    <a:pt x="2188" y="0"/>
                  </a:moveTo>
                  <a:cubicBezTo>
                    <a:pt x="1805" y="0"/>
                    <a:pt x="1429" y="101"/>
                    <a:pt x="1121" y="322"/>
                  </a:cubicBezTo>
                  <a:cubicBezTo>
                    <a:pt x="689" y="641"/>
                    <a:pt x="440" y="1159"/>
                    <a:pt x="313" y="1677"/>
                  </a:cubicBezTo>
                  <a:cubicBezTo>
                    <a:pt x="1" y="2932"/>
                    <a:pt x="291" y="4244"/>
                    <a:pt x="490" y="5520"/>
                  </a:cubicBezTo>
                  <a:cubicBezTo>
                    <a:pt x="887" y="8115"/>
                    <a:pt x="880" y="10774"/>
                    <a:pt x="476" y="13376"/>
                  </a:cubicBezTo>
                  <a:lnTo>
                    <a:pt x="3858" y="14234"/>
                  </a:lnTo>
                  <a:cubicBezTo>
                    <a:pt x="4744" y="12157"/>
                    <a:pt x="5631" y="10051"/>
                    <a:pt x="5936" y="7810"/>
                  </a:cubicBezTo>
                  <a:cubicBezTo>
                    <a:pt x="6248" y="5577"/>
                    <a:pt x="5900" y="3159"/>
                    <a:pt x="4518" y="1379"/>
                  </a:cubicBezTo>
                  <a:cubicBezTo>
                    <a:pt x="4113" y="861"/>
                    <a:pt x="3617" y="393"/>
                    <a:pt x="3007" y="152"/>
                  </a:cubicBezTo>
                  <a:cubicBezTo>
                    <a:pt x="2747" y="54"/>
                    <a:pt x="2466" y="0"/>
                    <a:pt x="2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4493885" y="546618"/>
              <a:ext cx="51003" cy="432231"/>
            </a:xfrm>
            <a:custGeom>
              <a:avLst/>
              <a:gdLst/>
              <a:ahLst/>
              <a:cxnLst/>
              <a:rect l="l" t="t" r="r" b="b"/>
              <a:pathLst>
                <a:path w="1420" h="12034" fill="none" extrusionOk="0">
                  <a:moveTo>
                    <a:pt x="384" y="1"/>
                  </a:moveTo>
                  <a:cubicBezTo>
                    <a:pt x="1419" y="3936"/>
                    <a:pt x="1284" y="8176"/>
                    <a:pt x="1" y="1203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4523696" y="541267"/>
              <a:ext cx="50213" cy="83077"/>
            </a:xfrm>
            <a:custGeom>
              <a:avLst/>
              <a:gdLst/>
              <a:ahLst/>
              <a:cxnLst/>
              <a:rect l="l" t="t" r="r" b="b"/>
              <a:pathLst>
                <a:path w="1398" h="2313" fill="none" extrusionOk="0">
                  <a:moveTo>
                    <a:pt x="1" y="2312"/>
                  </a:moveTo>
                  <a:cubicBezTo>
                    <a:pt x="610" y="1646"/>
                    <a:pt x="1092" y="852"/>
                    <a:pt x="1397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4451610" y="614107"/>
              <a:ext cx="77977" cy="58115"/>
            </a:xfrm>
            <a:custGeom>
              <a:avLst/>
              <a:gdLst/>
              <a:ahLst/>
              <a:cxnLst/>
              <a:rect l="l" t="t" r="r" b="b"/>
              <a:pathLst>
                <a:path w="2171" h="1618" fill="none" extrusionOk="0">
                  <a:moveTo>
                    <a:pt x="2171" y="1617"/>
                  </a:moveTo>
                  <a:cubicBezTo>
                    <a:pt x="1419" y="1121"/>
                    <a:pt x="696" y="582"/>
                    <a:pt x="1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4530305" y="727966"/>
              <a:ext cx="54056" cy="66232"/>
            </a:xfrm>
            <a:custGeom>
              <a:avLst/>
              <a:gdLst/>
              <a:ahLst/>
              <a:cxnLst/>
              <a:rect l="l" t="t" r="r" b="b"/>
              <a:pathLst>
                <a:path w="1505" h="1844" fill="none" extrusionOk="0">
                  <a:moveTo>
                    <a:pt x="1504" y="0"/>
                  </a:moveTo>
                  <a:cubicBezTo>
                    <a:pt x="1043" y="645"/>
                    <a:pt x="540" y="1262"/>
                    <a:pt x="1" y="184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4387713" y="550964"/>
              <a:ext cx="39509" cy="108004"/>
            </a:xfrm>
            <a:custGeom>
              <a:avLst/>
              <a:gdLst/>
              <a:ahLst/>
              <a:cxnLst/>
              <a:rect l="l" t="t" r="r" b="b"/>
              <a:pathLst>
                <a:path w="1100" h="3007" fill="none" extrusionOk="0">
                  <a:moveTo>
                    <a:pt x="0" y="0"/>
                  </a:moveTo>
                  <a:cubicBezTo>
                    <a:pt x="596" y="894"/>
                    <a:pt x="971" y="1936"/>
                    <a:pt x="1099" y="3007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4307221" y="458513"/>
              <a:ext cx="112350" cy="110734"/>
            </a:xfrm>
            <a:custGeom>
              <a:avLst/>
              <a:gdLst/>
              <a:ahLst/>
              <a:cxnLst/>
              <a:rect l="l" t="t" r="r" b="b"/>
              <a:pathLst>
                <a:path w="3128" h="3083" extrusionOk="0">
                  <a:moveTo>
                    <a:pt x="2518" y="0"/>
                  </a:moveTo>
                  <a:cubicBezTo>
                    <a:pt x="1575" y="284"/>
                    <a:pt x="724" y="865"/>
                    <a:pt x="0" y="1702"/>
                  </a:cubicBezTo>
                  <a:cubicBezTo>
                    <a:pt x="192" y="2163"/>
                    <a:pt x="497" y="2588"/>
                    <a:pt x="929" y="2851"/>
                  </a:cubicBezTo>
                  <a:cubicBezTo>
                    <a:pt x="1176" y="2999"/>
                    <a:pt x="1468" y="3082"/>
                    <a:pt x="1756" y="3082"/>
                  </a:cubicBezTo>
                  <a:cubicBezTo>
                    <a:pt x="1966" y="3082"/>
                    <a:pt x="2174" y="3038"/>
                    <a:pt x="2362" y="2943"/>
                  </a:cubicBezTo>
                  <a:cubicBezTo>
                    <a:pt x="2830" y="2702"/>
                    <a:pt x="3099" y="2163"/>
                    <a:pt x="3113" y="1638"/>
                  </a:cubicBezTo>
                  <a:cubicBezTo>
                    <a:pt x="3127" y="1113"/>
                    <a:pt x="2908" y="603"/>
                    <a:pt x="25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4287359" y="571581"/>
              <a:ext cx="273799" cy="492321"/>
            </a:xfrm>
            <a:custGeom>
              <a:avLst/>
              <a:gdLst/>
              <a:ahLst/>
              <a:cxnLst/>
              <a:rect l="l" t="t" r="r" b="b"/>
              <a:pathLst>
                <a:path w="7623" h="13707" extrusionOk="0">
                  <a:moveTo>
                    <a:pt x="979" y="0"/>
                  </a:moveTo>
                  <a:cubicBezTo>
                    <a:pt x="596" y="1071"/>
                    <a:pt x="298" y="2184"/>
                    <a:pt x="135" y="3319"/>
                  </a:cubicBezTo>
                  <a:cubicBezTo>
                    <a:pt x="553" y="3950"/>
                    <a:pt x="1021" y="4553"/>
                    <a:pt x="1525" y="5120"/>
                  </a:cubicBezTo>
                  <a:cubicBezTo>
                    <a:pt x="986" y="4950"/>
                    <a:pt x="504" y="4652"/>
                    <a:pt x="36" y="4333"/>
                  </a:cubicBezTo>
                  <a:cubicBezTo>
                    <a:pt x="7" y="4695"/>
                    <a:pt x="0" y="5056"/>
                    <a:pt x="7" y="5418"/>
                  </a:cubicBezTo>
                  <a:cubicBezTo>
                    <a:pt x="22" y="5794"/>
                    <a:pt x="50" y="6169"/>
                    <a:pt x="100" y="6545"/>
                  </a:cubicBezTo>
                  <a:cubicBezTo>
                    <a:pt x="929" y="7233"/>
                    <a:pt x="1816" y="7864"/>
                    <a:pt x="2737" y="8431"/>
                  </a:cubicBezTo>
                  <a:cubicBezTo>
                    <a:pt x="1879" y="8247"/>
                    <a:pt x="1064" y="7885"/>
                    <a:pt x="270" y="7517"/>
                  </a:cubicBezTo>
                  <a:lnTo>
                    <a:pt x="270" y="7517"/>
                  </a:lnTo>
                  <a:cubicBezTo>
                    <a:pt x="497" y="8509"/>
                    <a:pt x="865" y="9467"/>
                    <a:pt x="1404" y="10332"/>
                  </a:cubicBezTo>
                  <a:cubicBezTo>
                    <a:pt x="2206" y="10750"/>
                    <a:pt x="3028" y="11112"/>
                    <a:pt x="3872" y="11424"/>
                  </a:cubicBezTo>
                  <a:cubicBezTo>
                    <a:pt x="3212" y="11360"/>
                    <a:pt x="2560" y="11218"/>
                    <a:pt x="1915" y="11048"/>
                  </a:cubicBezTo>
                  <a:lnTo>
                    <a:pt x="1915" y="11048"/>
                  </a:lnTo>
                  <a:cubicBezTo>
                    <a:pt x="2957" y="12360"/>
                    <a:pt x="4411" y="13416"/>
                    <a:pt x="6084" y="13707"/>
                  </a:cubicBezTo>
                  <a:cubicBezTo>
                    <a:pt x="6885" y="12835"/>
                    <a:pt x="7382" y="11615"/>
                    <a:pt x="7531" y="10431"/>
                  </a:cubicBezTo>
                  <a:cubicBezTo>
                    <a:pt x="7623" y="9701"/>
                    <a:pt x="7587" y="8956"/>
                    <a:pt x="7474" y="8226"/>
                  </a:cubicBezTo>
                  <a:cubicBezTo>
                    <a:pt x="7382" y="8382"/>
                    <a:pt x="7261" y="8524"/>
                    <a:pt x="7134" y="8658"/>
                  </a:cubicBezTo>
                  <a:lnTo>
                    <a:pt x="5793" y="10197"/>
                  </a:lnTo>
                  <a:cubicBezTo>
                    <a:pt x="6269" y="9155"/>
                    <a:pt x="6737" y="8112"/>
                    <a:pt x="7212" y="7070"/>
                  </a:cubicBezTo>
                  <a:cubicBezTo>
                    <a:pt x="7197" y="7020"/>
                    <a:pt x="7183" y="6971"/>
                    <a:pt x="7169" y="6921"/>
                  </a:cubicBezTo>
                  <a:cubicBezTo>
                    <a:pt x="6914" y="6077"/>
                    <a:pt x="6559" y="5269"/>
                    <a:pt x="6113" y="4510"/>
                  </a:cubicBezTo>
                  <a:cubicBezTo>
                    <a:pt x="6084" y="4567"/>
                    <a:pt x="6049" y="4624"/>
                    <a:pt x="6013" y="4680"/>
                  </a:cubicBezTo>
                  <a:cubicBezTo>
                    <a:pt x="5474" y="5517"/>
                    <a:pt x="4928" y="6354"/>
                    <a:pt x="4389" y="7190"/>
                  </a:cubicBezTo>
                  <a:cubicBezTo>
                    <a:pt x="4765" y="5992"/>
                    <a:pt x="5141" y="4794"/>
                    <a:pt x="5517" y="3603"/>
                  </a:cubicBezTo>
                  <a:cubicBezTo>
                    <a:pt x="5021" y="2915"/>
                    <a:pt x="4439" y="2284"/>
                    <a:pt x="3787" y="1731"/>
                  </a:cubicBezTo>
                  <a:cubicBezTo>
                    <a:pt x="3524" y="2404"/>
                    <a:pt x="3184" y="3057"/>
                    <a:pt x="2787" y="3666"/>
                  </a:cubicBezTo>
                  <a:cubicBezTo>
                    <a:pt x="2943" y="2851"/>
                    <a:pt x="3049" y="2021"/>
                    <a:pt x="3113" y="1199"/>
                  </a:cubicBezTo>
                  <a:cubicBezTo>
                    <a:pt x="2461" y="724"/>
                    <a:pt x="1745" y="320"/>
                    <a:pt x="9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4367060" y="731270"/>
              <a:ext cx="159474" cy="366502"/>
            </a:xfrm>
            <a:custGeom>
              <a:avLst/>
              <a:gdLst/>
              <a:ahLst/>
              <a:cxnLst/>
              <a:rect l="l" t="t" r="r" b="b"/>
              <a:pathLst>
                <a:path w="4440" h="10204" fill="none" extrusionOk="0">
                  <a:moveTo>
                    <a:pt x="1" y="0"/>
                  </a:moveTo>
                  <a:cubicBezTo>
                    <a:pt x="944" y="3602"/>
                    <a:pt x="2447" y="7063"/>
                    <a:pt x="4440" y="1020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7"/>
          <p:cNvGrpSpPr/>
          <p:nvPr/>
        </p:nvGrpSpPr>
        <p:grpSpPr>
          <a:xfrm rot="8690310">
            <a:off x="-9041" y="-83563"/>
            <a:ext cx="913632" cy="794347"/>
            <a:chOff x="5616809" y="1185124"/>
            <a:chExt cx="614297" cy="534093"/>
          </a:xfrm>
        </p:grpSpPr>
        <p:sp>
          <p:nvSpPr>
            <p:cNvPr id="161" name="Google Shape;161;p7"/>
            <p:cNvSpPr/>
            <p:nvPr/>
          </p:nvSpPr>
          <p:spPr>
            <a:xfrm>
              <a:off x="5616809" y="1185124"/>
              <a:ext cx="614297" cy="534093"/>
            </a:xfrm>
            <a:custGeom>
              <a:avLst/>
              <a:gdLst/>
              <a:ahLst/>
              <a:cxnLst/>
              <a:rect l="l" t="t" r="r" b="b"/>
              <a:pathLst>
                <a:path w="17103" h="14870" extrusionOk="0">
                  <a:moveTo>
                    <a:pt x="8686" y="0"/>
                  </a:moveTo>
                  <a:cubicBezTo>
                    <a:pt x="8126" y="0"/>
                    <a:pt x="7601" y="156"/>
                    <a:pt x="7155" y="461"/>
                  </a:cubicBezTo>
                  <a:cubicBezTo>
                    <a:pt x="5970" y="1262"/>
                    <a:pt x="5822" y="2744"/>
                    <a:pt x="5772" y="3226"/>
                  </a:cubicBezTo>
                  <a:cubicBezTo>
                    <a:pt x="5758" y="3361"/>
                    <a:pt x="5744" y="3489"/>
                    <a:pt x="5736" y="3623"/>
                  </a:cubicBezTo>
                  <a:cubicBezTo>
                    <a:pt x="5304" y="3297"/>
                    <a:pt x="4644" y="2858"/>
                    <a:pt x="3815" y="2709"/>
                  </a:cubicBezTo>
                  <a:cubicBezTo>
                    <a:pt x="3630" y="2673"/>
                    <a:pt x="3439" y="2652"/>
                    <a:pt x="3255" y="2652"/>
                  </a:cubicBezTo>
                  <a:cubicBezTo>
                    <a:pt x="2404" y="2652"/>
                    <a:pt x="1624" y="2992"/>
                    <a:pt x="1113" y="3581"/>
                  </a:cubicBezTo>
                  <a:cubicBezTo>
                    <a:pt x="645" y="4120"/>
                    <a:pt x="0" y="5325"/>
                    <a:pt x="929" y="7360"/>
                  </a:cubicBezTo>
                  <a:cubicBezTo>
                    <a:pt x="2134" y="9991"/>
                    <a:pt x="4247" y="12196"/>
                    <a:pt x="6821" y="13529"/>
                  </a:cubicBezTo>
                  <a:cubicBezTo>
                    <a:pt x="6878" y="14189"/>
                    <a:pt x="7381" y="14756"/>
                    <a:pt x="8062" y="14855"/>
                  </a:cubicBezTo>
                  <a:cubicBezTo>
                    <a:pt x="8133" y="14869"/>
                    <a:pt x="8211" y="14869"/>
                    <a:pt x="8282" y="14869"/>
                  </a:cubicBezTo>
                  <a:cubicBezTo>
                    <a:pt x="8956" y="14869"/>
                    <a:pt x="9537" y="14408"/>
                    <a:pt x="9700" y="13763"/>
                  </a:cubicBezTo>
                  <a:cubicBezTo>
                    <a:pt x="11062" y="13316"/>
                    <a:pt x="12515" y="12763"/>
                    <a:pt x="13792" y="11870"/>
                  </a:cubicBezTo>
                  <a:cubicBezTo>
                    <a:pt x="15642" y="10587"/>
                    <a:pt x="16805" y="8757"/>
                    <a:pt x="16982" y="6850"/>
                  </a:cubicBezTo>
                  <a:cubicBezTo>
                    <a:pt x="17103" y="5573"/>
                    <a:pt x="16663" y="4524"/>
                    <a:pt x="15784" y="3957"/>
                  </a:cubicBezTo>
                  <a:cubicBezTo>
                    <a:pt x="15373" y="3694"/>
                    <a:pt x="14898" y="3560"/>
                    <a:pt x="14366" y="3560"/>
                  </a:cubicBezTo>
                  <a:cubicBezTo>
                    <a:pt x="13983" y="3560"/>
                    <a:pt x="13572" y="3631"/>
                    <a:pt x="13146" y="3772"/>
                  </a:cubicBezTo>
                  <a:cubicBezTo>
                    <a:pt x="12848" y="3872"/>
                    <a:pt x="12565" y="3992"/>
                    <a:pt x="12288" y="4134"/>
                  </a:cubicBezTo>
                  <a:cubicBezTo>
                    <a:pt x="12260" y="3921"/>
                    <a:pt x="12224" y="3709"/>
                    <a:pt x="12182" y="3496"/>
                  </a:cubicBezTo>
                  <a:cubicBezTo>
                    <a:pt x="11948" y="2340"/>
                    <a:pt x="11515" y="1482"/>
                    <a:pt x="10856" y="865"/>
                  </a:cubicBezTo>
                  <a:cubicBezTo>
                    <a:pt x="10267" y="319"/>
                    <a:pt x="9473" y="0"/>
                    <a:pt x="86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5676396" y="1236091"/>
              <a:ext cx="501480" cy="405185"/>
            </a:xfrm>
            <a:custGeom>
              <a:avLst/>
              <a:gdLst/>
              <a:ahLst/>
              <a:cxnLst/>
              <a:rect l="l" t="t" r="r" b="b"/>
              <a:pathLst>
                <a:path w="13962" h="11281" extrusionOk="0">
                  <a:moveTo>
                    <a:pt x="7024" y="1"/>
                  </a:moveTo>
                  <a:cubicBezTo>
                    <a:pt x="6766" y="1"/>
                    <a:pt x="6514" y="66"/>
                    <a:pt x="6297" y="212"/>
                  </a:cubicBezTo>
                  <a:cubicBezTo>
                    <a:pt x="5751" y="581"/>
                    <a:pt x="5588" y="1304"/>
                    <a:pt x="5524" y="1956"/>
                  </a:cubicBezTo>
                  <a:cubicBezTo>
                    <a:pt x="5340" y="3757"/>
                    <a:pt x="5531" y="5601"/>
                    <a:pt x="6098" y="7324"/>
                  </a:cubicBezTo>
                  <a:cubicBezTo>
                    <a:pt x="5581" y="5842"/>
                    <a:pt x="4581" y="4374"/>
                    <a:pt x="3241" y="3346"/>
                  </a:cubicBezTo>
                  <a:cubicBezTo>
                    <a:pt x="2844" y="3041"/>
                    <a:pt x="2397" y="2772"/>
                    <a:pt x="1908" y="2679"/>
                  </a:cubicBezTo>
                  <a:cubicBezTo>
                    <a:pt x="1808" y="2662"/>
                    <a:pt x="1705" y="2654"/>
                    <a:pt x="1603" y="2654"/>
                  </a:cubicBezTo>
                  <a:cubicBezTo>
                    <a:pt x="1195" y="2654"/>
                    <a:pt x="785" y="2792"/>
                    <a:pt x="525" y="3098"/>
                  </a:cubicBezTo>
                  <a:cubicBezTo>
                    <a:pt x="0" y="3693"/>
                    <a:pt x="234" y="4622"/>
                    <a:pt x="560" y="5346"/>
                  </a:cubicBezTo>
                  <a:cubicBezTo>
                    <a:pt x="1773" y="8005"/>
                    <a:pt x="4028" y="10174"/>
                    <a:pt x="6736" y="11281"/>
                  </a:cubicBezTo>
                  <a:cubicBezTo>
                    <a:pt x="8403" y="10749"/>
                    <a:pt x="9984" y="10224"/>
                    <a:pt x="11324" y="9288"/>
                  </a:cubicBezTo>
                  <a:cubicBezTo>
                    <a:pt x="12664" y="8352"/>
                    <a:pt x="13763" y="6934"/>
                    <a:pt x="13912" y="5303"/>
                  </a:cubicBezTo>
                  <a:cubicBezTo>
                    <a:pt x="13962" y="4722"/>
                    <a:pt x="13848" y="4048"/>
                    <a:pt x="13359" y="3736"/>
                  </a:cubicBezTo>
                  <a:cubicBezTo>
                    <a:pt x="13164" y="3608"/>
                    <a:pt x="12938" y="3558"/>
                    <a:pt x="12704" y="3558"/>
                  </a:cubicBezTo>
                  <a:cubicBezTo>
                    <a:pt x="12446" y="3558"/>
                    <a:pt x="12179" y="3619"/>
                    <a:pt x="11934" y="3701"/>
                  </a:cubicBezTo>
                  <a:cubicBezTo>
                    <a:pt x="10575" y="4149"/>
                    <a:pt x="9430" y="5207"/>
                    <a:pt x="8856" y="6517"/>
                  </a:cubicBezTo>
                  <a:lnTo>
                    <a:pt x="8856" y="6517"/>
                  </a:lnTo>
                  <a:cubicBezTo>
                    <a:pt x="9312" y="5245"/>
                    <a:pt x="9411" y="3764"/>
                    <a:pt x="9133" y="2353"/>
                  </a:cubicBezTo>
                  <a:cubicBezTo>
                    <a:pt x="8991" y="1666"/>
                    <a:pt x="8743" y="964"/>
                    <a:pt x="8233" y="488"/>
                  </a:cubicBezTo>
                  <a:cubicBezTo>
                    <a:pt x="7908" y="186"/>
                    <a:pt x="7458" y="1"/>
                    <a:pt x="70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5914242" y="1290290"/>
              <a:ext cx="19934" cy="376451"/>
            </a:xfrm>
            <a:custGeom>
              <a:avLst/>
              <a:gdLst/>
              <a:ahLst/>
              <a:cxnLst/>
              <a:rect l="l" t="t" r="r" b="b"/>
              <a:pathLst>
                <a:path w="555" h="10481" fill="none" extrusionOk="0">
                  <a:moveTo>
                    <a:pt x="185" y="1"/>
                  </a:moveTo>
                  <a:cubicBezTo>
                    <a:pt x="554" y="3482"/>
                    <a:pt x="497" y="7013"/>
                    <a:pt x="1" y="10481"/>
                  </a:cubicBezTo>
                </a:path>
              </a:pathLst>
            </a:custGeom>
            <a:noFill/>
            <a:ln w="23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5729878" y="1380192"/>
              <a:ext cx="402923" cy="216259"/>
            </a:xfrm>
            <a:custGeom>
              <a:avLst/>
              <a:gdLst/>
              <a:ahLst/>
              <a:cxnLst/>
              <a:rect l="l" t="t" r="r" b="b"/>
              <a:pathLst>
                <a:path w="11218" h="6021" fill="none" extrusionOk="0">
                  <a:moveTo>
                    <a:pt x="0" y="1"/>
                  </a:moveTo>
                  <a:cubicBezTo>
                    <a:pt x="1440" y="2270"/>
                    <a:pt x="3141" y="4326"/>
                    <a:pt x="5368" y="6021"/>
                  </a:cubicBezTo>
                  <a:cubicBezTo>
                    <a:pt x="7268" y="4312"/>
                    <a:pt x="9318" y="2560"/>
                    <a:pt x="11218" y="851"/>
                  </a:cubicBezTo>
                </a:path>
              </a:pathLst>
            </a:custGeom>
            <a:noFill/>
            <a:ln w="23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3"/>
          <p:cNvSpPr txBox="1">
            <a:spLocks noGrp="1"/>
          </p:cNvSpPr>
          <p:nvPr>
            <p:ph type="subTitle" idx="1"/>
          </p:nvPr>
        </p:nvSpPr>
        <p:spPr>
          <a:xfrm>
            <a:off x="720000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subTitle" idx="2"/>
          </p:nvPr>
        </p:nvSpPr>
        <p:spPr>
          <a:xfrm>
            <a:off x="3419269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subTitle" idx="3"/>
          </p:nvPr>
        </p:nvSpPr>
        <p:spPr>
          <a:xfrm>
            <a:off x="720000" y="408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subTitle" idx="4"/>
          </p:nvPr>
        </p:nvSpPr>
        <p:spPr>
          <a:xfrm>
            <a:off x="3419269" y="408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3"/>
          <p:cNvSpPr txBox="1">
            <a:spLocks noGrp="1"/>
          </p:cNvSpPr>
          <p:nvPr>
            <p:ph type="subTitle" idx="5"/>
          </p:nvPr>
        </p:nvSpPr>
        <p:spPr>
          <a:xfrm>
            <a:off x="6118545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3"/>
          <p:cNvSpPr txBox="1">
            <a:spLocks noGrp="1"/>
          </p:cNvSpPr>
          <p:nvPr>
            <p:ph type="subTitle" idx="6"/>
          </p:nvPr>
        </p:nvSpPr>
        <p:spPr>
          <a:xfrm>
            <a:off x="6118545" y="408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7" hasCustomPrompt="1"/>
          </p:nvPr>
        </p:nvSpPr>
        <p:spPr>
          <a:xfrm>
            <a:off x="840174" y="1344775"/>
            <a:ext cx="812100" cy="447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8" hasCustomPrompt="1"/>
          </p:nvPr>
        </p:nvSpPr>
        <p:spPr>
          <a:xfrm>
            <a:off x="840174" y="3159197"/>
            <a:ext cx="812100" cy="447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9" hasCustomPrompt="1"/>
          </p:nvPr>
        </p:nvSpPr>
        <p:spPr>
          <a:xfrm>
            <a:off x="3539449" y="1344775"/>
            <a:ext cx="812100" cy="447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13" hasCustomPrompt="1"/>
          </p:nvPr>
        </p:nvSpPr>
        <p:spPr>
          <a:xfrm>
            <a:off x="3539449" y="3159197"/>
            <a:ext cx="812100" cy="447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14" hasCustomPrompt="1"/>
          </p:nvPr>
        </p:nvSpPr>
        <p:spPr>
          <a:xfrm>
            <a:off x="6238724" y="1344775"/>
            <a:ext cx="812100" cy="447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15" hasCustomPrompt="1"/>
          </p:nvPr>
        </p:nvSpPr>
        <p:spPr>
          <a:xfrm>
            <a:off x="6238724" y="3159197"/>
            <a:ext cx="812100" cy="447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6"/>
          </p:nvPr>
        </p:nvSpPr>
        <p:spPr>
          <a:xfrm>
            <a:off x="720000" y="19803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17"/>
          </p:nvPr>
        </p:nvSpPr>
        <p:spPr>
          <a:xfrm>
            <a:off x="3419269" y="19803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18"/>
          </p:nvPr>
        </p:nvSpPr>
        <p:spPr>
          <a:xfrm>
            <a:off x="6118545" y="19803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9"/>
          </p:nvPr>
        </p:nvSpPr>
        <p:spPr>
          <a:xfrm>
            <a:off x="720000" y="37948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20"/>
          </p:nvPr>
        </p:nvSpPr>
        <p:spPr>
          <a:xfrm>
            <a:off x="3419269" y="37948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21"/>
          </p:nvPr>
        </p:nvSpPr>
        <p:spPr>
          <a:xfrm>
            <a:off x="6118545" y="37948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54" name="Google Shape;254;p13"/>
          <p:cNvGrpSpPr/>
          <p:nvPr/>
        </p:nvGrpSpPr>
        <p:grpSpPr>
          <a:xfrm rot="-9046125">
            <a:off x="8662995" y="4027368"/>
            <a:ext cx="668795" cy="1153267"/>
            <a:chOff x="5192731" y="312328"/>
            <a:chExt cx="367292" cy="633405"/>
          </a:xfrm>
        </p:grpSpPr>
        <p:sp>
          <p:nvSpPr>
            <p:cNvPr id="255" name="Google Shape;255;p13"/>
            <p:cNvSpPr/>
            <p:nvPr/>
          </p:nvSpPr>
          <p:spPr>
            <a:xfrm>
              <a:off x="5192731" y="312328"/>
              <a:ext cx="367292" cy="633405"/>
            </a:xfrm>
            <a:custGeom>
              <a:avLst/>
              <a:gdLst/>
              <a:ahLst/>
              <a:cxnLst/>
              <a:rect l="l" t="t" r="r" b="b"/>
              <a:pathLst>
                <a:path w="10226" h="17635" extrusionOk="0">
                  <a:moveTo>
                    <a:pt x="7489" y="0"/>
                  </a:moveTo>
                  <a:cubicBezTo>
                    <a:pt x="7418" y="0"/>
                    <a:pt x="7347" y="7"/>
                    <a:pt x="7269" y="14"/>
                  </a:cubicBezTo>
                  <a:cubicBezTo>
                    <a:pt x="6836" y="64"/>
                    <a:pt x="6198" y="270"/>
                    <a:pt x="5610" y="993"/>
                  </a:cubicBezTo>
                  <a:cubicBezTo>
                    <a:pt x="5156" y="1553"/>
                    <a:pt x="4844" y="2191"/>
                    <a:pt x="4695" y="2843"/>
                  </a:cubicBezTo>
                  <a:cubicBezTo>
                    <a:pt x="4440" y="2716"/>
                    <a:pt x="4199" y="2673"/>
                    <a:pt x="4021" y="2652"/>
                  </a:cubicBezTo>
                  <a:cubicBezTo>
                    <a:pt x="3965" y="2645"/>
                    <a:pt x="3901" y="2645"/>
                    <a:pt x="3837" y="2645"/>
                  </a:cubicBezTo>
                  <a:cubicBezTo>
                    <a:pt x="3050" y="2645"/>
                    <a:pt x="2320" y="3127"/>
                    <a:pt x="1972" y="3879"/>
                  </a:cubicBezTo>
                  <a:cubicBezTo>
                    <a:pt x="1759" y="4354"/>
                    <a:pt x="1703" y="4900"/>
                    <a:pt x="1809" y="5495"/>
                  </a:cubicBezTo>
                  <a:cubicBezTo>
                    <a:pt x="1837" y="5644"/>
                    <a:pt x="1873" y="5786"/>
                    <a:pt x="1915" y="5928"/>
                  </a:cubicBezTo>
                  <a:cubicBezTo>
                    <a:pt x="1802" y="5985"/>
                    <a:pt x="1696" y="6056"/>
                    <a:pt x="1596" y="6141"/>
                  </a:cubicBezTo>
                  <a:cubicBezTo>
                    <a:pt x="1121" y="6531"/>
                    <a:pt x="838" y="7148"/>
                    <a:pt x="845" y="7800"/>
                  </a:cubicBezTo>
                  <a:cubicBezTo>
                    <a:pt x="852" y="8211"/>
                    <a:pt x="972" y="8630"/>
                    <a:pt x="1199" y="9034"/>
                  </a:cubicBezTo>
                  <a:cubicBezTo>
                    <a:pt x="1263" y="9147"/>
                    <a:pt x="1327" y="9253"/>
                    <a:pt x="1398" y="9360"/>
                  </a:cubicBezTo>
                  <a:cubicBezTo>
                    <a:pt x="1277" y="9409"/>
                    <a:pt x="1157" y="9473"/>
                    <a:pt x="1043" y="9544"/>
                  </a:cubicBezTo>
                  <a:cubicBezTo>
                    <a:pt x="299" y="10041"/>
                    <a:pt x="1" y="10991"/>
                    <a:pt x="285" y="11920"/>
                  </a:cubicBezTo>
                  <a:cubicBezTo>
                    <a:pt x="561" y="12813"/>
                    <a:pt x="1313" y="13550"/>
                    <a:pt x="2298" y="13898"/>
                  </a:cubicBezTo>
                  <a:cubicBezTo>
                    <a:pt x="2589" y="13997"/>
                    <a:pt x="2922" y="14068"/>
                    <a:pt x="3270" y="14111"/>
                  </a:cubicBezTo>
                  <a:cubicBezTo>
                    <a:pt x="3404" y="14969"/>
                    <a:pt x="3610" y="15805"/>
                    <a:pt x="3880" y="16614"/>
                  </a:cubicBezTo>
                  <a:cubicBezTo>
                    <a:pt x="4078" y="17223"/>
                    <a:pt x="4652" y="17635"/>
                    <a:pt x="5291" y="17635"/>
                  </a:cubicBezTo>
                  <a:cubicBezTo>
                    <a:pt x="5454" y="17635"/>
                    <a:pt x="5610" y="17606"/>
                    <a:pt x="5759" y="17557"/>
                  </a:cubicBezTo>
                  <a:cubicBezTo>
                    <a:pt x="6142" y="17429"/>
                    <a:pt x="6446" y="17167"/>
                    <a:pt x="6624" y="16812"/>
                  </a:cubicBezTo>
                  <a:cubicBezTo>
                    <a:pt x="6801" y="16458"/>
                    <a:pt x="6829" y="16054"/>
                    <a:pt x="6709" y="15671"/>
                  </a:cubicBezTo>
                  <a:cubicBezTo>
                    <a:pt x="6453" y="14898"/>
                    <a:pt x="6262" y="14096"/>
                    <a:pt x="6149" y="13274"/>
                  </a:cubicBezTo>
                  <a:cubicBezTo>
                    <a:pt x="6503" y="13196"/>
                    <a:pt x="6858" y="13097"/>
                    <a:pt x="7191" y="12969"/>
                  </a:cubicBezTo>
                  <a:cubicBezTo>
                    <a:pt x="8297" y="12544"/>
                    <a:pt x="8673" y="11835"/>
                    <a:pt x="8801" y="11310"/>
                  </a:cubicBezTo>
                  <a:cubicBezTo>
                    <a:pt x="8935" y="10728"/>
                    <a:pt x="8808" y="10133"/>
                    <a:pt x="8474" y="9651"/>
                  </a:cubicBezTo>
                  <a:cubicBezTo>
                    <a:pt x="9120" y="9083"/>
                    <a:pt x="9410" y="8346"/>
                    <a:pt x="9276" y="7623"/>
                  </a:cubicBezTo>
                  <a:cubicBezTo>
                    <a:pt x="9240" y="7445"/>
                    <a:pt x="9183" y="7282"/>
                    <a:pt x="9105" y="7119"/>
                  </a:cubicBezTo>
                  <a:cubicBezTo>
                    <a:pt x="9474" y="6828"/>
                    <a:pt x="9758" y="6446"/>
                    <a:pt x="9914" y="6013"/>
                  </a:cubicBezTo>
                  <a:cubicBezTo>
                    <a:pt x="10226" y="5176"/>
                    <a:pt x="9999" y="4233"/>
                    <a:pt x="9403" y="3638"/>
                  </a:cubicBezTo>
                  <a:cubicBezTo>
                    <a:pt x="9729" y="3028"/>
                    <a:pt x="9822" y="2347"/>
                    <a:pt x="9659" y="1716"/>
                  </a:cubicBezTo>
                  <a:cubicBezTo>
                    <a:pt x="9396" y="723"/>
                    <a:pt x="8481" y="0"/>
                    <a:pt x="7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3"/>
            <p:cNvSpPr/>
            <p:nvPr/>
          </p:nvSpPr>
          <p:spPr>
            <a:xfrm>
              <a:off x="5401340" y="363367"/>
              <a:ext cx="92488" cy="111452"/>
            </a:xfrm>
            <a:custGeom>
              <a:avLst/>
              <a:gdLst/>
              <a:ahLst/>
              <a:cxnLst/>
              <a:rect l="l" t="t" r="r" b="b"/>
              <a:pathLst>
                <a:path w="2575" h="3103" extrusionOk="0">
                  <a:moveTo>
                    <a:pt x="1683" y="0"/>
                  </a:moveTo>
                  <a:cubicBezTo>
                    <a:pt x="1659" y="0"/>
                    <a:pt x="1634" y="2"/>
                    <a:pt x="1610" y="4"/>
                  </a:cubicBezTo>
                  <a:cubicBezTo>
                    <a:pt x="1326" y="33"/>
                    <a:pt x="1085" y="238"/>
                    <a:pt x="901" y="465"/>
                  </a:cubicBezTo>
                  <a:cubicBezTo>
                    <a:pt x="319" y="1181"/>
                    <a:pt x="0" y="2231"/>
                    <a:pt x="326" y="3103"/>
                  </a:cubicBezTo>
                  <a:cubicBezTo>
                    <a:pt x="461" y="2904"/>
                    <a:pt x="965" y="2713"/>
                    <a:pt x="1305" y="2507"/>
                  </a:cubicBezTo>
                  <a:cubicBezTo>
                    <a:pt x="1645" y="2309"/>
                    <a:pt x="1971" y="2075"/>
                    <a:pt x="2213" y="1763"/>
                  </a:cubicBezTo>
                  <a:cubicBezTo>
                    <a:pt x="2447" y="1451"/>
                    <a:pt x="2574" y="1040"/>
                    <a:pt x="2475" y="657"/>
                  </a:cubicBezTo>
                  <a:cubicBezTo>
                    <a:pt x="2382" y="297"/>
                    <a:pt x="2051" y="0"/>
                    <a:pt x="16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5388087" y="471766"/>
              <a:ext cx="117702" cy="68351"/>
            </a:xfrm>
            <a:custGeom>
              <a:avLst/>
              <a:gdLst/>
              <a:ahLst/>
              <a:cxnLst/>
              <a:rect l="l" t="t" r="r" b="b"/>
              <a:pathLst>
                <a:path w="3277" h="1903" extrusionOk="0">
                  <a:moveTo>
                    <a:pt x="2429" y="0"/>
                  </a:moveTo>
                  <a:cubicBezTo>
                    <a:pt x="2252" y="0"/>
                    <a:pt x="2068" y="45"/>
                    <a:pt x="1901" y="106"/>
                  </a:cubicBezTo>
                  <a:cubicBezTo>
                    <a:pt x="1135" y="383"/>
                    <a:pt x="369" y="993"/>
                    <a:pt x="1" y="1723"/>
                  </a:cubicBezTo>
                  <a:cubicBezTo>
                    <a:pt x="277" y="1758"/>
                    <a:pt x="759" y="1815"/>
                    <a:pt x="1149" y="1865"/>
                  </a:cubicBezTo>
                  <a:cubicBezTo>
                    <a:pt x="1323" y="1887"/>
                    <a:pt x="1499" y="1902"/>
                    <a:pt x="1675" y="1902"/>
                  </a:cubicBezTo>
                  <a:cubicBezTo>
                    <a:pt x="1886" y="1902"/>
                    <a:pt x="2096" y="1880"/>
                    <a:pt x="2298" y="1822"/>
                  </a:cubicBezTo>
                  <a:cubicBezTo>
                    <a:pt x="2667" y="1709"/>
                    <a:pt x="3014" y="1453"/>
                    <a:pt x="3149" y="1092"/>
                  </a:cubicBezTo>
                  <a:cubicBezTo>
                    <a:pt x="3276" y="723"/>
                    <a:pt x="3149" y="262"/>
                    <a:pt x="2801" y="85"/>
                  </a:cubicBezTo>
                  <a:cubicBezTo>
                    <a:pt x="2687" y="25"/>
                    <a:pt x="2560" y="0"/>
                    <a:pt x="2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5306087" y="458189"/>
              <a:ext cx="71584" cy="120826"/>
            </a:xfrm>
            <a:custGeom>
              <a:avLst/>
              <a:gdLst/>
              <a:ahLst/>
              <a:cxnLst/>
              <a:rect l="l" t="t" r="r" b="b"/>
              <a:pathLst>
                <a:path w="1993" h="3364" extrusionOk="0">
                  <a:moveTo>
                    <a:pt x="689" y="0"/>
                  </a:moveTo>
                  <a:cubicBezTo>
                    <a:pt x="442" y="0"/>
                    <a:pt x="214" y="178"/>
                    <a:pt x="107" y="406"/>
                  </a:cubicBezTo>
                  <a:cubicBezTo>
                    <a:pt x="0" y="647"/>
                    <a:pt x="7" y="924"/>
                    <a:pt x="50" y="1186"/>
                  </a:cubicBezTo>
                  <a:cubicBezTo>
                    <a:pt x="220" y="2101"/>
                    <a:pt x="1014" y="3051"/>
                    <a:pt x="1894" y="3363"/>
                  </a:cubicBezTo>
                  <a:cubicBezTo>
                    <a:pt x="1993" y="2420"/>
                    <a:pt x="1766" y="1371"/>
                    <a:pt x="1376" y="591"/>
                  </a:cubicBezTo>
                  <a:cubicBezTo>
                    <a:pt x="1241" y="321"/>
                    <a:pt x="1036" y="30"/>
                    <a:pt x="731" y="2"/>
                  </a:cubicBezTo>
                  <a:cubicBezTo>
                    <a:pt x="717" y="1"/>
                    <a:pt x="703" y="0"/>
                    <a:pt x="6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5362873" y="575927"/>
              <a:ext cx="114649" cy="68387"/>
            </a:xfrm>
            <a:custGeom>
              <a:avLst/>
              <a:gdLst/>
              <a:ahLst/>
              <a:cxnLst/>
              <a:rect l="l" t="t" r="r" b="b"/>
              <a:pathLst>
                <a:path w="3192" h="1904" extrusionOk="0">
                  <a:moveTo>
                    <a:pt x="2215" y="0"/>
                  </a:moveTo>
                  <a:cubicBezTo>
                    <a:pt x="1812" y="0"/>
                    <a:pt x="1406" y="155"/>
                    <a:pt x="1071" y="390"/>
                  </a:cubicBezTo>
                  <a:cubicBezTo>
                    <a:pt x="646" y="688"/>
                    <a:pt x="298" y="1156"/>
                    <a:pt x="1" y="1581"/>
                  </a:cubicBezTo>
                  <a:cubicBezTo>
                    <a:pt x="309" y="1802"/>
                    <a:pt x="690" y="1904"/>
                    <a:pt x="1087" y="1904"/>
                  </a:cubicBezTo>
                  <a:cubicBezTo>
                    <a:pt x="1685" y="1904"/>
                    <a:pt x="2318" y="1671"/>
                    <a:pt x="2787" y="1262"/>
                  </a:cubicBezTo>
                  <a:cubicBezTo>
                    <a:pt x="3000" y="1078"/>
                    <a:pt x="3191" y="815"/>
                    <a:pt x="3142" y="546"/>
                  </a:cubicBezTo>
                  <a:cubicBezTo>
                    <a:pt x="3092" y="269"/>
                    <a:pt x="2816" y="92"/>
                    <a:pt x="2539" y="35"/>
                  </a:cubicBezTo>
                  <a:cubicBezTo>
                    <a:pt x="2432" y="11"/>
                    <a:pt x="2324" y="0"/>
                    <a:pt x="22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5273977" y="567558"/>
              <a:ext cx="84586" cy="87962"/>
            </a:xfrm>
            <a:custGeom>
              <a:avLst/>
              <a:gdLst/>
              <a:ahLst/>
              <a:cxnLst/>
              <a:rect l="l" t="t" r="r" b="b"/>
              <a:pathLst>
                <a:path w="2355" h="2449" extrusionOk="0">
                  <a:moveTo>
                    <a:pt x="624" y="1"/>
                  </a:moveTo>
                  <a:cubicBezTo>
                    <a:pt x="481" y="1"/>
                    <a:pt x="343" y="41"/>
                    <a:pt x="235" y="134"/>
                  </a:cubicBezTo>
                  <a:cubicBezTo>
                    <a:pt x="79" y="261"/>
                    <a:pt x="1" y="467"/>
                    <a:pt x="1" y="673"/>
                  </a:cubicBezTo>
                  <a:cubicBezTo>
                    <a:pt x="8" y="871"/>
                    <a:pt x="79" y="1070"/>
                    <a:pt x="178" y="1247"/>
                  </a:cubicBezTo>
                  <a:cubicBezTo>
                    <a:pt x="559" y="1936"/>
                    <a:pt x="1376" y="2448"/>
                    <a:pt x="2164" y="2448"/>
                  </a:cubicBezTo>
                  <a:cubicBezTo>
                    <a:pt x="2228" y="2448"/>
                    <a:pt x="2292" y="2445"/>
                    <a:pt x="2355" y="2438"/>
                  </a:cubicBezTo>
                  <a:cubicBezTo>
                    <a:pt x="2171" y="1814"/>
                    <a:pt x="1901" y="1162"/>
                    <a:pt x="1568" y="658"/>
                  </a:cubicBezTo>
                  <a:cubicBezTo>
                    <a:pt x="1419" y="439"/>
                    <a:pt x="1242" y="219"/>
                    <a:pt x="1001" y="91"/>
                  </a:cubicBezTo>
                  <a:cubicBezTo>
                    <a:pt x="886" y="34"/>
                    <a:pt x="753" y="1"/>
                    <a:pt x="6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5356012" y="675167"/>
              <a:ext cx="105454" cy="68028"/>
            </a:xfrm>
            <a:custGeom>
              <a:avLst/>
              <a:gdLst/>
              <a:ahLst/>
              <a:cxnLst/>
              <a:rect l="l" t="t" r="r" b="b"/>
              <a:pathLst>
                <a:path w="2936" h="1894" extrusionOk="0">
                  <a:moveTo>
                    <a:pt x="2029" y="1"/>
                  </a:moveTo>
                  <a:cubicBezTo>
                    <a:pt x="1922" y="1"/>
                    <a:pt x="1813" y="16"/>
                    <a:pt x="1709" y="45"/>
                  </a:cubicBezTo>
                  <a:cubicBezTo>
                    <a:pt x="1432" y="116"/>
                    <a:pt x="1191" y="286"/>
                    <a:pt x="972" y="470"/>
                  </a:cubicBezTo>
                  <a:cubicBezTo>
                    <a:pt x="567" y="839"/>
                    <a:pt x="184" y="1371"/>
                    <a:pt x="0" y="1889"/>
                  </a:cubicBezTo>
                  <a:cubicBezTo>
                    <a:pt x="79" y="1892"/>
                    <a:pt x="158" y="1894"/>
                    <a:pt x="236" y="1894"/>
                  </a:cubicBezTo>
                  <a:cubicBezTo>
                    <a:pt x="924" y="1894"/>
                    <a:pt x="1581" y="1757"/>
                    <a:pt x="2134" y="1541"/>
                  </a:cubicBezTo>
                  <a:cubicBezTo>
                    <a:pt x="2453" y="1421"/>
                    <a:pt x="2794" y="1215"/>
                    <a:pt x="2872" y="882"/>
                  </a:cubicBezTo>
                  <a:cubicBezTo>
                    <a:pt x="2936" y="605"/>
                    <a:pt x="2787" y="300"/>
                    <a:pt x="2546" y="144"/>
                  </a:cubicBezTo>
                  <a:cubicBezTo>
                    <a:pt x="2393" y="46"/>
                    <a:pt x="2213" y="1"/>
                    <a:pt x="20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5248511" y="694706"/>
              <a:ext cx="109046" cy="75068"/>
            </a:xfrm>
            <a:custGeom>
              <a:avLst/>
              <a:gdLst/>
              <a:ahLst/>
              <a:cxnLst/>
              <a:rect l="l" t="t" r="r" b="b"/>
              <a:pathLst>
                <a:path w="3036" h="2090" extrusionOk="0">
                  <a:moveTo>
                    <a:pt x="558" y="1"/>
                  </a:moveTo>
                  <a:cubicBezTo>
                    <a:pt x="458" y="1"/>
                    <a:pt x="362" y="25"/>
                    <a:pt x="277" y="82"/>
                  </a:cubicBezTo>
                  <a:cubicBezTo>
                    <a:pt x="36" y="238"/>
                    <a:pt x="1" y="586"/>
                    <a:pt x="86" y="855"/>
                  </a:cubicBezTo>
                  <a:cubicBezTo>
                    <a:pt x="242" y="1366"/>
                    <a:pt x="710" y="1735"/>
                    <a:pt x="1213" y="1912"/>
                  </a:cubicBezTo>
                  <a:cubicBezTo>
                    <a:pt x="1535" y="2025"/>
                    <a:pt x="1958" y="2089"/>
                    <a:pt x="2370" y="2089"/>
                  </a:cubicBezTo>
                  <a:cubicBezTo>
                    <a:pt x="2602" y="2089"/>
                    <a:pt x="2831" y="2069"/>
                    <a:pt x="3036" y="2025"/>
                  </a:cubicBezTo>
                  <a:cubicBezTo>
                    <a:pt x="2639" y="1316"/>
                    <a:pt x="1859" y="664"/>
                    <a:pt x="1171" y="224"/>
                  </a:cubicBezTo>
                  <a:cubicBezTo>
                    <a:pt x="989" y="104"/>
                    <a:pt x="765" y="1"/>
                    <a:pt x="5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5332307" y="429455"/>
              <a:ext cx="105993" cy="462797"/>
            </a:xfrm>
            <a:custGeom>
              <a:avLst/>
              <a:gdLst/>
              <a:ahLst/>
              <a:cxnLst/>
              <a:rect l="l" t="t" r="r" b="b"/>
              <a:pathLst>
                <a:path w="2951" h="12885" fill="none" extrusionOk="0">
                  <a:moveTo>
                    <a:pt x="2950" y="1"/>
                  </a:moveTo>
                  <a:cubicBezTo>
                    <a:pt x="582" y="3787"/>
                    <a:pt x="1" y="8644"/>
                    <a:pt x="1405" y="12885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5341753" y="510701"/>
              <a:ext cx="32362" cy="68315"/>
            </a:xfrm>
            <a:custGeom>
              <a:avLst/>
              <a:gdLst/>
              <a:ahLst/>
              <a:cxnLst/>
              <a:rect l="l" t="t" r="r" b="b"/>
              <a:pathLst>
                <a:path w="901" h="1902" fill="none" extrusionOk="0">
                  <a:moveTo>
                    <a:pt x="0" y="1"/>
                  </a:moveTo>
                  <a:cubicBezTo>
                    <a:pt x="0" y="1"/>
                    <a:pt x="496" y="1291"/>
                    <a:pt x="901" y="190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3"/>
            <p:cNvSpPr/>
            <p:nvPr/>
          </p:nvSpPr>
          <p:spPr>
            <a:xfrm>
              <a:off x="5388087" y="511994"/>
              <a:ext cx="67776" cy="21658"/>
            </a:xfrm>
            <a:custGeom>
              <a:avLst/>
              <a:gdLst/>
              <a:ahLst/>
              <a:cxnLst/>
              <a:rect l="l" t="t" r="r" b="b"/>
              <a:pathLst>
                <a:path w="1887" h="603" fill="none" extrusionOk="0">
                  <a:moveTo>
                    <a:pt x="1887" y="0"/>
                  </a:moveTo>
                  <a:cubicBezTo>
                    <a:pt x="1887" y="0"/>
                    <a:pt x="646" y="369"/>
                    <a:pt x="1" y="603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5309894" y="608001"/>
              <a:ext cx="48668" cy="47160"/>
            </a:xfrm>
            <a:custGeom>
              <a:avLst/>
              <a:gdLst/>
              <a:ahLst/>
              <a:cxnLst/>
              <a:rect l="l" t="t" r="r" b="b"/>
              <a:pathLst>
                <a:path w="1355" h="1313" fill="none" extrusionOk="0">
                  <a:moveTo>
                    <a:pt x="1" y="0"/>
                  </a:moveTo>
                  <a:cubicBezTo>
                    <a:pt x="1" y="0"/>
                    <a:pt x="759" y="1036"/>
                    <a:pt x="1355" y="1312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3"/>
            <p:cNvSpPr/>
            <p:nvPr/>
          </p:nvSpPr>
          <p:spPr>
            <a:xfrm>
              <a:off x="5362873" y="610300"/>
              <a:ext cx="64723" cy="22448"/>
            </a:xfrm>
            <a:custGeom>
              <a:avLst/>
              <a:gdLst/>
              <a:ahLst/>
              <a:cxnLst/>
              <a:rect l="l" t="t" r="r" b="b"/>
              <a:pathLst>
                <a:path w="1802" h="625" fill="none" extrusionOk="0">
                  <a:moveTo>
                    <a:pt x="1802" y="0"/>
                  </a:moveTo>
                  <a:cubicBezTo>
                    <a:pt x="1802" y="0"/>
                    <a:pt x="688" y="419"/>
                    <a:pt x="1" y="62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3"/>
            <p:cNvSpPr/>
            <p:nvPr/>
          </p:nvSpPr>
          <p:spPr>
            <a:xfrm>
              <a:off x="5292331" y="731773"/>
              <a:ext cx="65226" cy="35702"/>
            </a:xfrm>
            <a:custGeom>
              <a:avLst/>
              <a:gdLst/>
              <a:ahLst/>
              <a:cxnLst/>
              <a:rect l="l" t="t" r="r" b="b"/>
              <a:pathLst>
                <a:path w="1816" h="994" fill="none" extrusionOk="0">
                  <a:moveTo>
                    <a:pt x="0" y="1"/>
                  </a:moveTo>
                  <a:cubicBezTo>
                    <a:pt x="0" y="1"/>
                    <a:pt x="943" y="703"/>
                    <a:pt x="1816" y="993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3"/>
            <p:cNvSpPr/>
            <p:nvPr/>
          </p:nvSpPr>
          <p:spPr>
            <a:xfrm>
              <a:off x="5356012" y="706559"/>
              <a:ext cx="64185" cy="36456"/>
            </a:xfrm>
            <a:custGeom>
              <a:avLst/>
              <a:gdLst/>
              <a:ahLst/>
              <a:cxnLst/>
              <a:rect l="l" t="t" r="r" b="b"/>
              <a:pathLst>
                <a:path w="1787" h="1015" fill="none" extrusionOk="0">
                  <a:moveTo>
                    <a:pt x="1787" y="1"/>
                  </a:moveTo>
                  <a:cubicBezTo>
                    <a:pt x="1787" y="1"/>
                    <a:pt x="886" y="752"/>
                    <a:pt x="0" y="1015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" name="Google Shape;270;p13"/>
          <p:cNvGrpSpPr/>
          <p:nvPr/>
        </p:nvGrpSpPr>
        <p:grpSpPr>
          <a:xfrm rot="10800000">
            <a:off x="63884" y="-75325"/>
            <a:ext cx="590654" cy="1091297"/>
            <a:chOff x="5166512" y="1063363"/>
            <a:chExt cx="373147" cy="689472"/>
          </a:xfrm>
        </p:grpSpPr>
        <p:sp>
          <p:nvSpPr>
            <p:cNvPr id="271" name="Google Shape;271;p13"/>
            <p:cNvSpPr/>
            <p:nvPr/>
          </p:nvSpPr>
          <p:spPr>
            <a:xfrm>
              <a:off x="5166512" y="1063363"/>
              <a:ext cx="373147" cy="689472"/>
            </a:xfrm>
            <a:custGeom>
              <a:avLst/>
              <a:gdLst/>
              <a:ahLst/>
              <a:cxnLst/>
              <a:rect l="l" t="t" r="r" b="b"/>
              <a:pathLst>
                <a:path w="10389" h="19196" extrusionOk="0">
                  <a:moveTo>
                    <a:pt x="5255" y="1"/>
                  </a:moveTo>
                  <a:cubicBezTo>
                    <a:pt x="4978" y="1"/>
                    <a:pt x="4709" y="22"/>
                    <a:pt x="4432" y="64"/>
                  </a:cubicBezTo>
                  <a:lnTo>
                    <a:pt x="4340" y="64"/>
                  </a:lnTo>
                  <a:cubicBezTo>
                    <a:pt x="4071" y="64"/>
                    <a:pt x="3801" y="135"/>
                    <a:pt x="3574" y="277"/>
                  </a:cubicBezTo>
                  <a:cubicBezTo>
                    <a:pt x="2681" y="582"/>
                    <a:pt x="1887" y="1128"/>
                    <a:pt x="1312" y="1830"/>
                  </a:cubicBezTo>
                  <a:cubicBezTo>
                    <a:pt x="1078" y="2114"/>
                    <a:pt x="880" y="2426"/>
                    <a:pt x="717" y="2773"/>
                  </a:cubicBezTo>
                  <a:cubicBezTo>
                    <a:pt x="539" y="2993"/>
                    <a:pt x="433" y="3270"/>
                    <a:pt x="412" y="3574"/>
                  </a:cubicBezTo>
                  <a:cubicBezTo>
                    <a:pt x="1" y="4985"/>
                    <a:pt x="206" y="6510"/>
                    <a:pt x="979" y="7715"/>
                  </a:cubicBezTo>
                  <a:cubicBezTo>
                    <a:pt x="1249" y="8127"/>
                    <a:pt x="1582" y="8502"/>
                    <a:pt x="1979" y="8822"/>
                  </a:cubicBezTo>
                  <a:cubicBezTo>
                    <a:pt x="2135" y="9006"/>
                    <a:pt x="2341" y="9155"/>
                    <a:pt x="2582" y="9247"/>
                  </a:cubicBezTo>
                  <a:cubicBezTo>
                    <a:pt x="3149" y="9594"/>
                    <a:pt x="3794" y="9828"/>
                    <a:pt x="4446" y="9935"/>
                  </a:cubicBezTo>
                  <a:cubicBezTo>
                    <a:pt x="4510" y="10424"/>
                    <a:pt x="4567" y="10913"/>
                    <a:pt x="4610" y="11403"/>
                  </a:cubicBezTo>
                  <a:cubicBezTo>
                    <a:pt x="4283" y="11317"/>
                    <a:pt x="3943" y="11268"/>
                    <a:pt x="3603" y="11268"/>
                  </a:cubicBezTo>
                  <a:cubicBezTo>
                    <a:pt x="2823" y="11268"/>
                    <a:pt x="2085" y="11502"/>
                    <a:pt x="1483" y="11934"/>
                  </a:cubicBezTo>
                  <a:cubicBezTo>
                    <a:pt x="1149" y="12175"/>
                    <a:pt x="937" y="12544"/>
                    <a:pt x="894" y="12948"/>
                  </a:cubicBezTo>
                  <a:cubicBezTo>
                    <a:pt x="859" y="13353"/>
                    <a:pt x="993" y="13757"/>
                    <a:pt x="1263" y="14055"/>
                  </a:cubicBezTo>
                  <a:cubicBezTo>
                    <a:pt x="1483" y="14281"/>
                    <a:pt x="1667" y="14530"/>
                    <a:pt x="1787" y="14757"/>
                  </a:cubicBezTo>
                  <a:cubicBezTo>
                    <a:pt x="1844" y="14849"/>
                    <a:pt x="1901" y="14962"/>
                    <a:pt x="1958" y="15083"/>
                  </a:cubicBezTo>
                  <a:cubicBezTo>
                    <a:pt x="2085" y="15345"/>
                    <a:pt x="2234" y="15650"/>
                    <a:pt x="2447" y="15948"/>
                  </a:cubicBezTo>
                  <a:cubicBezTo>
                    <a:pt x="2972" y="16692"/>
                    <a:pt x="3695" y="17132"/>
                    <a:pt x="4482" y="17196"/>
                  </a:cubicBezTo>
                  <a:lnTo>
                    <a:pt x="4503" y="17196"/>
                  </a:lnTo>
                  <a:cubicBezTo>
                    <a:pt x="4489" y="17309"/>
                    <a:pt x="4475" y="17408"/>
                    <a:pt x="4461" y="17515"/>
                  </a:cubicBezTo>
                  <a:cubicBezTo>
                    <a:pt x="4354" y="18323"/>
                    <a:pt x="4936" y="19075"/>
                    <a:pt x="5744" y="19181"/>
                  </a:cubicBezTo>
                  <a:cubicBezTo>
                    <a:pt x="5815" y="19188"/>
                    <a:pt x="5879" y="19195"/>
                    <a:pt x="5943" y="19195"/>
                  </a:cubicBezTo>
                  <a:cubicBezTo>
                    <a:pt x="6687" y="19195"/>
                    <a:pt x="7318" y="18635"/>
                    <a:pt x="7417" y="17898"/>
                  </a:cubicBezTo>
                  <a:cubicBezTo>
                    <a:pt x="7453" y="17635"/>
                    <a:pt x="7481" y="17359"/>
                    <a:pt x="7517" y="17026"/>
                  </a:cubicBezTo>
                  <a:cubicBezTo>
                    <a:pt x="7517" y="17004"/>
                    <a:pt x="7524" y="16983"/>
                    <a:pt x="7524" y="16962"/>
                  </a:cubicBezTo>
                  <a:cubicBezTo>
                    <a:pt x="7581" y="16359"/>
                    <a:pt x="7630" y="15749"/>
                    <a:pt x="7651" y="15154"/>
                  </a:cubicBezTo>
                  <a:cubicBezTo>
                    <a:pt x="7651" y="15154"/>
                    <a:pt x="7651" y="15146"/>
                    <a:pt x="7651" y="15139"/>
                  </a:cubicBezTo>
                  <a:cubicBezTo>
                    <a:pt x="7666" y="14728"/>
                    <a:pt x="7722" y="14317"/>
                    <a:pt x="7807" y="13906"/>
                  </a:cubicBezTo>
                  <a:cubicBezTo>
                    <a:pt x="8290" y="13771"/>
                    <a:pt x="8743" y="13501"/>
                    <a:pt x="9084" y="13140"/>
                  </a:cubicBezTo>
                  <a:cubicBezTo>
                    <a:pt x="9630" y="12565"/>
                    <a:pt x="9942" y="11793"/>
                    <a:pt x="10055" y="10786"/>
                  </a:cubicBezTo>
                  <a:cubicBezTo>
                    <a:pt x="10077" y="10623"/>
                    <a:pt x="10084" y="10474"/>
                    <a:pt x="10098" y="10325"/>
                  </a:cubicBezTo>
                  <a:cubicBezTo>
                    <a:pt x="10126" y="9956"/>
                    <a:pt x="10155" y="9637"/>
                    <a:pt x="10254" y="9339"/>
                  </a:cubicBezTo>
                  <a:cubicBezTo>
                    <a:pt x="10389" y="8956"/>
                    <a:pt x="10346" y="8531"/>
                    <a:pt x="10140" y="8176"/>
                  </a:cubicBezTo>
                  <a:cubicBezTo>
                    <a:pt x="9991" y="7914"/>
                    <a:pt x="9765" y="7708"/>
                    <a:pt x="9495" y="7588"/>
                  </a:cubicBezTo>
                  <a:cubicBezTo>
                    <a:pt x="9538" y="7517"/>
                    <a:pt x="9573" y="7439"/>
                    <a:pt x="9594" y="7361"/>
                  </a:cubicBezTo>
                  <a:cubicBezTo>
                    <a:pt x="9956" y="6709"/>
                    <a:pt x="10162" y="5992"/>
                    <a:pt x="10204" y="5283"/>
                  </a:cubicBezTo>
                  <a:cubicBezTo>
                    <a:pt x="10261" y="4326"/>
                    <a:pt x="10013" y="3340"/>
                    <a:pt x="9502" y="2475"/>
                  </a:cubicBezTo>
                  <a:cubicBezTo>
                    <a:pt x="9502" y="2461"/>
                    <a:pt x="9495" y="2447"/>
                    <a:pt x="9488" y="2426"/>
                  </a:cubicBezTo>
                  <a:cubicBezTo>
                    <a:pt x="9389" y="2185"/>
                    <a:pt x="9240" y="1979"/>
                    <a:pt x="9048" y="1823"/>
                  </a:cubicBezTo>
                  <a:cubicBezTo>
                    <a:pt x="8495" y="1142"/>
                    <a:pt x="7793" y="625"/>
                    <a:pt x="7006" y="320"/>
                  </a:cubicBezTo>
                  <a:cubicBezTo>
                    <a:pt x="6453" y="107"/>
                    <a:pt x="5865" y="1"/>
                    <a:pt x="5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5367219" y="1341221"/>
              <a:ext cx="28052" cy="358133"/>
            </a:xfrm>
            <a:custGeom>
              <a:avLst/>
              <a:gdLst/>
              <a:ahLst/>
              <a:cxnLst/>
              <a:rect l="l" t="t" r="r" b="b"/>
              <a:pathLst>
                <a:path w="781" h="9971" fill="none" extrusionOk="0">
                  <a:moveTo>
                    <a:pt x="0" y="1"/>
                  </a:moveTo>
                  <a:cubicBezTo>
                    <a:pt x="660" y="3277"/>
                    <a:pt x="780" y="6659"/>
                    <a:pt x="355" y="9970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5249301" y="1519013"/>
              <a:ext cx="127112" cy="111165"/>
            </a:xfrm>
            <a:custGeom>
              <a:avLst/>
              <a:gdLst/>
              <a:ahLst/>
              <a:cxnLst/>
              <a:rect l="l" t="t" r="r" b="b"/>
              <a:pathLst>
                <a:path w="3539" h="3095" extrusionOk="0">
                  <a:moveTo>
                    <a:pt x="1299" y="1"/>
                  </a:moveTo>
                  <a:cubicBezTo>
                    <a:pt x="837" y="1"/>
                    <a:pt x="376" y="133"/>
                    <a:pt x="0" y="404"/>
                  </a:cubicBezTo>
                  <a:cubicBezTo>
                    <a:pt x="262" y="681"/>
                    <a:pt x="525" y="1021"/>
                    <a:pt x="723" y="1376"/>
                  </a:cubicBezTo>
                  <a:cubicBezTo>
                    <a:pt x="922" y="1730"/>
                    <a:pt x="1071" y="2113"/>
                    <a:pt x="1305" y="2446"/>
                  </a:cubicBezTo>
                  <a:cubicBezTo>
                    <a:pt x="1539" y="2780"/>
                    <a:pt x="1879" y="3063"/>
                    <a:pt x="2283" y="3092"/>
                  </a:cubicBezTo>
                  <a:cubicBezTo>
                    <a:pt x="2307" y="3093"/>
                    <a:pt x="2330" y="3094"/>
                    <a:pt x="2354" y="3094"/>
                  </a:cubicBezTo>
                  <a:cubicBezTo>
                    <a:pt x="2872" y="3094"/>
                    <a:pt x="3337" y="2650"/>
                    <a:pt x="3439" y="2141"/>
                  </a:cubicBezTo>
                  <a:cubicBezTo>
                    <a:pt x="3538" y="1603"/>
                    <a:pt x="3304" y="1042"/>
                    <a:pt x="2921" y="652"/>
                  </a:cubicBezTo>
                  <a:cubicBezTo>
                    <a:pt x="2501" y="224"/>
                    <a:pt x="1899" y="1"/>
                    <a:pt x="12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5301238" y="1554894"/>
              <a:ext cx="82287" cy="113392"/>
            </a:xfrm>
            <a:custGeom>
              <a:avLst/>
              <a:gdLst/>
              <a:ahLst/>
              <a:cxnLst/>
              <a:rect l="l" t="t" r="r" b="b"/>
              <a:pathLst>
                <a:path w="2291" h="3157" fill="none" extrusionOk="0">
                  <a:moveTo>
                    <a:pt x="1" y="1"/>
                  </a:moveTo>
                  <a:cubicBezTo>
                    <a:pt x="1178" y="639"/>
                    <a:pt x="2036" y="1837"/>
                    <a:pt x="2291" y="3156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5382484" y="1380874"/>
              <a:ext cx="104197" cy="134691"/>
            </a:xfrm>
            <a:custGeom>
              <a:avLst/>
              <a:gdLst/>
              <a:ahLst/>
              <a:cxnLst/>
              <a:rect l="l" t="t" r="r" b="b"/>
              <a:pathLst>
                <a:path w="2901" h="3750" extrusionOk="0">
                  <a:moveTo>
                    <a:pt x="2443" y="0"/>
                  </a:moveTo>
                  <a:cubicBezTo>
                    <a:pt x="1873" y="0"/>
                    <a:pt x="1301" y="203"/>
                    <a:pt x="866" y="577"/>
                  </a:cubicBezTo>
                  <a:cubicBezTo>
                    <a:pt x="320" y="1052"/>
                    <a:pt x="1" y="1783"/>
                    <a:pt x="29" y="2506"/>
                  </a:cubicBezTo>
                  <a:cubicBezTo>
                    <a:pt x="43" y="2917"/>
                    <a:pt x="185" y="3350"/>
                    <a:pt x="525" y="3584"/>
                  </a:cubicBezTo>
                  <a:cubicBezTo>
                    <a:pt x="691" y="3698"/>
                    <a:pt x="883" y="3750"/>
                    <a:pt x="1080" y="3750"/>
                  </a:cubicBezTo>
                  <a:cubicBezTo>
                    <a:pt x="1432" y="3750"/>
                    <a:pt x="1797" y="3585"/>
                    <a:pt x="2043" y="3321"/>
                  </a:cubicBezTo>
                  <a:cubicBezTo>
                    <a:pt x="2426" y="2917"/>
                    <a:pt x="2574" y="2343"/>
                    <a:pt x="2631" y="1790"/>
                  </a:cubicBezTo>
                  <a:cubicBezTo>
                    <a:pt x="2695" y="1230"/>
                    <a:pt x="2688" y="662"/>
                    <a:pt x="2901" y="45"/>
                  </a:cubicBezTo>
                  <a:cubicBezTo>
                    <a:pt x="2750" y="15"/>
                    <a:pt x="2596" y="0"/>
                    <a:pt x="2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3"/>
            <p:cNvSpPr/>
            <p:nvPr/>
          </p:nvSpPr>
          <p:spPr>
            <a:xfrm>
              <a:off x="5387835" y="1431374"/>
              <a:ext cx="60916" cy="174236"/>
            </a:xfrm>
            <a:custGeom>
              <a:avLst/>
              <a:gdLst/>
              <a:ahLst/>
              <a:cxnLst/>
              <a:rect l="l" t="t" r="r" b="b"/>
              <a:pathLst>
                <a:path w="1696" h="4851" fill="none" extrusionOk="0">
                  <a:moveTo>
                    <a:pt x="1695" y="1"/>
                  </a:moveTo>
                  <a:cubicBezTo>
                    <a:pt x="667" y="1405"/>
                    <a:pt x="64" y="3114"/>
                    <a:pt x="0" y="485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5215395" y="1114258"/>
              <a:ext cx="269776" cy="257421"/>
            </a:xfrm>
            <a:custGeom>
              <a:avLst/>
              <a:gdLst/>
              <a:ahLst/>
              <a:cxnLst/>
              <a:rect l="l" t="t" r="r" b="b"/>
              <a:pathLst>
                <a:path w="7511" h="7167" extrusionOk="0">
                  <a:moveTo>
                    <a:pt x="3888" y="0"/>
                  </a:moveTo>
                  <a:cubicBezTo>
                    <a:pt x="2813" y="0"/>
                    <a:pt x="1731" y="473"/>
                    <a:pt x="1050" y="1307"/>
                  </a:cubicBezTo>
                  <a:cubicBezTo>
                    <a:pt x="100" y="2476"/>
                    <a:pt x="1" y="4263"/>
                    <a:pt x="816" y="5526"/>
                  </a:cubicBezTo>
                  <a:cubicBezTo>
                    <a:pt x="1474" y="6549"/>
                    <a:pt x="2685" y="7167"/>
                    <a:pt x="3891" y="7167"/>
                  </a:cubicBezTo>
                  <a:cubicBezTo>
                    <a:pt x="4181" y="7167"/>
                    <a:pt x="4470" y="7131"/>
                    <a:pt x="4752" y="7057"/>
                  </a:cubicBezTo>
                  <a:cubicBezTo>
                    <a:pt x="6205" y="6674"/>
                    <a:pt x="7340" y="5284"/>
                    <a:pt x="7425" y="3781"/>
                  </a:cubicBezTo>
                  <a:cubicBezTo>
                    <a:pt x="7510" y="2278"/>
                    <a:pt x="6546" y="775"/>
                    <a:pt x="5135" y="229"/>
                  </a:cubicBezTo>
                  <a:cubicBezTo>
                    <a:pt x="4737" y="74"/>
                    <a:pt x="4313" y="0"/>
                    <a:pt x="38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5322394" y="1119143"/>
              <a:ext cx="36456" cy="121760"/>
            </a:xfrm>
            <a:custGeom>
              <a:avLst/>
              <a:gdLst/>
              <a:ahLst/>
              <a:cxnLst/>
              <a:rect l="l" t="t" r="r" b="b"/>
              <a:pathLst>
                <a:path w="1015" h="3390" fill="none" extrusionOk="0">
                  <a:moveTo>
                    <a:pt x="1014" y="3390"/>
                  </a:moveTo>
                  <a:cubicBezTo>
                    <a:pt x="1014" y="2192"/>
                    <a:pt x="652" y="1000"/>
                    <a:pt x="0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5234503" y="1195791"/>
              <a:ext cx="118743" cy="46154"/>
            </a:xfrm>
            <a:custGeom>
              <a:avLst/>
              <a:gdLst/>
              <a:ahLst/>
              <a:cxnLst/>
              <a:rect l="l" t="t" r="r" b="b"/>
              <a:pathLst>
                <a:path w="3306" h="1285" fill="none" extrusionOk="0">
                  <a:moveTo>
                    <a:pt x="1" y="1"/>
                  </a:moveTo>
                  <a:cubicBezTo>
                    <a:pt x="1206" y="8"/>
                    <a:pt x="2405" y="476"/>
                    <a:pt x="3305" y="128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5278574" y="1242663"/>
              <a:ext cx="81533" cy="103191"/>
            </a:xfrm>
            <a:custGeom>
              <a:avLst/>
              <a:gdLst/>
              <a:ahLst/>
              <a:cxnLst/>
              <a:rect l="l" t="t" r="r" b="b"/>
              <a:pathLst>
                <a:path w="2270" h="2873" fill="none" extrusionOk="0">
                  <a:moveTo>
                    <a:pt x="2270" y="1"/>
                  </a:moveTo>
                  <a:cubicBezTo>
                    <a:pt x="1227" y="674"/>
                    <a:pt x="419" y="1702"/>
                    <a:pt x="0" y="2872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5352923" y="1255666"/>
              <a:ext cx="47663" cy="106244"/>
            </a:xfrm>
            <a:custGeom>
              <a:avLst/>
              <a:gdLst/>
              <a:ahLst/>
              <a:cxnLst/>
              <a:rect l="l" t="t" r="r" b="b"/>
              <a:pathLst>
                <a:path w="1327" h="2958" fill="none" extrusionOk="0">
                  <a:moveTo>
                    <a:pt x="1" y="0"/>
                  </a:moveTo>
                  <a:cubicBezTo>
                    <a:pt x="774" y="787"/>
                    <a:pt x="1249" y="1851"/>
                    <a:pt x="1327" y="2957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5363124" y="1247261"/>
              <a:ext cx="97588" cy="63179"/>
            </a:xfrm>
            <a:custGeom>
              <a:avLst/>
              <a:gdLst/>
              <a:ahLst/>
              <a:cxnLst/>
              <a:rect l="l" t="t" r="r" b="b"/>
              <a:pathLst>
                <a:path w="2717" h="1759" fill="none" extrusionOk="0">
                  <a:moveTo>
                    <a:pt x="1" y="0"/>
                  </a:moveTo>
                  <a:cubicBezTo>
                    <a:pt x="540" y="149"/>
                    <a:pt x="1086" y="305"/>
                    <a:pt x="1575" y="575"/>
                  </a:cubicBezTo>
                  <a:cubicBezTo>
                    <a:pt x="2071" y="837"/>
                    <a:pt x="2504" y="1241"/>
                    <a:pt x="2716" y="1759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5374079" y="1170074"/>
              <a:ext cx="83329" cy="72625"/>
            </a:xfrm>
            <a:custGeom>
              <a:avLst/>
              <a:gdLst/>
              <a:ahLst/>
              <a:cxnLst/>
              <a:rect l="l" t="t" r="r" b="b"/>
              <a:pathLst>
                <a:path w="2320" h="2022" fill="none" extrusionOk="0">
                  <a:moveTo>
                    <a:pt x="1" y="2022"/>
                  </a:moveTo>
                  <a:cubicBezTo>
                    <a:pt x="511" y="1107"/>
                    <a:pt x="1348" y="384"/>
                    <a:pt x="2319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5322394" y="1218635"/>
              <a:ext cx="66232" cy="62281"/>
            </a:xfrm>
            <a:custGeom>
              <a:avLst/>
              <a:gdLst/>
              <a:ahLst/>
              <a:cxnLst/>
              <a:rect l="l" t="t" r="r" b="b"/>
              <a:pathLst>
                <a:path w="1844" h="1734" extrusionOk="0">
                  <a:moveTo>
                    <a:pt x="930" y="1"/>
                  </a:moveTo>
                  <a:cubicBezTo>
                    <a:pt x="749" y="1"/>
                    <a:pt x="568" y="54"/>
                    <a:pt x="418" y="159"/>
                  </a:cubicBezTo>
                  <a:cubicBezTo>
                    <a:pt x="142" y="358"/>
                    <a:pt x="0" y="740"/>
                    <a:pt x="85" y="1074"/>
                  </a:cubicBezTo>
                  <a:cubicBezTo>
                    <a:pt x="170" y="1407"/>
                    <a:pt x="468" y="1676"/>
                    <a:pt x="808" y="1726"/>
                  </a:cubicBezTo>
                  <a:cubicBezTo>
                    <a:pt x="845" y="1731"/>
                    <a:pt x="882" y="1734"/>
                    <a:pt x="919" y="1734"/>
                  </a:cubicBezTo>
                  <a:cubicBezTo>
                    <a:pt x="1182" y="1734"/>
                    <a:pt x="1447" y="1603"/>
                    <a:pt x="1603" y="1386"/>
                  </a:cubicBezTo>
                  <a:cubicBezTo>
                    <a:pt x="1844" y="1045"/>
                    <a:pt x="1844" y="414"/>
                    <a:pt x="1390" y="131"/>
                  </a:cubicBezTo>
                  <a:cubicBezTo>
                    <a:pt x="1253" y="44"/>
                    <a:pt x="1092" y="1"/>
                    <a:pt x="9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6"/>
          <p:cNvSpPr txBox="1">
            <a:spLocks noGrp="1"/>
          </p:cNvSpPr>
          <p:nvPr>
            <p:ph type="title"/>
          </p:nvPr>
        </p:nvSpPr>
        <p:spPr>
          <a:xfrm>
            <a:off x="1226400" y="3176488"/>
            <a:ext cx="6691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0" name="Google Shape;340;p16"/>
          <p:cNvSpPr txBox="1">
            <a:spLocks noGrp="1"/>
          </p:cNvSpPr>
          <p:nvPr>
            <p:ph type="subTitle" idx="1"/>
          </p:nvPr>
        </p:nvSpPr>
        <p:spPr>
          <a:xfrm>
            <a:off x="1226400" y="1739900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341" name="Google Shape;341;p16"/>
          <p:cNvGrpSpPr/>
          <p:nvPr/>
        </p:nvGrpSpPr>
        <p:grpSpPr>
          <a:xfrm rot="1353713">
            <a:off x="8115712" y="4045113"/>
            <a:ext cx="760025" cy="990479"/>
            <a:chOff x="-142155" y="3448496"/>
            <a:chExt cx="900856" cy="1174013"/>
          </a:xfrm>
        </p:grpSpPr>
        <p:sp>
          <p:nvSpPr>
            <p:cNvPr id="342" name="Google Shape;342;p16"/>
            <p:cNvSpPr/>
            <p:nvPr/>
          </p:nvSpPr>
          <p:spPr>
            <a:xfrm rot="1055461">
              <a:off x="0" y="3517437"/>
              <a:ext cx="616547" cy="1036131"/>
            </a:xfrm>
            <a:custGeom>
              <a:avLst/>
              <a:gdLst/>
              <a:ahLst/>
              <a:cxnLst/>
              <a:rect l="l" t="t" r="r" b="b"/>
              <a:pathLst>
                <a:path w="10452" h="17565" extrusionOk="0">
                  <a:moveTo>
                    <a:pt x="8055" y="0"/>
                  </a:moveTo>
                  <a:cubicBezTo>
                    <a:pt x="7871" y="0"/>
                    <a:pt x="7686" y="36"/>
                    <a:pt x="7509" y="114"/>
                  </a:cubicBezTo>
                  <a:cubicBezTo>
                    <a:pt x="6658" y="468"/>
                    <a:pt x="5843" y="922"/>
                    <a:pt x="5091" y="1468"/>
                  </a:cubicBezTo>
                  <a:cubicBezTo>
                    <a:pt x="4956" y="1567"/>
                    <a:pt x="4843" y="1688"/>
                    <a:pt x="4751" y="1823"/>
                  </a:cubicBezTo>
                  <a:cubicBezTo>
                    <a:pt x="4595" y="1879"/>
                    <a:pt x="4453" y="1964"/>
                    <a:pt x="4325" y="2078"/>
                  </a:cubicBezTo>
                  <a:cubicBezTo>
                    <a:pt x="3602" y="2695"/>
                    <a:pt x="2943" y="3404"/>
                    <a:pt x="2375" y="4184"/>
                  </a:cubicBezTo>
                  <a:cubicBezTo>
                    <a:pt x="2248" y="4354"/>
                    <a:pt x="2170" y="4553"/>
                    <a:pt x="2127" y="4758"/>
                  </a:cubicBezTo>
                  <a:cubicBezTo>
                    <a:pt x="1957" y="4872"/>
                    <a:pt x="1808" y="5028"/>
                    <a:pt x="1702" y="5212"/>
                  </a:cubicBezTo>
                  <a:cubicBezTo>
                    <a:pt x="1191" y="6070"/>
                    <a:pt x="794" y="6985"/>
                    <a:pt x="511" y="7928"/>
                  </a:cubicBezTo>
                  <a:cubicBezTo>
                    <a:pt x="496" y="7984"/>
                    <a:pt x="482" y="8034"/>
                    <a:pt x="468" y="8084"/>
                  </a:cubicBezTo>
                  <a:lnTo>
                    <a:pt x="461" y="8105"/>
                  </a:lnTo>
                  <a:cubicBezTo>
                    <a:pt x="397" y="8332"/>
                    <a:pt x="390" y="8566"/>
                    <a:pt x="433" y="8786"/>
                  </a:cubicBezTo>
                  <a:cubicBezTo>
                    <a:pt x="298" y="8970"/>
                    <a:pt x="206" y="9190"/>
                    <a:pt x="163" y="9424"/>
                  </a:cubicBezTo>
                  <a:cubicBezTo>
                    <a:pt x="21" y="10324"/>
                    <a:pt x="0" y="11197"/>
                    <a:pt x="99" y="12026"/>
                  </a:cubicBezTo>
                  <a:cubicBezTo>
                    <a:pt x="241" y="13139"/>
                    <a:pt x="624" y="14231"/>
                    <a:pt x="1198" y="15146"/>
                  </a:cubicBezTo>
                  <a:cubicBezTo>
                    <a:pt x="1170" y="15189"/>
                    <a:pt x="1142" y="15231"/>
                    <a:pt x="1120" y="15274"/>
                  </a:cubicBezTo>
                  <a:cubicBezTo>
                    <a:pt x="908" y="15607"/>
                    <a:pt x="837" y="16011"/>
                    <a:pt x="922" y="16394"/>
                  </a:cubicBezTo>
                  <a:cubicBezTo>
                    <a:pt x="1007" y="16784"/>
                    <a:pt x="1241" y="17117"/>
                    <a:pt x="1581" y="17330"/>
                  </a:cubicBezTo>
                  <a:cubicBezTo>
                    <a:pt x="1815" y="17479"/>
                    <a:pt x="2092" y="17564"/>
                    <a:pt x="2375" y="17564"/>
                  </a:cubicBezTo>
                  <a:cubicBezTo>
                    <a:pt x="2886" y="17564"/>
                    <a:pt x="3361" y="17302"/>
                    <a:pt x="3631" y="16869"/>
                  </a:cubicBezTo>
                  <a:cubicBezTo>
                    <a:pt x="3737" y="16706"/>
                    <a:pt x="3850" y="16529"/>
                    <a:pt x="3957" y="16344"/>
                  </a:cubicBezTo>
                  <a:cubicBezTo>
                    <a:pt x="5559" y="15876"/>
                    <a:pt x="7062" y="14827"/>
                    <a:pt x="8240" y="13345"/>
                  </a:cubicBezTo>
                  <a:cubicBezTo>
                    <a:pt x="8346" y="13210"/>
                    <a:pt x="8431" y="13054"/>
                    <a:pt x="8481" y="12891"/>
                  </a:cubicBezTo>
                  <a:cubicBezTo>
                    <a:pt x="8622" y="12785"/>
                    <a:pt x="8743" y="12650"/>
                    <a:pt x="8835" y="12501"/>
                  </a:cubicBezTo>
                  <a:cubicBezTo>
                    <a:pt x="9438" y="11530"/>
                    <a:pt x="9885" y="10438"/>
                    <a:pt x="10154" y="9247"/>
                  </a:cubicBezTo>
                  <a:cubicBezTo>
                    <a:pt x="10197" y="9062"/>
                    <a:pt x="10197" y="8864"/>
                    <a:pt x="10161" y="8679"/>
                  </a:cubicBezTo>
                  <a:cubicBezTo>
                    <a:pt x="10260" y="8516"/>
                    <a:pt x="10324" y="8339"/>
                    <a:pt x="10345" y="8148"/>
                  </a:cubicBezTo>
                  <a:cubicBezTo>
                    <a:pt x="10402" y="7722"/>
                    <a:pt x="10438" y="7297"/>
                    <a:pt x="10445" y="6878"/>
                  </a:cubicBezTo>
                  <a:cubicBezTo>
                    <a:pt x="10452" y="6481"/>
                    <a:pt x="10445" y="6077"/>
                    <a:pt x="10423" y="5666"/>
                  </a:cubicBezTo>
                  <a:cubicBezTo>
                    <a:pt x="10409" y="5467"/>
                    <a:pt x="10353" y="5283"/>
                    <a:pt x="10267" y="5113"/>
                  </a:cubicBezTo>
                  <a:cubicBezTo>
                    <a:pt x="10317" y="4928"/>
                    <a:pt x="10331" y="4737"/>
                    <a:pt x="10303" y="4538"/>
                  </a:cubicBezTo>
                  <a:cubicBezTo>
                    <a:pt x="10140" y="3383"/>
                    <a:pt x="9835" y="2170"/>
                    <a:pt x="9388" y="936"/>
                  </a:cubicBezTo>
                  <a:cubicBezTo>
                    <a:pt x="9261" y="575"/>
                    <a:pt x="8984" y="277"/>
                    <a:pt x="8629" y="121"/>
                  </a:cubicBezTo>
                  <a:cubicBezTo>
                    <a:pt x="8445" y="43"/>
                    <a:pt x="8254" y="0"/>
                    <a:pt x="80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 rot="1055461">
              <a:off x="92692" y="3602478"/>
              <a:ext cx="449256" cy="808967"/>
            </a:xfrm>
            <a:custGeom>
              <a:avLst/>
              <a:gdLst/>
              <a:ahLst/>
              <a:cxnLst/>
              <a:rect l="l" t="t" r="r" b="b"/>
              <a:pathLst>
                <a:path w="7616" h="13714" extrusionOk="0">
                  <a:moveTo>
                    <a:pt x="6637" y="0"/>
                  </a:moveTo>
                  <a:cubicBezTo>
                    <a:pt x="5878" y="320"/>
                    <a:pt x="5162" y="724"/>
                    <a:pt x="4503" y="1199"/>
                  </a:cubicBezTo>
                  <a:cubicBezTo>
                    <a:pt x="4574" y="2028"/>
                    <a:pt x="4680" y="2851"/>
                    <a:pt x="4836" y="3666"/>
                  </a:cubicBezTo>
                  <a:cubicBezTo>
                    <a:pt x="4432" y="3057"/>
                    <a:pt x="4099" y="2411"/>
                    <a:pt x="3829" y="1738"/>
                  </a:cubicBezTo>
                  <a:cubicBezTo>
                    <a:pt x="3184" y="2291"/>
                    <a:pt x="2603" y="2922"/>
                    <a:pt x="2106" y="3603"/>
                  </a:cubicBezTo>
                  <a:cubicBezTo>
                    <a:pt x="2482" y="4801"/>
                    <a:pt x="2858" y="5999"/>
                    <a:pt x="3234" y="7198"/>
                  </a:cubicBezTo>
                  <a:cubicBezTo>
                    <a:pt x="2688" y="6361"/>
                    <a:pt x="2149" y="5524"/>
                    <a:pt x="1610" y="4680"/>
                  </a:cubicBezTo>
                  <a:cubicBezTo>
                    <a:pt x="1574" y="4631"/>
                    <a:pt x="1532" y="4574"/>
                    <a:pt x="1503" y="4510"/>
                  </a:cubicBezTo>
                  <a:cubicBezTo>
                    <a:pt x="1057" y="5269"/>
                    <a:pt x="702" y="6077"/>
                    <a:pt x="447" y="6921"/>
                  </a:cubicBezTo>
                  <a:cubicBezTo>
                    <a:pt x="433" y="6971"/>
                    <a:pt x="419" y="7027"/>
                    <a:pt x="404" y="7077"/>
                  </a:cubicBezTo>
                  <a:cubicBezTo>
                    <a:pt x="879" y="8119"/>
                    <a:pt x="1355" y="9162"/>
                    <a:pt x="1830" y="10197"/>
                  </a:cubicBezTo>
                  <a:lnTo>
                    <a:pt x="482" y="8665"/>
                  </a:lnTo>
                  <a:cubicBezTo>
                    <a:pt x="362" y="8531"/>
                    <a:pt x="241" y="8389"/>
                    <a:pt x="149" y="8226"/>
                  </a:cubicBezTo>
                  <a:cubicBezTo>
                    <a:pt x="29" y="8963"/>
                    <a:pt x="0" y="9701"/>
                    <a:pt x="92" y="10438"/>
                  </a:cubicBezTo>
                  <a:cubicBezTo>
                    <a:pt x="234" y="11615"/>
                    <a:pt x="731" y="12835"/>
                    <a:pt x="1539" y="13714"/>
                  </a:cubicBezTo>
                  <a:cubicBezTo>
                    <a:pt x="3212" y="13416"/>
                    <a:pt x="4666" y="12367"/>
                    <a:pt x="5708" y="11048"/>
                  </a:cubicBezTo>
                  <a:lnTo>
                    <a:pt x="5708" y="11048"/>
                  </a:lnTo>
                  <a:cubicBezTo>
                    <a:pt x="5063" y="11218"/>
                    <a:pt x="4411" y="11367"/>
                    <a:pt x="3744" y="11424"/>
                  </a:cubicBezTo>
                  <a:cubicBezTo>
                    <a:pt x="4588" y="11119"/>
                    <a:pt x="5418" y="10750"/>
                    <a:pt x="6212" y="10332"/>
                  </a:cubicBezTo>
                  <a:cubicBezTo>
                    <a:pt x="6751" y="9474"/>
                    <a:pt x="7126" y="8516"/>
                    <a:pt x="7353" y="7517"/>
                  </a:cubicBezTo>
                  <a:lnTo>
                    <a:pt x="7353" y="7517"/>
                  </a:lnTo>
                  <a:cubicBezTo>
                    <a:pt x="6552" y="7892"/>
                    <a:pt x="5744" y="8247"/>
                    <a:pt x="4886" y="8431"/>
                  </a:cubicBezTo>
                  <a:cubicBezTo>
                    <a:pt x="5808" y="7864"/>
                    <a:pt x="6687" y="7233"/>
                    <a:pt x="7523" y="6545"/>
                  </a:cubicBezTo>
                  <a:cubicBezTo>
                    <a:pt x="7573" y="6176"/>
                    <a:pt x="7601" y="5794"/>
                    <a:pt x="7609" y="5418"/>
                  </a:cubicBezTo>
                  <a:cubicBezTo>
                    <a:pt x="7616" y="5056"/>
                    <a:pt x="7609" y="4702"/>
                    <a:pt x="7587" y="4340"/>
                  </a:cubicBezTo>
                  <a:cubicBezTo>
                    <a:pt x="7119" y="4652"/>
                    <a:pt x="6630" y="4950"/>
                    <a:pt x="6098" y="5127"/>
                  </a:cubicBezTo>
                  <a:cubicBezTo>
                    <a:pt x="6602" y="4560"/>
                    <a:pt x="7063" y="3957"/>
                    <a:pt x="7481" y="3319"/>
                  </a:cubicBezTo>
                  <a:cubicBezTo>
                    <a:pt x="7325" y="2191"/>
                    <a:pt x="7027" y="1078"/>
                    <a:pt x="66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 rot="1055461">
              <a:off x="102851" y="3846050"/>
              <a:ext cx="261909" cy="602331"/>
            </a:xfrm>
            <a:custGeom>
              <a:avLst/>
              <a:gdLst/>
              <a:ahLst/>
              <a:cxnLst/>
              <a:rect l="l" t="t" r="r" b="b"/>
              <a:pathLst>
                <a:path w="4440" h="10211" fill="none" extrusionOk="0">
                  <a:moveTo>
                    <a:pt x="4439" y="0"/>
                  </a:moveTo>
                  <a:cubicBezTo>
                    <a:pt x="3503" y="3610"/>
                    <a:pt x="2000" y="7063"/>
                    <a:pt x="0" y="1021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" name="Google Shape;345;p16"/>
          <p:cNvGrpSpPr/>
          <p:nvPr/>
        </p:nvGrpSpPr>
        <p:grpSpPr>
          <a:xfrm rot="10800000">
            <a:off x="216284" y="-75325"/>
            <a:ext cx="590654" cy="1091297"/>
            <a:chOff x="5166512" y="1063363"/>
            <a:chExt cx="373147" cy="689472"/>
          </a:xfrm>
        </p:grpSpPr>
        <p:sp>
          <p:nvSpPr>
            <p:cNvPr id="346" name="Google Shape;346;p16"/>
            <p:cNvSpPr/>
            <p:nvPr/>
          </p:nvSpPr>
          <p:spPr>
            <a:xfrm>
              <a:off x="5166512" y="1063363"/>
              <a:ext cx="373147" cy="689472"/>
            </a:xfrm>
            <a:custGeom>
              <a:avLst/>
              <a:gdLst/>
              <a:ahLst/>
              <a:cxnLst/>
              <a:rect l="l" t="t" r="r" b="b"/>
              <a:pathLst>
                <a:path w="10389" h="19196" extrusionOk="0">
                  <a:moveTo>
                    <a:pt x="5255" y="1"/>
                  </a:moveTo>
                  <a:cubicBezTo>
                    <a:pt x="4978" y="1"/>
                    <a:pt x="4709" y="22"/>
                    <a:pt x="4432" y="64"/>
                  </a:cubicBezTo>
                  <a:lnTo>
                    <a:pt x="4340" y="64"/>
                  </a:lnTo>
                  <a:cubicBezTo>
                    <a:pt x="4071" y="64"/>
                    <a:pt x="3801" y="135"/>
                    <a:pt x="3574" y="277"/>
                  </a:cubicBezTo>
                  <a:cubicBezTo>
                    <a:pt x="2681" y="582"/>
                    <a:pt x="1887" y="1128"/>
                    <a:pt x="1312" y="1830"/>
                  </a:cubicBezTo>
                  <a:cubicBezTo>
                    <a:pt x="1078" y="2114"/>
                    <a:pt x="880" y="2426"/>
                    <a:pt x="717" y="2773"/>
                  </a:cubicBezTo>
                  <a:cubicBezTo>
                    <a:pt x="539" y="2993"/>
                    <a:pt x="433" y="3270"/>
                    <a:pt x="412" y="3574"/>
                  </a:cubicBezTo>
                  <a:cubicBezTo>
                    <a:pt x="1" y="4985"/>
                    <a:pt x="206" y="6510"/>
                    <a:pt x="979" y="7715"/>
                  </a:cubicBezTo>
                  <a:cubicBezTo>
                    <a:pt x="1249" y="8127"/>
                    <a:pt x="1582" y="8502"/>
                    <a:pt x="1979" y="8822"/>
                  </a:cubicBezTo>
                  <a:cubicBezTo>
                    <a:pt x="2135" y="9006"/>
                    <a:pt x="2341" y="9155"/>
                    <a:pt x="2582" y="9247"/>
                  </a:cubicBezTo>
                  <a:cubicBezTo>
                    <a:pt x="3149" y="9594"/>
                    <a:pt x="3794" y="9828"/>
                    <a:pt x="4446" y="9935"/>
                  </a:cubicBezTo>
                  <a:cubicBezTo>
                    <a:pt x="4510" y="10424"/>
                    <a:pt x="4567" y="10913"/>
                    <a:pt x="4610" y="11403"/>
                  </a:cubicBezTo>
                  <a:cubicBezTo>
                    <a:pt x="4283" y="11317"/>
                    <a:pt x="3943" y="11268"/>
                    <a:pt x="3603" y="11268"/>
                  </a:cubicBezTo>
                  <a:cubicBezTo>
                    <a:pt x="2823" y="11268"/>
                    <a:pt x="2085" y="11502"/>
                    <a:pt x="1483" y="11934"/>
                  </a:cubicBezTo>
                  <a:cubicBezTo>
                    <a:pt x="1149" y="12175"/>
                    <a:pt x="937" y="12544"/>
                    <a:pt x="894" y="12948"/>
                  </a:cubicBezTo>
                  <a:cubicBezTo>
                    <a:pt x="859" y="13353"/>
                    <a:pt x="993" y="13757"/>
                    <a:pt x="1263" y="14055"/>
                  </a:cubicBezTo>
                  <a:cubicBezTo>
                    <a:pt x="1483" y="14281"/>
                    <a:pt x="1667" y="14530"/>
                    <a:pt x="1787" y="14757"/>
                  </a:cubicBezTo>
                  <a:cubicBezTo>
                    <a:pt x="1844" y="14849"/>
                    <a:pt x="1901" y="14962"/>
                    <a:pt x="1958" y="15083"/>
                  </a:cubicBezTo>
                  <a:cubicBezTo>
                    <a:pt x="2085" y="15345"/>
                    <a:pt x="2234" y="15650"/>
                    <a:pt x="2447" y="15948"/>
                  </a:cubicBezTo>
                  <a:cubicBezTo>
                    <a:pt x="2972" y="16692"/>
                    <a:pt x="3695" y="17132"/>
                    <a:pt x="4482" y="17196"/>
                  </a:cubicBezTo>
                  <a:lnTo>
                    <a:pt x="4503" y="17196"/>
                  </a:lnTo>
                  <a:cubicBezTo>
                    <a:pt x="4489" y="17309"/>
                    <a:pt x="4475" y="17408"/>
                    <a:pt x="4461" y="17515"/>
                  </a:cubicBezTo>
                  <a:cubicBezTo>
                    <a:pt x="4354" y="18323"/>
                    <a:pt x="4936" y="19075"/>
                    <a:pt x="5744" y="19181"/>
                  </a:cubicBezTo>
                  <a:cubicBezTo>
                    <a:pt x="5815" y="19188"/>
                    <a:pt x="5879" y="19195"/>
                    <a:pt x="5943" y="19195"/>
                  </a:cubicBezTo>
                  <a:cubicBezTo>
                    <a:pt x="6687" y="19195"/>
                    <a:pt x="7318" y="18635"/>
                    <a:pt x="7417" y="17898"/>
                  </a:cubicBezTo>
                  <a:cubicBezTo>
                    <a:pt x="7453" y="17635"/>
                    <a:pt x="7481" y="17359"/>
                    <a:pt x="7517" y="17026"/>
                  </a:cubicBezTo>
                  <a:cubicBezTo>
                    <a:pt x="7517" y="17004"/>
                    <a:pt x="7524" y="16983"/>
                    <a:pt x="7524" y="16962"/>
                  </a:cubicBezTo>
                  <a:cubicBezTo>
                    <a:pt x="7581" y="16359"/>
                    <a:pt x="7630" y="15749"/>
                    <a:pt x="7651" y="15154"/>
                  </a:cubicBezTo>
                  <a:cubicBezTo>
                    <a:pt x="7651" y="15154"/>
                    <a:pt x="7651" y="15146"/>
                    <a:pt x="7651" y="15139"/>
                  </a:cubicBezTo>
                  <a:cubicBezTo>
                    <a:pt x="7666" y="14728"/>
                    <a:pt x="7722" y="14317"/>
                    <a:pt x="7807" y="13906"/>
                  </a:cubicBezTo>
                  <a:cubicBezTo>
                    <a:pt x="8290" y="13771"/>
                    <a:pt x="8743" y="13501"/>
                    <a:pt x="9084" y="13140"/>
                  </a:cubicBezTo>
                  <a:cubicBezTo>
                    <a:pt x="9630" y="12565"/>
                    <a:pt x="9942" y="11793"/>
                    <a:pt x="10055" y="10786"/>
                  </a:cubicBezTo>
                  <a:cubicBezTo>
                    <a:pt x="10077" y="10623"/>
                    <a:pt x="10084" y="10474"/>
                    <a:pt x="10098" y="10325"/>
                  </a:cubicBezTo>
                  <a:cubicBezTo>
                    <a:pt x="10126" y="9956"/>
                    <a:pt x="10155" y="9637"/>
                    <a:pt x="10254" y="9339"/>
                  </a:cubicBezTo>
                  <a:cubicBezTo>
                    <a:pt x="10389" y="8956"/>
                    <a:pt x="10346" y="8531"/>
                    <a:pt x="10140" y="8176"/>
                  </a:cubicBezTo>
                  <a:cubicBezTo>
                    <a:pt x="9991" y="7914"/>
                    <a:pt x="9765" y="7708"/>
                    <a:pt x="9495" y="7588"/>
                  </a:cubicBezTo>
                  <a:cubicBezTo>
                    <a:pt x="9538" y="7517"/>
                    <a:pt x="9573" y="7439"/>
                    <a:pt x="9594" y="7361"/>
                  </a:cubicBezTo>
                  <a:cubicBezTo>
                    <a:pt x="9956" y="6709"/>
                    <a:pt x="10162" y="5992"/>
                    <a:pt x="10204" y="5283"/>
                  </a:cubicBezTo>
                  <a:cubicBezTo>
                    <a:pt x="10261" y="4326"/>
                    <a:pt x="10013" y="3340"/>
                    <a:pt x="9502" y="2475"/>
                  </a:cubicBezTo>
                  <a:cubicBezTo>
                    <a:pt x="9502" y="2461"/>
                    <a:pt x="9495" y="2447"/>
                    <a:pt x="9488" y="2426"/>
                  </a:cubicBezTo>
                  <a:cubicBezTo>
                    <a:pt x="9389" y="2185"/>
                    <a:pt x="9240" y="1979"/>
                    <a:pt x="9048" y="1823"/>
                  </a:cubicBezTo>
                  <a:cubicBezTo>
                    <a:pt x="8495" y="1142"/>
                    <a:pt x="7793" y="625"/>
                    <a:pt x="7006" y="320"/>
                  </a:cubicBezTo>
                  <a:cubicBezTo>
                    <a:pt x="6453" y="107"/>
                    <a:pt x="5865" y="1"/>
                    <a:pt x="5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6"/>
            <p:cNvSpPr/>
            <p:nvPr/>
          </p:nvSpPr>
          <p:spPr>
            <a:xfrm>
              <a:off x="5367219" y="1341221"/>
              <a:ext cx="28052" cy="358133"/>
            </a:xfrm>
            <a:custGeom>
              <a:avLst/>
              <a:gdLst/>
              <a:ahLst/>
              <a:cxnLst/>
              <a:rect l="l" t="t" r="r" b="b"/>
              <a:pathLst>
                <a:path w="781" h="9971" fill="none" extrusionOk="0">
                  <a:moveTo>
                    <a:pt x="0" y="1"/>
                  </a:moveTo>
                  <a:cubicBezTo>
                    <a:pt x="660" y="3277"/>
                    <a:pt x="780" y="6659"/>
                    <a:pt x="355" y="9970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6"/>
            <p:cNvSpPr/>
            <p:nvPr/>
          </p:nvSpPr>
          <p:spPr>
            <a:xfrm>
              <a:off x="5249301" y="1519013"/>
              <a:ext cx="127112" cy="111165"/>
            </a:xfrm>
            <a:custGeom>
              <a:avLst/>
              <a:gdLst/>
              <a:ahLst/>
              <a:cxnLst/>
              <a:rect l="l" t="t" r="r" b="b"/>
              <a:pathLst>
                <a:path w="3539" h="3095" extrusionOk="0">
                  <a:moveTo>
                    <a:pt x="1299" y="1"/>
                  </a:moveTo>
                  <a:cubicBezTo>
                    <a:pt x="837" y="1"/>
                    <a:pt x="376" y="133"/>
                    <a:pt x="0" y="404"/>
                  </a:cubicBezTo>
                  <a:cubicBezTo>
                    <a:pt x="262" y="681"/>
                    <a:pt x="525" y="1021"/>
                    <a:pt x="723" y="1376"/>
                  </a:cubicBezTo>
                  <a:cubicBezTo>
                    <a:pt x="922" y="1730"/>
                    <a:pt x="1071" y="2113"/>
                    <a:pt x="1305" y="2446"/>
                  </a:cubicBezTo>
                  <a:cubicBezTo>
                    <a:pt x="1539" y="2780"/>
                    <a:pt x="1879" y="3063"/>
                    <a:pt x="2283" y="3092"/>
                  </a:cubicBezTo>
                  <a:cubicBezTo>
                    <a:pt x="2307" y="3093"/>
                    <a:pt x="2330" y="3094"/>
                    <a:pt x="2354" y="3094"/>
                  </a:cubicBezTo>
                  <a:cubicBezTo>
                    <a:pt x="2872" y="3094"/>
                    <a:pt x="3337" y="2650"/>
                    <a:pt x="3439" y="2141"/>
                  </a:cubicBezTo>
                  <a:cubicBezTo>
                    <a:pt x="3538" y="1603"/>
                    <a:pt x="3304" y="1042"/>
                    <a:pt x="2921" y="652"/>
                  </a:cubicBezTo>
                  <a:cubicBezTo>
                    <a:pt x="2501" y="224"/>
                    <a:pt x="1899" y="1"/>
                    <a:pt x="1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5301238" y="1554894"/>
              <a:ext cx="82287" cy="113392"/>
            </a:xfrm>
            <a:custGeom>
              <a:avLst/>
              <a:gdLst/>
              <a:ahLst/>
              <a:cxnLst/>
              <a:rect l="l" t="t" r="r" b="b"/>
              <a:pathLst>
                <a:path w="2291" h="3157" fill="none" extrusionOk="0">
                  <a:moveTo>
                    <a:pt x="1" y="1"/>
                  </a:moveTo>
                  <a:cubicBezTo>
                    <a:pt x="1178" y="639"/>
                    <a:pt x="2036" y="1837"/>
                    <a:pt x="2291" y="3156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>
              <a:off x="5382484" y="1380874"/>
              <a:ext cx="104197" cy="134691"/>
            </a:xfrm>
            <a:custGeom>
              <a:avLst/>
              <a:gdLst/>
              <a:ahLst/>
              <a:cxnLst/>
              <a:rect l="l" t="t" r="r" b="b"/>
              <a:pathLst>
                <a:path w="2901" h="3750" extrusionOk="0">
                  <a:moveTo>
                    <a:pt x="2443" y="0"/>
                  </a:moveTo>
                  <a:cubicBezTo>
                    <a:pt x="1873" y="0"/>
                    <a:pt x="1301" y="203"/>
                    <a:pt x="866" y="577"/>
                  </a:cubicBezTo>
                  <a:cubicBezTo>
                    <a:pt x="320" y="1052"/>
                    <a:pt x="1" y="1783"/>
                    <a:pt x="29" y="2506"/>
                  </a:cubicBezTo>
                  <a:cubicBezTo>
                    <a:pt x="43" y="2917"/>
                    <a:pt x="185" y="3350"/>
                    <a:pt x="525" y="3584"/>
                  </a:cubicBezTo>
                  <a:cubicBezTo>
                    <a:pt x="691" y="3698"/>
                    <a:pt x="883" y="3750"/>
                    <a:pt x="1080" y="3750"/>
                  </a:cubicBezTo>
                  <a:cubicBezTo>
                    <a:pt x="1432" y="3750"/>
                    <a:pt x="1797" y="3585"/>
                    <a:pt x="2043" y="3321"/>
                  </a:cubicBezTo>
                  <a:cubicBezTo>
                    <a:pt x="2426" y="2917"/>
                    <a:pt x="2574" y="2343"/>
                    <a:pt x="2631" y="1790"/>
                  </a:cubicBezTo>
                  <a:cubicBezTo>
                    <a:pt x="2695" y="1230"/>
                    <a:pt x="2688" y="662"/>
                    <a:pt x="2901" y="45"/>
                  </a:cubicBezTo>
                  <a:cubicBezTo>
                    <a:pt x="2750" y="15"/>
                    <a:pt x="2596" y="0"/>
                    <a:pt x="2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>
              <a:off x="5387835" y="1431374"/>
              <a:ext cx="60916" cy="174236"/>
            </a:xfrm>
            <a:custGeom>
              <a:avLst/>
              <a:gdLst/>
              <a:ahLst/>
              <a:cxnLst/>
              <a:rect l="l" t="t" r="r" b="b"/>
              <a:pathLst>
                <a:path w="1696" h="4851" fill="none" extrusionOk="0">
                  <a:moveTo>
                    <a:pt x="1695" y="1"/>
                  </a:moveTo>
                  <a:cubicBezTo>
                    <a:pt x="667" y="1405"/>
                    <a:pt x="64" y="3114"/>
                    <a:pt x="0" y="485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>
              <a:off x="5215395" y="1114258"/>
              <a:ext cx="269776" cy="257421"/>
            </a:xfrm>
            <a:custGeom>
              <a:avLst/>
              <a:gdLst/>
              <a:ahLst/>
              <a:cxnLst/>
              <a:rect l="l" t="t" r="r" b="b"/>
              <a:pathLst>
                <a:path w="7511" h="7167" extrusionOk="0">
                  <a:moveTo>
                    <a:pt x="3888" y="0"/>
                  </a:moveTo>
                  <a:cubicBezTo>
                    <a:pt x="2813" y="0"/>
                    <a:pt x="1731" y="473"/>
                    <a:pt x="1050" y="1307"/>
                  </a:cubicBezTo>
                  <a:cubicBezTo>
                    <a:pt x="100" y="2476"/>
                    <a:pt x="1" y="4263"/>
                    <a:pt x="816" y="5526"/>
                  </a:cubicBezTo>
                  <a:cubicBezTo>
                    <a:pt x="1474" y="6549"/>
                    <a:pt x="2685" y="7167"/>
                    <a:pt x="3891" y="7167"/>
                  </a:cubicBezTo>
                  <a:cubicBezTo>
                    <a:pt x="4181" y="7167"/>
                    <a:pt x="4470" y="7131"/>
                    <a:pt x="4752" y="7057"/>
                  </a:cubicBezTo>
                  <a:cubicBezTo>
                    <a:pt x="6205" y="6674"/>
                    <a:pt x="7340" y="5284"/>
                    <a:pt x="7425" y="3781"/>
                  </a:cubicBezTo>
                  <a:cubicBezTo>
                    <a:pt x="7510" y="2278"/>
                    <a:pt x="6546" y="775"/>
                    <a:pt x="5135" y="229"/>
                  </a:cubicBezTo>
                  <a:cubicBezTo>
                    <a:pt x="4737" y="74"/>
                    <a:pt x="4313" y="0"/>
                    <a:pt x="38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6"/>
            <p:cNvSpPr/>
            <p:nvPr/>
          </p:nvSpPr>
          <p:spPr>
            <a:xfrm>
              <a:off x="5322394" y="1119143"/>
              <a:ext cx="36456" cy="121760"/>
            </a:xfrm>
            <a:custGeom>
              <a:avLst/>
              <a:gdLst/>
              <a:ahLst/>
              <a:cxnLst/>
              <a:rect l="l" t="t" r="r" b="b"/>
              <a:pathLst>
                <a:path w="1015" h="3390" fill="none" extrusionOk="0">
                  <a:moveTo>
                    <a:pt x="1014" y="3390"/>
                  </a:moveTo>
                  <a:cubicBezTo>
                    <a:pt x="1014" y="2192"/>
                    <a:pt x="652" y="1000"/>
                    <a:pt x="0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6"/>
            <p:cNvSpPr/>
            <p:nvPr/>
          </p:nvSpPr>
          <p:spPr>
            <a:xfrm>
              <a:off x="5234503" y="1195791"/>
              <a:ext cx="118743" cy="46154"/>
            </a:xfrm>
            <a:custGeom>
              <a:avLst/>
              <a:gdLst/>
              <a:ahLst/>
              <a:cxnLst/>
              <a:rect l="l" t="t" r="r" b="b"/>
              <a:pathLst>
                <a:path w="3306" h="1285" fill="none" extrusionOk="0">
                  <a:moveTo>
                    <a:pt x="1" y="1"/>
                  </a:moveTo>
                  <a:cubicBezTo>
                    <a:pt x="1206" y="8"/>
                    <a:pt x="2405" y="476"/>
                    <a:pt x="3305" y="128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6"/>
            <p:cNvSpPr/>
            <p:nvPr/>
          </p:nvSpPr>
          <p:spPr>
            <a:xfrm>
              <a:off x="5278574" y="1242663"/>
              <a:ext cx="81533" cy="103191"/>
            </a:xfrm>
            <a:custGeom>
              <a:avLst/>
              <a:gdLst/>
              <a:ahLst/>
              <a:cxnLst/>
              <a:rect l="l" t="t" r="r" b="b"/>
              <a:pathLst>
                <a:path w="2270" h="2873" fill="none" extrusionOk="0">
                  <a:moveTo>
                    <a:pt x="2270" y="1"/>
                  </a:moveTo>
                  <a:cubicBezTo>
                    <a:pt x="1227" y="674"/>
                    <a:pt x="419" y="1702"/>
                    <a:pt x="0" y="2872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6"/>
            <p:cNvSpPr/>
            <p:nvPr/>
          </p:nvSpPr>
          <p:spPr>
            <a:xfrm>
              <a:off x="5352923" y="1255666"/>
              <a:ext cx="47663" cy="106244"/>
            </a:xfrm>
            <a:custGeom>
              <a:avLst/>
              <a:gdLst/>
              <a:ahLst/>
              <a:cxnLst/>
              <a:rect l="l" t="t" r="r" b="b"/>
              <a:pathLst>
                <a:path w="1327" h="2958" fill="none" extrusionOk="0">
                  <a:moveTo>
                    <a:pt x="1" y="0"/>
                  </a:moveTo>
                  <a:cubicBezTo>
                    <a:pt x="774" y="787"/>
                    <a:pt x="1249" y="1851"/>
                    <a:pt x="1327" y="2957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>
              <a:off x="5363124" y="1247261"/>
              <a:ext cx="97588" cy="63179"/>
            </a:xfrm>
            <a:custGeom>
              <a:avLst/>
              <a:gdLst/>
              <a:ahLst/>
              <a:cxnLst/>
              <a:rect l="l" t="t" r="r" b="b"/>
              <a:pathLst>
                <a:path w="2717" h="1759" fill="none" extrusionOk="0">
                  <a:moveTo>
                    <a:pt x="1" y="0"/>
                  </a:moveTo>
                  <a:cubicBezTo>
                    <a:pt x="540" y="149"/>
                    <a:pt x="1086" y="305"/>
                    <a:pt x="1575" y="575"/>
                  </a:cubicBezTo>
                  <a:cubicBezTo>
                    <a:pt x="2071" y="837"/>
                    <a:pt x="2504" y="1241"/>
                    <a:pt x="2716" y="1759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>
              <a:off x="5374079" y="1170074"/>
              <a:ext cx="83329" cy="72625"/>
            </a:xfrm>
            <a:custGeom>
              <a:avLst/>
              <a:gdLst/>
              <a:ahLst/>
              <a:cxnLst/>
              <a:rect l="l" t="t" r="r" b="b"/>
              <a:pathLst>
                <a:path w="2320" h="2022" fill="none" extrusionOk="0">
                  <a:moveTo>
                    <a:pt x="1" y="2022"/>
                  </a:moveTo>
                  <a:cubicBezTo>
                    <a:pt x="511" y="1107"/>
                    <a:pt x="1348" y="384"/>
                    <a:pt x="2319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>
              <a:off x="5322394" y="1218635"/>
              <a:ext cx="66232" cy="62281"/>
            </a:xfrm>
            <a:custGeom>
              <a:avLst/>
              <a:gdLst/>
              <a:ahLst/>
              <a:cxnLst/>
              <a:rect l="l" t="t" r="r" b="b"/>
              <a:pathLst>
                <a:path w="1844" h="1734" extrusionOk="0">
                  <a:moveTo>
                    <a:pt x="930" y="1"/>
                  </a:moveTo>
                  <a:cubicBezTo>
                    <a:pt x="749" y="1"/>
                    <a:pt x="568" y="54"/>
                    <a:pt x="418" y="159"/>
                  </a:cubicBezTo>
                  <a:cubicBezTo>
                    <a:pt x="142" y="358"/>
                    <a:pt x="0" y="740"/>
                    <a:pt x="85" y="1074"/>
                  </a:cubicBezTo>
                  <a:cubicBezTo>
                    <a:pt x="170" y="1407"/>
                    <a:pt x="468" y="1676"/>
                    <a:pt x="808" y="1726"/>
                  </a:cubicBezTo>
                  <a:cubicBezTo>
                    <a:pt x="845" y="1731"/>
                    <a:pt x="882" y="1734"/>
                    <a:pt x="919" y="1734"/>
                  </a:cubicBezTo>
                  <a:cubicBezTo>
                    <a:pt x="1182" y="1734"/>
                    <a:pt x="1447" y="1603"/>
                    <a:pt x="1603" y="1386"/>
                  </a:cubicBezTo>
                  <a:cubicBezTo>
                    <a:pt x="1844" y="1045"/>
                    <a:pt x="1844" y="414"/>
                    <a:pt x="1390" y="131"/>
                  </a:cubicBezTo>
                  <a:cubicBezTo>
                    <a:pt x="1253" y="44"/>
                    <a:pt x="1092" y="1"/>
                    <a:pt x="9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23"/>
          <p:cNvSpPr txBox="1">
            <a:spLocks noGrp="1"/>
          </p:cNvSpPr>
          <p:nvPr>
            <p:ph type="subTitle" idx="1"/>
          </p:nvPr>
        </p:nvSpPr>
        <p:spPr>
          <a:xfrm>
            <a:off x="4962046" y="2828424"/>
            <a:ext cx="27843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3"/>
          <p:cNvSpPr txBox="1">
            <a:spLocks noGrp="1"/>
          </p:cNvSpPr>
          <p:nvPr>
            <p:ph type="subTitle" idx="2"/>
          </p:nvPr>
        </p:nvSpPr>
        <p:spPr>
          <a:xfrm>
            <a:off x="1397651" y="2828424"/>
            <a:ext cx="27843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3"/>
          <p:cNvSpPr txBox="1">
            <a:spLocks noGrp="1"/>
          </p:cNvSpPr>
          <p:nvPr>
            <p:ph type="subTitle" idx="3"/>
          </p:nvPr>
        </p:nvSpPr>
        <p:spPr>
          <a:xfrm>
            <a:off x="1397651" y="2340800"/>
            <a:ext cx="2784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6" name="Google Shape;526;p23"/>
          <p:cNvSpPr txBox="1">
            <a:spLocks noGrp="1"/>
          </p:cNvSpPr>
          <p:nvPr>
            <p:ph type="subTitle" idx="4"/>
          </p:nvPr>
        </p:nvSpPr>
        <p:spPr>
          <a:xfrm>
            <a:off x="4962049" y="2340800"/>
            <a:ext cx="2784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27" name="Google Shape;527;p23"/>
          <p:cNvGrpSpPr/>
          <p:nvPr/>
        </p:nvGrpSpPr>
        <p:grpSpPr>
          <a:xfrm rot="-9957459">
            <a:off x="8382010" y="-123208"/>
            <a:ext cx="668770" cy="1153235"/>
            <a:chOff x="5192731" y="312328"/>
            <a:chExt cx="367292" cy="633405"/>
          </a:xfrm>
        </p:grpSpPr>
        <p:sp>
          <p:nvSpPr>
            <p:cNvPr id="528" name="Google Shape;528;p23"/>
            <p:cNvSpPr/>
            <p:nvPr/>
          </p:nvSpPr>
          <p:spPr>
            <a:xfrm>
              <a:off x="5192731" y="312328"/>
              <a:ext cx="367292" cy="633405"/>
            </a:xfrm>
            <a:custGeom>
              <a:avLst/>
              <a:gdLst/>
              <a:ahLst/>
              <a:cxnLst/>
              <a:rect l="l" t="t" r="r" b="b"/>
              <a:pathLst>
                <a:path w="10226" h="17635" extrusionOk="0">
                  <a:moveTo>
                    <a:pt x="7489" y="0"/>
                  </a:moveTo>
                  <a:cubicBezTo>
                    <a:pt x="7418" y="0"/>
                    <a:pt x="7347" y="7"/>
                    <a:pt x="7269" y="14"/>
                  </a:cubicBezTo>
                  <a:cubicBezTo>
                    <a:pt x="6836" y="64"/>
                    <a:pt x="6198" y="270"/>
                    <a:pt x="5610" y="993"/>
                  </a:cubicBezTo>
                  <a:cubicBezTo>
                    <a:pt x="5156" y="1553"/>
                    <a:pt x="4844" y="2191"/>
                    <a:pt x="4695" y="2843"/>
                  </a:cubicBezTo>
                  <a:cubicBezTo>
                    <a:pt x="4440" y="2716"/>
                    <a:pt x="4199" y="2673"/>
                    <a:pt x="4021" y="2652"/>
                  </a:cubicBezTo>
                  <a:cubicBezTo>
                    <a:pt x="3965" y="2645"/>
                    <a:pt x="3901" y="2645"/>
                    <a:pt x="3837" y="2645"/>
                  </a:cubicBezTo>
                  <a:cubicBezTo>
                    <a:pt x="3050" y="2645"/>
                    <a:pt x="2320" y="3127"/>
                    <a:pt x="1972" y="3879"/>
                  </a:cubicBezTo>
                  <a:cubicBezTo>
                    <a:pt x="1759" y="4354"/>
                    <a:pt x="1703" y="4900"/>
                    <a:pt x="1809" y="5495"/>
                  </a:cubicBezTo>
                  <a:cubicBezTo>
                    <a:pt x="1837" y="5644"/>
                    <a:pt x="1873" y="5786"/>
                    <a:pt x="1915" y="5928"/>
                  </a:cubicBezTo>
                  <a:cubicBezTo>
                    <a:pt x="1802" y="5985"/>
                    <a:pt x="1696" y="6056"/>
                    <a:pt x="1596" y="6141"/>
                  </a:cubicBezTo>
                  <a:cubicBezTo>
                    <a:pt x="1121" y="6531"/>
                    <a:pt x="838" y="7148"/>
                    <a:pt x="845" y="7800"/>
                  </a:cubicBezTo>
                  <a:cubicBezTo>
                    <a:pt x="852" y="8211"/>
                    <a:pt x="972" y="8630"/>
                    <a:pt x="1199" y="9034"/>
                  </a:cubicBezTo>
                  <a:cubicBezTo>
                    <a:pt x="1263" y="9147"/>
                    <a:pt x="1327" y="9253"/>
                    <a:pt x="1398" y="9360"/>
                  </a:cubicBezTo>
                  <a:cubicBezTo>
                    <a:pt x="1277" y="9409"/>
                    <a:pt x="1157" y="9473"/>
                    <a:pt x="1043" y="9544"/>
                  </a:cubicBezTo>
                  <a:cubicBezTo>
                    <a:pt x="299" y="10041"/>
                    <a:pt x="1" y="10991"/>
                    <a:pt x="285" y="11920"/>
                  </a:cubicBezTo>
                  <a:cubicBezTo>
                    <a:pt x="561" y="12813"/>
                    <a:pt x="1313" y="13550"/>
                    <a:pt x="2298" y="13898"/>
                  </a:cubicBezTo>
                  <a:cubicBezTo>
                    <a:pt x="2589" y="13997"/>
                    <a:pt x="2922" y="14068"/>
                    <a:pt x="3270" y="14111"/>
                  </a:cubicBezTo>
                  <a:cubicBezTo>
                    <a:pt x="3404" y="14969"/>
                    <a:pt x="3610" y="15805"/>
                    <a:pt x="3880" y="16614"/>
                  </a:cubicBezTo>
                  <a:cubicBezTo>
                    <a:pt x="4078" y="17223"/>
                    <a:pt x="4652" y="17635"/>
                    <a:pt x="5291" y="17635"/>
                  </a:cubicBezTo>
                  <a:cubicBezTo>
                    <a:pt x="5454" y="17635"/>
                    <a:pt x="5610" y="17606"/>
                    <a:pt x="5759" y="17557"/>
                  </a:cubicBezTo>
                  <a:cubicBezTo>
                    <a:pt x="6142" y="17429"/>
                    <a:pt x="6446" y="17167"/>
                    <a:pt x="6624" y="16812"/>
                  </a:cubicBezTo>
                  <a:cubicBezTo>
                    <a:pt x="6801" y="16458"/>
                    <a:pt x="6829" y="16054"/>
                    <a:pt x="6709" y="15671"/>
                  </a:cubicBezTo>
                  <a:cubicBezTo>
                    <a:pt x="6453" y="14898"/>
                    <a:pt x="6262" y="14096"/>
                    <a:pt x="6149" y="13274"/>
                  </a:cubicBezTo>
                  <a:cubicBezTo>
                    <a:pt x="6503" y="13196"/>
                    <a:pt x="6858" y="13097"/>
                    <a:pt x="7191" y="12969"/>
                  </a:cubicBezTo>
                  <a:cubicBezTo>
                    <a:pt x="8297" y="12544"/>
                    <a:pt x="8673" y="11835"/>
                    <a:pt x="8801" y="11310"/>
                  </a:cubicBezTo>
                  <a:cubicBezTo>
                    <a:pt x="8935" y="10728"/>
                    <a:pt x="8808" y="10133"/>
                    <a:pt x="8474" y="9651"/>
                  </a:cubicBezTo>
                  <a:cubicBezTo>
                    <a:pt x="9120" y="9083"/>
                    <a:pt x="9410" y="8346"/>
                    <a:pt x="9276" y="7623"/>
                  </a:cubicBezTo>
                  <a:cubicBezTo>
                    <a:pt x="9240" y="7445"/>
                    <a:pt x="9183" y="7282"/>
                    <a:pt x="9105" y="7119"/>
                  </a:cubicBezTo>
                  <a:cubicBezTo>
                    <a:pt x="9474" y="6828"/>
                    <a:pt x="9758" y="6446"/>
                    <a:pt x="9914" y="6013"/>
                  </a:cubicBezTo>
                  <a:cubicBezTo>
                    <a:pt x="10226" y="5176"/>
                    <a:pt x="9999" y="4233"/>
                    <a:pt x="9403" y="3638"/>
                  </a:cubicBezTo>
                  <a:cubicBezTo>
                    <a:pt x="9729" y="3028"/>
                    <a:pt x="9822" y="2347"/>
                    <a:pt x="9659" y="1716"/>
                  </a:cubicBezTo>
                  <a:cubicBezTo>
                    <a:pt x="9396" y="723"/>
                    <a:pt x="8481" y="0"/>
                    <a:pt x="7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3"/>
            <p:cNvSpPr/>
            <p:nvPr/>
          </p:nvSpPr>
          <p:spPr>
            <a:xfrm>
              <a:off x="5401340" y="363367"/>
              <a:ext cx="92488" cy="111452"/>
            </a:xfrm>
            <a:custGeom>
              <a:avLst/>
              <a:gdLst/>
              <a:ahLst/>
              <a:cxnLst/>
              <a:rect l="l" t="t" r="r" b="b"/>
              <a:pathLst>
                <a:path w="2575" h="3103" extrusionOk="0">
                  <a:moveTo>
                    <a:pt x="1683" y="0"/>
                  </a:moveTo>
                  <a:cubicBezTo>
                    <a:pt x="1659" y="0"/>
                    <a:pt x="1634" y="2"/>
                    <a:pt x="1610" y="4"/>
                  </a:cubicBezTo>
                  <a:cubicBezTo>
                    <a:pt x="1326" y="33"/>
                    <a:pt x="1085" y="238"/>
                    <a:pt x="901" y="465"/>
                  </a:cubicBezTo>
                  <a:cubicBezTo>
                    <a:pt x="319" y="1181"/>
                    <a:pt x="0" y="2231"/>
                    <a:pt x="326" y="3103"/>
                  </a:cubicBezTo>
                  <a:cubicBezTo>
                    <a:pt x="461" y="2904"/>
                    <a:pt x="965" y="2713"/>
                    <a:pt x="1305" y="2507"/>
                  </a:cubicBezTo>
                  <a:cubicBezTo>
                    <a:pt x="1645" y="2309"/>
                    <a:pt x="1971" y="2075"/>
                    <a:pt x="2213" y="1763"/>
                  </a:cubicBezTo>
                  <a:cubicBezTo>
                    <a:pt x="2447" y="1451"/>
                    <a:pt x="2574" y="1040"/>
                    <a:pt x="2475" y="657"/>
                  </a:cubicBezTo>
                  <a:cubicBezTo>
                    <a:pt x="2382" y="297"/>
                    <a:pt x="2051" y="0"/>
                    <a:pt x="16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3"/>
            <p:cNvSpPr/>
            <p:nvPr/>
          </p:nvSpPr>
          <p:spPr>
            <a:xfrm>
              <a:off x="5388087" y="471766"/>
              <a:ext cx="117702" cy="68351"/>
            </a:xfrm>
            <a:custGeom>
              <a:avLst/>
              <a:gdLst/>
              <a:ahLst/>
              <a:cxnLst/>
              <a:rect l="l" t="t" r="r" b="b"/>
              <a:pathLst>
                <a:path w="3277" h="1903" extrusionOk="0">
                  <a:moveTo>
                    <a:pt x="2429" y="0"/>
                  </a:moveTo>
                  <a:cubicBezTo>
                    <a:pt x="2252" y="0"/>
                    <a:pt x="2068" y="45"/>
                    <a:pt x="1901" y="106"/>
                  </a:cubicBezTo>
                  <a:cubicBezTo>
                    <a:pt x="1135" y="383"/>
                    <a:pt x="369" y="993"/>
                    <a:pt x="1" y="1723"/>
                  </a:cubicBezTo>
                  <a:cubicBezTo>
                    <a:pt x="277" y="1758"/>
                    <a:pt x="759" y="1815"/>
                    <a:pt x="1149" y="1865"/>
                  </a:cubicBezTo>
                  <a:cubicBezTo>
                    <a:pt x="1323" y="1887"/>
                    <a:pt x="1499" y="1902"/>
                    <a:pt x="1675" y="1902"/>
                  </a:cubicBezTo>
                  <a:cubicBezTo>
                    <a:pt x="1886" y="1902"/>
                    <a:pt x="2096" y="1880"/>
                    <a:pt x="2298" y="1822"/>
                  </a:cubicBezTo>
                  <a:cubicBezTo>
                    <a:pt x="2667" y="1709"/>
                    <a:pt x="3014" y="1453"/>
                    <a:pt x="3149" y="1092"/>
                  </a:cubicBezTo>
                  <a:cubicBezTo>
                    <a:pt x="3276" y="723"/>
                    <a:pt x="3149" y="262"/>
                    <a:pt x="2801" y="85"/>
                  </a:cubicBezTo>
                  <a:cubicBezTo>
                    <a:pt x="2687" y="25"/>
                    <a:pt x="2560" y="0"/>
                    <a:pt x="2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3"/>
            <p:cNvSpPr/>
            <p:nvPr/>
          </p:nvSpPr>
          <p:spPr>
            <a:xfrm>
              <a:off x="5306087" y="458189"/>
              <a:ext cx="71584" cy="120826"/>
            </a:xfrm>
            <a:custGeom>
              <a:avLst/>
              <a:gdLst/>
              <a:ahLst/>
              <a:cxnLst/>
              <a:rect l="l" t="t" r="r" b="b"/>
              <a:pathLst>
                <a:path w="1993" h="3364" extrusionOk="0">
                  <a:moveTo>
                    <a:pt x="689" y="0"/>
                  </a:moveTo>
                  <a:cubicBezTo>
                    <a:pt x="442" y="0"/>
                    <a:pt x="214" y="178"/>
                    <a:pt x="107" y="406"/>
                  </a:cubicBezTo>
                  <a:cubicBezTo>
                    <a:pt x="0" y="647"/>
                    <a:pt x="7" y="924"/>
                    <a:pt x="50" y="1186"/>
                  </a:cubicBezTo>
                  <a:cubicBezTo>
                    <a:pt x="220" y="2101"/>
                    <a:pt x="1014" y="3051"/>
                    <a:pt x="1894" y="3363"/>
                  </a:cubicBezTo>
                  <a:cubicBezTo>
                    <a:pt x="1993" y="2420"/>
                    <a:pt x="1766" y="1371"/>
                    <a:pt x="1376" y="591"/>
                  </a:cubicBezTo>
                  <a:cubicBezTo>
                    <a:pt x="1241" y="321"/>
                    <a:pt x="1036" y="30"/>
                    <a:pt x="731" y="2"/>
                  </a:cubicBezTo>
                  <a:cubicBezTo>
                    <a:pt x="717" y="1"/>
                    <a:pt x="703" y="0"/>
                    <a:pt x="6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3"/>
            <p:cNvSpPr/>
            <p:nvPr/>
          </p:nvSpPr>
          <p:spPr>
            <a:xfrm>
              <a:off x="5362873" y="575927"/>
              <a:ext cx="114649" cy="68387"/>
            </a:xfrm>
            <a:custGeom>
              <a:avLst/>
              <a:gdLst/>
              <a:ahLst/>
              <a:cxnLst/>
              <a:rect l="l" t="t" r="r" b="b"/>
              <a:pathLst>
                <a:path w="3192" h="1904" extrusionOk="0">
                  <a:moveTo>
                    <a:pt x="2215" y="0"/>
                  </a:moveTo>
                  <a:cubicBezTo>
                    <a:pt x="1812" y="0"/>
                    <a:pt x="1406" y="155"/>
                    <a:pt x="1071" y="390"/>
                  </a:cubicBezTo>
                  <a:cubicBezTo>
                    <a:pt x="646" y="688"/>
                    <a:pt x="298" y="1156"/>
                    <a:pt x="1" y="1581"/>
                  </a:cubicBezTo>
                  <a:cubicBezTo>
                    <a:pt x="309" y="1802"/>
                    <a:pt x="690" y="1904"/>
                    <a:pt x="1087" y="1904"/>
                  </a:cubicBezTo>
                  <a:cubicBezTo>
                    <a:pt x="1685" y="1904"/>
                    <a:pt x="2318" y="1671"/>
                    <a:pt x="2787" y="1262"/>
                  </a:cubicBezTo>
                  <a:cubicBezTo>
                    <a:pt x="3000" y="1078"/>
                    <a:pt x="3191" y="815"/>
                    <a:pt x="3142" y="546"/>
                  </a:cubicBezTo>
                  <a:cubicBezTo>
                    <a:pt x="3092" y="269"/>
                    <a:pt x="2816" y="92"/>
                    <a:pt x="2539" y="35"/>
                  </a:cubicBezTo>
                  <a:cubicBezTo>
                    <a:pt x="2432" y="11"/>
                    <a:pt x="2324" y="0"/>
                    <a:pt x="22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3"/>
            <p:cNvSpPr/>
            <p:nvPr/>
          </p:nvSpPr>
          <p:spPr>
            <a:xfrm>
              <a:off x="5273977" y="567558"/>
              <a:ext cx="84586" cy="87962"/>
            </a:xfrm>
            <a:custGeom>
              <a:avLst/>
              <a:gdLst/>
              <a:ahLst/>
              <a:cxnLst/>
              <a:rect l="l" t="t" r="r" b="b"/>
              <a:pathLst>
                <a:path w="2355" h="2449" extrusionOk="0">
                  <a:moveTo>
                    <a:pt x="624" y="1"/>
                  </a:moveTo>
                  <a:cubicBezTo>
                    <a:pt x="481" y="1"/>
                    <a:pt x="343" y="41"/>
                    <a:pt x="235" y="134"/>
                  </a:cubicBezTo>
                  <a:cubicBezTo>
                    <a:pt x="79" y="261"/>
                    <a:pt x="1" y="467"/>
                    <a:pt x="1" y="673"/>
                  </a:cubicBezTo>
                  <a:cubicBezTo>
                    <a:pt x="8" y="871"/>
                    <a:pt x="79" y="1070"/>
                    <a:pt x="178" y="1247"/>
                  </a:cubicBezTo>
                  <a:cubicBezTo>
                    <a:pt x="559" y="1936"/>
                    <a:pt x="1376" y="2448"/>
                    <a:pt x="2164" y="2448"/>
                  </a:cubicBezTo>
                  <a:cubicBezTo>
                    <a:pt x="2228" y="2448"/>
                    <a:pt x="2292" y="2445"/>
                    <a:pt x="2355" y="2438"/>
                  </a:cubicBezTo>
                  <a:cubicBezTo>
                    <a:pt x="2171" y="1814"/>
                    <a:pt x="1901" y="1162"/>
                    <a:pt x="1568" y="658"/>
                  </a:cubicBezTo>
                  <a:cubicBezTo>
                    <a:pt x="1419" y="439"/>
                    <a:pt x="1242" y="219"/>
                    <a:pt x="1001" y="91"/>
                  </a:cubicBezTo>
                  <a:cubicBezTo>
                    <a:pt x="886" y="34"/>
                    <a:pt x="753" y="1"/>
                    <a:pt x="6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3"/>
            <p:cNvSpPr/>
            <p:nvPr/>
          </p:nvSpPr>
          <p:spPr>
            <a:xfrm>
              <a:off x="5356012" y="675167"/>
              <a:ext cx="105454" cy="68028"/>
            </a:xfrm>
            <a:custGeom>
              <a:avLst/>
              <a:gdLst/>
              <a:ahLst/>
              <a:cxnLst/>
              <a:rect l="l" t="t" r="r" b="b"/>
              <a:pathLst>
                <a:path w="2936" h="1894" extrusionOk="0">
                  <a:moveTo>
                    <a:pt x="2029" y="1"/>
                  </a:moveTo>
                  <a:cubicBezTo>
                    <a:pt x="1922" y="1"/>
                    <a:pt x="1813" y="16"/>
                    <a:pt x="1709" y="45"/>
                  </a:cubicBezTo>
                  <a:cubicBezTo>
                    <a:pt x="1432" y="116"/>
                    <a:pt x="1191" y="286"/>
                    <a:pt x="972" y="470"/>
                  </a:cubicBezTo>
                  <a:cubicBezTo>
                    <a:pt x="567" y="839"/>
                    <a:pt x="184" y="1371"/>
                    <a:pt x="0" y="1889"/>
                  </a:cubicBezTo>
                  <a:cubicBezTo>
                    <a:pt x="79" y="1892"/>
                    <a:pt x="158" y="1894"/>
                    <a:pt x="236" y="1894"/>
                  </a:cubicBezTo>
                  <a:cubicBezTo>
                    <a:pt x="924" y="1894"/>
                    <a:pt x="1581" y="1757"/>
                    <a:pt x="2134" y="1541"/>
                  </a:cubicBezTo>
                  <a:cubicBezTo>
                    <a:pt x="2453" y="1421"/>
                    <a:pt x="2794" y="1215"/>
                    <a:pt x="2872" y="882"/>
                  </a:cubicBezTo>
                  <a:cubicBezTo>
                    <a:pt x="2936" y="605"/>
                    <a:pt x="2787" y="300"/>
                    <a:pt x="2546" y="144"/>
                  </a:cubicBezTo>
                  <a:cubicBezTo>
                    <a:pt x="2393" y="46"/>
                    <a:pt x="2213" y="1"/>
                    <a:pt x="20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3"/>
            <p:cNvSpPr/>
            <p:nvPr/>
          </p:nvSpPr>
          <p:spPr>
            <a:xfrm>
              <a:off x="5248511" y="694706"/>
              <a:ext cx="109046" cy="75068"/>
            </a:xfrm>
            <a:custGeom>
              <a:avLst/>
              <a:gdLst/>
              <a:ahLst/>
              <a:cxnLst/>
              <a:rect l="l" t="t" r="r" b="b"/>
              <a:pathLst>
                <a:path w="3036" h="2090" extrusionOk="0">
                  <a:moveTo>
                    <a:pt x="558" y="1"/>
                  </a:moveTo>
                  <a:cubicBezTo>
                    <a:pt x="458" y="1"/>
                    <a:pt x="362" y="25"/>
                    <a:pt x="277" y="82"/>
                  </a:cubicBezTo>
                  <a:cubicBezTo>
                    <a:pt x="36" y="238"/>
                    <a:pt x="1" y="586"/>
                    <a:pt x="86" y="855"/>
                  </a:cubicBezTo>
                  <a:cubicBezTo>
                    <a:pt x="242" y="1366"/>
                    <a:pt x="710" y="1735"/>
                    <a:pt x="1213" y="1912"/>
                  </a:cubicBezTo>
                  <a:cubicBezTo>
                    <a:pt x="1535" y="2025"/>
                    <a:pt x="1958" y="2089"/>
                    <a:pt x="2370" y="2089"/>
                  </a:cubicBezTo>
                  <a:cubicBezTo>
                    <a:pt x="2602" y="2089"/>
                    <a:pt x="2831" y="2069"/>
                    <a:pt x="3036" y="2025"/>
                  </a:cubicBezTo>
                  <a:cubicBezTo>
                    <a:pt x="2639" y="1316"/>
                    <a:pt x="1859" y="664"/>
                    <a:pt x="1171" y="224"/>
                  </a:cubicBezTo>
                  <a:cubicBezTo>
                    <a:pt x="989" y="104"/>
                    <a:pt x="765" y="1"/>
                    <a:pt x="5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3"/>
            <p:cNvSpPr/>
            <p:nvPr/>
          </p:nvSpPr>
          <p:spPr>
            <a:xfrm>
              <a:off x="5332307" y="429455"/>
              <a:ext cx="105993" cy="462797"/>
            </a:xfrm>
            <a:custGeom>
              <a:avLst/>
              <a:gdLst/>
              <a:ahLst/>
              <a:cxnLst/>
              <a:rect l="l" t="t" r="r" b="b"/>
              <a:pathLst>
                <a:path w="2951" h="12885" fill="none" extrusionOk="0">
                  <a:moveTo>
                    <a:pt x="2950" y="1"/>
                  </a:moveTo>
                  <a:cubicBezTo>
                    <a:pt x="582" y="3787"/>
                    <a:pt x="1" y="8644"/>
                    <a:pt x="1405" y="12885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3"/>
            <p:cNvSpPr/>
            <p:nvPr/>
          </p:nvSpPr>
          <p:spPr>
            <a:xfrm>
              <a:off x="5341753" y="510701"/>
              <a:ext cx="32362" cy="68315"/>
            </a:xfrm>
            <a:custGeom>
              <a:avLst/>
              <a:gdLst/>
              <a:ahLst/>
              <a:cxnLst/>
              <a:rect l="l" t="t" r="r" b="b"/>
              <a:pathLst>
                <a:path w="901" h="1902" fill="none" extrusionOk="0">
                  <a:moveTo>
                    <a:pt x="0" y="1"/>
                  </a:moveTo>
                  <a:cubicBezTo>
                    <a:pt x="0" y="1"/>
                    <a:pt x="496" y="1291"/>
                    <a:pt x="901" y="190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3"/>
            <p:cNvSpPr/>
            <p:nvPr/>
          </p:nvSpPr>
          <p:spPr>
            <a:xfrm>
              <a:off x="5388087" y="511994"/>
              <a:ext cx="67776" cy="21658"/>
            </a:xfrm>
            <a:custGeom>
              <a:avLst/>
              <a:gdLst/>
              <a:ahLst/>
              <a:cxnLst/>
              <a:rect l="l" t="t" r="r" b="b"/>
              <a:pathLst>
                <a:path w="1887" h="603" fill="none" extrusionOk="0">
                  <a:moveTo>
                    <a:pt x="1887" y="0"/>
                  </a:moveTo>
                  <a:cubicBezTo>
                    <a:pt x="1887" y="0"/>
                    <a:pt x="646" y="369"/>
                    <a:pt x="1" y="603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3"/>
            <p:cNvSpPr/>
            <p:nvPr/>
          </p:nvSpPr>
          <p:spPr>
            <a:xfrm>
              <a:off x="5309894" y="608001"/>
              <a:ext cx="48668" cy="47160"/>
            </a:xfrm>
            <a:custGeom>
              <a:avLst/>
              <a:gdLst/>
              <a:ahLst/>
              <a:cxnLst/>
              <a:rect l="l" t="t" r="r" b="b"/>
              <a:pathLst>
                <a:path w="1355" h="1313" fill="none" extrusionOk="0">
                  <a:moveTo>
                    <a:pt x="1" y="0"/>
                  </a:moveTo>
                  <a:cubicBezTo>
                    <a:pt x="1" y="0"/>
                    <a:pt x="759" y="1036"/>
                    <a:pt x="1355" y="1312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3"/>
            <p:cNvSpPr/>
            <p:nvPr/>
          </p:nvSpPr>
          <p:spPr>
            <a:xfrm>
              <a:off x="5362873" y="610300"/>
              <a:ext cx="64723" cy="22448"/>
            </a:xfrm>
            <a:custGeom>
              <a:avLst/>
              <a:gdLst/>
              <a:ahLst/>
              <a:cxnLst/>
              <a:rect l="l" t="t" r="r" b="b"/>
              <a:pathLst>
                <a:path w="1802" h="625" fill="none" extrusionOk="0">
                  <a:moveTo>
                    <a:pt x="1802" y="0"/>
                  </a:moveTo>
                  <a:cubicBezTo>
                    <a:pt x="1802" y="0"/>
                    <a:pt x="688" y="419"/>
                    <a:pt x="1" y="62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3"/>
            <p:cNvSpPr/>
            <p:nvPr/>
          </p:nvSpPr>
          <p:spPr>
            <a:xfrm>
              <a:off x="5292331" y="731773"/>
              <a:ext cx="65226" cy="35702"/>
            </a:xfrm>
            <a:custGeom>
              <a:avLst/>
              <a:gdLst/>
              <a:ahLst/>
              <a:cxnLst/>
              <a:rect l="l" t="t" r="r" b="b"/>
              <a:pathLst>
                <a:path w="1816" h="994" fill="none" extrusionOk="0">
                  <a:moveTo>
                    <a:pt x="0" y="1"/>
                  </a:moveTo>
                  <a:cubicBezTo>
                    <a:pt x="0" y="1"/>
                    <a:pt x="943" y="703"/>
                    <a:pt x="1816" y="993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3"/>
            <p:cNvSpPr/>
            <p:nvPr/>
          </p:nvSpPr>
          <p:spPr>
            <a:xfrm>
              <a:off x="5356012" y="706559"/>
              <a:ext cx="64185" cy="36456"/>
            </a:xfrm>
            <a:custGeom>
              <a:avLst/>
              <a:gdLst/>
              <a:ahLst/>
              <a:cxnLst/>
              <a:rect l="l" t="t" r="r" b="b"/>
              <a:pathLst>
                <a:path w="1787" h="1015" fill="none" extrusionOk="0">
                  <a:moveTo>
                    <a:pt x="1787" y="1"/>
                  </a:moveTo>
                  <a:cubicBezTo>
                    <a:pt x="1787" y="1"/>
                    <a:pt x="886" y="752"/>
                    <a:pt x="0" y="1015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23"/>
          <p:cNvGrpSpPr/>
          <p:nvPr/>
        </p:nvGrpSpPr>
        <p:grpSpPr>
          <a:xfrm rot="900012">
            <a:off x="74360" y="3985340"/>
            <a:ext cx="590669" cy="1091326"/>
            <a:chOff x="5166512" y="1063363"/>
            <a:chExt cx="373147" cy="689472"/>
          </a:xfrm>
        </p:grpSpPr>
        <p:sp>
          <p:nvSpPr>
            <p:cNvPr id="544" name="Google Shape;544;p23"/>
            <p:cNvSpPr/>
            <p:nvPr/>
          </p:nvSpPr>
          <p:spPr>
            <a:xfrm>
              <a:off x="5166512" y="1063363"/>
              <a:ext cx="373147" cy="689472"/>
            </a:xfrm>
            <a:custGeom>
              <a:avLst/>
              <a:gdLst/>
              <a:ahLst/>
              <a:cxnLst/>
              <a:rect l="l" t="t" r="r" b="b"/>
              <a:pathLst>
                <a:path w="10389" h="19196" extrusionOk="0">
                  <a:moveTo>
                    <a:pt x="5255" y="1"/>
                  </a:moveTo>
                  <a:cubicBezTo>
                    <a:pt x="4978" y="1"/>
                    <a:pt x="4709" y="22"/>
                    <a:pt x="4432" y="64"/>
                  </a:cubicBezTo>
                  <a:lnTo>
                    <a:pt x="4340" y="64"/>
                  </a:lnTo>
                  <a:cubicBezTo>
                    <a:pt x="4071" y="64"/>
                    <a:pt x="3801" y="135"/>
                    <a:pt x="3574" y="277"/>
                  </a:cubicBezTo>
                  <a:cubicBezTo>
                    <a:pt x="2681" y="582"/>
                    <a:pt x="1887" y="1128"/>
                    <a:pt x="1312" y="1830"/>
                  </a:cubicBezTo>
                  <a:cubicBezTo>
                    <a:pt x="1078" y="2114"/>
                    <a:pt x="880" y="2426"/>
                    <a:pt x="717" y="2773"/>
                  </a:cubicBezTo>
                  <a:cubicBezTo>
                    <a:pt x="539" y="2993"/>
                    <a:pt x="433" y="3270"/>
                    <a:pt x="412" y="3574"/>
                  </a:cubicBezTo>
                  <a:cubicBezTo>
                    <a:pt x="1" y="4985"/>
                    <a:pt x="206" y="6510"/>
                    <a:pt x="979" y="7715"/>
                  </a:cubicBezTo>
                  <a:cubicBezTo>
                    <a:pt x="1249" y="8127"/>
                    <a:pt x="1582" y="8502"/>
                    <a:pt x="1979" y="8822"/>
                  </a:cubicBezTo>
                  <a:cubicBezTo>
                    <a:pt x="2135" y="9006"/>
                    <a:pt x="2341" y="9155"/>
                    <a:pt x="2582" y="9247"/>
                  </a:cubicBezTo>
                  <a:cubicBezTo>
                    <a:pt x="3149" y="9594"/>
                    <a:pt x="3794" y="9828"/>
                    <a:pt x="4446" y="9935"/>
                  </a:cubicBezTo>
                  <a:cubicBezTo>
                    <a:pt x="4510" y="10424"/>
                    <a:pt x="4567" y="10913"/>
                    <a:pt x="4610" y="11403"/>
                  </a:cubicBezTo>
                  <a:cubicBezTo>
                    <a:pt x="4283" y="11317"/>
                    <a:pt x="3943" y="11268"/>
                    <a:pt x="3603" y="11268"/>
                  </a:cubicBezTo>
                  <a:cubicBezTo>
                    <a:pt x="2823" y="11268"/>
                    <a:pt x="2085" y="11502"/>
                    <a:pt x="1483" y="11934"/>
                  </a:cubicBezTo>
                  <a:cubicBezTo>
                    <a:pt x="1149" y="12175"/>
                    <a:pt x="937" y="12544"/>
                    <a:pt x="894" y="12948"/>
                  </a:cubicBezTo>
                  <a:cubicBezTo>
                    <a:pt x="859" y="13353"/>
                    <a:pt x="993" y="13757"/>
                    <a:pt x="1263" y="14055"/>
                  </a:cubicBezTo>
                  <a:cubicBezTo>
                    <a:pt x="1483" y="14281"/>
                    <a:pt x="1667" y="14530"/>
                    <a:pt x="1787" y="14757"/>
                  </a:cubicBezTo>
                  <a:cubicBezTo>
                    <a:pt x="1844" y="14849"/>
                    <a:pt x="1901" y="14962"/>
                    <a:pt x="1958" y="15083"/>
                  </a:cubicBezTo>
                  <a:cubicBezTo>
                    <a:pt x="2085" y="15345"/>
                    <a:pt x="2234" y="15650"/>
                    <a:pt x="2447" y="15948"/>
                  </a:cubicBezTo>
                  <a:cubicBezTo>
                    <a:pt x="2972" y="16692"/>
                    <a:pt x="3695" y="17132"/>
                    <a:pt x="4482" y="17196"/>
                  </a:cubicBezTo>
                  <a:lnTo>
                    <a:pt x="4503" y="17196"/>
                  </a:lnTo>
                  <a:cubicBezTo>
                    <a:pt x="4489" y="17309"/>
                    <a:pt x="4475" y="17408"/>
                    <a:pt x="4461" y="17515"/>
                  </a:cubicBezTo>
                  <a:cubicBezTo>
                    <a:pt x="4354" y="18323"/>
                    <a:pt x="4936" y="19075"/>
                    <a:pt x="5744" y="19181"/>
                  </a:cubicBezTo>
                  <a:cubicBezTo>
                    <a:pt x="5815" y="19188"/>
                    <a:pt x="5879" y="19195"/>
                    <a:pt x="5943" y="19195"/>
                  </a:cubicBezTo>
                  <a:cubicBezTo>
                    <a:pt x="6687" y="19195"/>
                    <a:pt x="7318" y="18635"/>
                    <a:pt x="7417" y="17898"/>
                  </a:cubicBezTo>
                  <a:cubicBezTo>
                    <a:pt x="7453" y="17635"/>
                    <a:pt x="7481" y="17359"/>
                    <a:pt x="7517" y="17026"/>
                  </a:cubicBezTo>
                  <a:cubicBezTo>
                    <a:pt x="7517" y="17004"/>
                    <a:pt x="7524" y="16983"/>
                    <a:pt x="7524" y="16962"/>
                  </a:cubicBezTo>
                  <a:cubicBezTo>
                    <a:pt x="7581" y="16359"/>
                    <a:pt x="7630" y="15749"/>
                    <a:pt x="7651" y="15154"/>
                  </a:cubicBezTo>
                  <a:cubicBezTo>
                    <a:pt x="7651" y="15154"/>
                    <a:pt x="7651" y="15146"/>
                    <a:pt x="7651" y="15139"/>
                  </a:cubicBezTo>
                  <a:cubicBezTo>
                    <a:pt x="7666" y="14728"/>
                    <a:pt x="7722" y="14317"/>
                    <a:pt x="7807" y="13906"/>
                  </a:cubicBezTo>
                  <a:cubicBezTo>
                    <a:pt x="8290" y="13771"/>
                    <a:pt x="8743" y="13501"/>
                    <a:pt x="9084" y="13140"/>
                  </a:cubicBezTo>
                  <a:cubicBezTo>
                    <a:pt x="9630" y="12565"/>
                    <a:pt x="9942" y="11793"/>
                    <a:pt x="10055" y="10786"/>
                  </a:cubicBezTo>
                  <a:cubicBezTo>
                    <a:pt x="10077" y="10623"/>
                    <a:pt x="10084" y="10474"/>
                    <a:pt x="10098" y="10325"/>
                  </a:cubicBezTo>
                  <a:cubicBezTo>
                    <a:pt x="10126" y="9956"/>
                    <a:pt x="10155" y="9637"/>
                    <a:pt x="10254" y="9339"/>
                  </a:cubicBezTo>
                  <a:cubicBezTo>
                    <a:pt x="10389" y="8956"/>
                    <a:pt x="10346" y="8531"/>
                    <a:pt x="10140" y="8176"/>
                  </a:cubicBezTo>
                  <a:cubicBezTo>
                    <a:pt x="9991" y="7914"/>
                    <a:pt x="9765" y="7708"/>
                    <a:pt x="9495" y="7588"/>
                  </a:cubicBezTo>
                  <a:cubicBezTo>
                    <a:pt x="9538" y="7517"/>
                    <a:pt x="9573" y="7439"/>
                    <a:pt x="9594" y="7361"/>
                  </a:cubicBezTo>
                  <a:cubicBezTo>
                    <a:pt x="9956" y="6709"/>
                    <a:pt x="10162" y="5992"/>
                    <a:pt x="10204" y="5283"/>
                  </a:cubicBezTo>
                  <a:cubicBezTo>
                    <a:pt x="10261" y="4326"/>
                    <a:pt x="10013" y="3340"/>
                    <a:pt x="9502" y="2475"/>
                  </a:cubicBezTo>
                  <a:cubicBezTo>
                    <a:pt x="9502" y="2461"/>
                    <a:pt x="9495" y="2447"/>
                    <a:pt x="9488" y="2426"/>
                  </a:cubicBezTo>
                  <a:cubicBezTo>
                    <a:pt x="9389" y="2185"/>
                    <a:pt x="9240" y="1979"/>
                    <a:pt x="9048" y="1823"/>
                  </a:cubicBezTo>
                  <a:cubicBezTo>
                    <a:pt x="8495" y="1142"/>
                    <a:pt x="7793" y="625"/>
                    <a:pt x="7006" y="320"/>
                  </a:cubicBezTo>
                  <a:cubicBezTo>
                    <a:pt x="6453" y="107"/>
                    <a:pt x="5865" y="1"/>
                    <a:pt x="5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3"/>
            <p:cNvSpPr/>
            <p:nvPr/>
          </p:nvSpPr>
          <p:spPr>
            <a:xfrm>
              <a:off x="5367219" y="1341221"/>
              <a:ext cx="28052" cy="358133"/>
            </a:xfrm>
            <a:custGeom>
              <a:avLst/>
              <a:gdLst/>
              <a:ahLst/>
              <a:cxnLst/>
              <a:rect l="l" t="t" r="r" b="b"/>
              <a:pathLst>
                <a:path w="781" h="9971" fill="none" extrusionOk="0">
                  <a:moveTo>
                    <a:pt x="0" y="1"/>
                  </a:moveTo>
                  <a:cubicBezTo>
                    <a:pt x="660" y="3277"/>
                    <a:pt x="780" y="6659"/>
                    <a:pt x="355" y="9970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3"/>
            <p:cNvSpPr/>
            <p:nvPr/>
          </p:nvSpPr>
          <p:spPr>
            <a:xfrm>
              <a:off x="5249301" y="1519013"/>
              <a:ext cx="127112" cy="111165"/>
            </a:xfrm>
            <a:custGeom>
              <a:avLst/>
              <a:gdLst/>
              <a:ahLst/>
              <a:cxnLst/>
              <a:rect l="l" t="t" r="r" b="b"/>
              <a:pathLst>
                <a:path w="3539" h="3095" extrusionOk="0">
                  <a:moveTo>
                    <a:pt x="1299" y="1"/>
                  </a:moveTo>
                  <a:cubicBezTo>
                    <a:pt x="837" y="1"/>
                    <a:pt x="376" y="133"/>
                    <a:pt x="0" y="404"/>
                  </a:cubicBezTo>
                  <a:cubicBezTo>
                    <a:pt x="262" y="681"/>
                    <a:pt x="525" y="1021"/>
                    <a:pt x="723" y="1376"/>
                  </a:cubicBezTo>
                  <a:cubicBezTo>
                    <a:pt x="922" y="1730"/>
                    <a:pt x="1071" y="2113"/>
                    <a:pt x="1305" y="2446"/>
                  </a:cubicBezTo>
                  <a:cubicBezTo>
                    <a:pt x="1539" y="2780"/>
                    <a:pt x="1879" y="3063"/>
                    <a:pt x="2283" y="3092"/>
                  </a:cubicBezTo>
                  <a:cubicBezTo>
                    <a:pt x="2307" y="3093"/>
                    <a:pt x="2330" y="3094"/>
                    <a:pt x="2354" y="3094"/>
                  </a:cubicBezTo>
                  <a:cubicBezTo>
                    <a:pt x="2872" y="3094"/>
                    <a:pt x="3337" y="2650"/>
                    <a:pt x="3439" y="2141"/>
                  </a:cubicBezTo>
                  <a:cubicBezTo>
                    <a:pt x="3538" y="1603"/>
                    <a:pt x="3304" y="1042"/>
                    <a:pt x="2921" y="652"/>
                  </a:cubicBezTo>
                  <a:cubicBezTo>
                    <a:pt x="2501" y="224"/>
                    <a:pt x="1899" y="1"/>
                    <a:pt x="12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3"/>
            <p:cNvSpPr/>
            <p:nvPr/>
          </p:nvSpPr>
          <p:spPr>
            <a:xfrm>
              <a:off x="5301238" y="1554894"/>
              <a:ext cx="82287" cy="113392"/>
            </a:xfrm>
            <a:custGeom>
              <a:avLst/>
              <a:gdLst/>
              <a:ahLst/>
              <a:cxnLst/>
              <a:rect l="l" t="t" r="r" b="b"/>
              <a:pathLst>
                <a:path w="2291" h="3157" fill="none" extrusionOk="0">
                  <a:moveTo>
                    <a:pt x="1" y="1"/>
                  </a:moveTo>
                  <a:cubicBezTo>
                    <a:pt x="1178" y="639"/>
                    <a:pt x="2036" y="1837"/>
                    <a:pt x="2291" y="3156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3"/>
            <p:cNvSpPr/>
            <p:nvPr/>
          </p:nvSpPr>
          <p:spPr>
            <a:xfrm>
              <a:off x="5382484" y="1380874"/>
              <a:ext cx="104197" cy="134691"/>
            </a:xfrm>
            <a:custGeom>
              <a:avLst/>
              <a:gdLst/>
              <a:ahLst/>
              <a:cxnLst/>
              <a:rect l="l" t="t" r="r" b="b"/>
              <a:pathLst>
                <a:path w="2901" h="3750" extrusionOk="0">
                  <a:moveTo>
                    <a:pt x="2443" y="0"/>
                  </a:moveTo>
                  <a:cubicBezTo>
                    <a:pt x="1873" y="0"/>
                    <a:pt x="1301" y="203"/>
                    <a:pt x="866" y="577"/>
                  </a:cubicBezTo>
                  <a:cubicBezTo>
                    <a:pt x="320" y="1052"/>
                    <a:pt x="1" y="1783"/>
                    <a:pt x="29" y="2506"/>
                  </a:cubicBezTo>
                  <a:cubicBezTo>
                    <a:pt x="43" y="2917"/>
                    <a:pt x="185" y="3350"/>
                    <a:pt x="525" y="3584"/>
                  </a:cubicBezTo>
                  <a:cubicBezTo>
                    <a:pt x="691" y="3698"/>
                    <a:pt x="883" y="3750"/>
                    <a:pt x="1080" y="3750"/>
                  </a:cubicBezTo>
                  <a:cubicBezTo>
                    <a:pt x="1432" y="3750"/>
                    <a:pt x="1797" y="3585"/>
                    <a:pt x="2043" y="3321"/>
                  </a:cubicBezTo>
                  <a:cubicBezTo>
                    <a:pt x="2426" y="2917"/>
                    <a:pt x="2574" y="2343"/>
                    <a:pt x="2631" y="1790"/>
                  </a:cubicBezTo>
                  <a:cubicBezTo>
                    <a:pt x="2695" y="1230"/>
                    <a:pt x="2688" y="662"/>
                    <a:pt x="2901" y="45"/>
                  </a:cubicBezTo>
                  <a:cubicBezTo>
                    <a:pt x="2750" y="15"/>
                    <a:pt x="2596" y="0"/>
                    <a:pt x="2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3"/>
            <p:cNvSpPr/>
            <p:nvPr/>
          </p:nvSpPr>
          <p:spPr>
            <a:xfrm>
              <a:off x="5387835" y="1431374"/>
              <a:ext cx="60916" cy="174236"/>
            </a:xfrm>
            <a:custGeom>
              <a:avLst/>
              <a:gdLst/>
              <a:ahLst/>
              <a:cxnLst/>
              <a:rect l="l" t="t" r="r" b="b"/>
              <a:pathLst>
                <a:path w="1696" h="4851" fill="none" extrusionOk="0">
                  <a:moveTo>
                    <a:pt x="1695" y="1"/>
                  </a:moveTo>
                  <a:cubicBezTo>
                    <a:pt x="667" y="1405"/>
                    <a:pt x="64" y="3114"/>
                    <a:pt x="0" y="485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5215395" y="1114258"/>
              <a:ext cx="269776" cy="257421"/>
            </a:xfrm>
            <a:custGeom>
              <a:avLst/>
              <a:gdLst/>
              <a:ahLst/>
              <a:cxnLst/>
              <a:rect l="l" t="t" r="r" b="b"/>
              <a:pathLst>
                <a:path w="7511" h="7167" extrusionOk="0">
                  <a:moveTo>
                    <a:pt x="3888" y="0"/>
                  </a:moveTo>
                  <a:cubicBezTo>
                    <a:pt x="2813" y="0"/>
                    <a:pt x="1731" y="473"/>
                    <a:pt x="1050" y="1307"/>
                  </a:cubicBezTo>
                  <a:cubicBezTo>
                    <a:pt x="100" y="2476"/>
                    <a:pt x="1" y="4263"/>
                    <a:pt x="816" y="5526"/>
                  </a:cubicBezTo>
                  <a:cubicBezTo>
                    <a:pt x="1474" y="6549"/>
                    <a:pt x="2685" y="7167"/>
                    <a:pt x="3891" y="7167"/>
                  </a:cubicBezTo>
                  <a:cubicBezTo>
                    <a:pt x="4181" y="7167"/>
                    <a:pt x="4470" y="7131"/>
                    <a:pt x="4752" y="7057"/>
                  </a:cubicBezTo>
                  <a:cubicBezTo>
                    <a:pt x="6205" y="6674"/>
                    <a:pt x="7340" y="5284"/>
                    <a:pt x="7425" y="3781"/>
                  </a:cubicBezTo>
                  <a:cubicBezTo>
                    <a:pt x="7510" y="2278"/>
                    <a:pt x="6546" y="775"/>
                    <a:pt x="5135" y="229"/>
                  </a:cubicBezTo>
                  <a:cubicBezTo>
                    <a:pt x="4737" y="74"/>
                    <a:pt x="4313" y="0"/>
                    <a:pt x="38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3"/>
            <p:cNvSpPr/>
            <p:nvPr/>
          </p:nvSpPr>
          <p:spPr>
            <a:xfrm>
              <a:off x="5322394" y="1119143"/>
              <a:ext cx="36456" cy="121760"/>
            </a:xfrm>
            <a:custGeom>
              <a:avLst/>
              <a:gdLst/>
              <a:ahLst/>
              <a:cxnLst/>
              <a:rect l="l" t="t" r="r" b="b"/>
              <a:pathLst>
                <a:path w="1015" h="3390" fill="none" extrusionOk="0">
                  <a:moveTo>
                    <a:pt x="1014" y="3390"/>
                  </a:moveTo>
                  <a:cubicBezTo>
                    <a:pt x="1014" y="2192"/>
                    <a:pt x="652" y="1000"/>
                    <a:pt x="0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5234503" y="1195791"/>
              <a:ext cx="118743" cy="46154"/>
            </a:xfrm>
            <a:custGeom>
              <a:avLst/>
              <a:gdLst/>
              <a:ahLst/>
              <a:cxnLst/>
              <a:rect l="l" t="t" r="r" b="b"/>
              <a:pathLst>
                <a:path w="3306" h="1285" fill="none" extrusionOk="0">
                  <a:moveTo>
                    <a:pt x="1" y="1"/>
                  </a:moveTo>
                  <a:cubicBezTo>
                    <a:pt x="1206" y="8"/>
                    <a:pt x="2405" y="476"/>
                    <a:pt x="3305" y="128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3"/>
            <p:cNvSpPr/>
            <p:nvPr/>
          </p:nvSpPr>
          <p:spPr>
            <a:xfrm>
              <a:off x="5278574" y="1242663"/>
              <a:ext cx="81533" cy="103191"/>
            </a:xfrm>
            <a:custGeom>
              <a:avLst/>
              <a:gdLst/>
              <a:ahLst/>
              <a:cxnLst/>
              <a:rect l="l" t="t" r="r" b="b"/>
              <a:pathLst>
                <a:path w="2270" h="2873" fill="none" extrusionOk="0">
                  <a:moveTo>
                    <a:pt x="2270" y="1"/>
                  </a:moveTo>
                  <a:cubicBezTo>
                    <a:pt x="1227" y="674"/>
                    <a:pt x="419" y="1702"/>
                    <a:pt x="0" y="2872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5352923" y="1255666"/>
              <a:ext cx="47663" cy="106244"/>
            </a:xfrm>
            <a:custGeom>
              <a:avLst/>
              <a:gdLst/>
              <a:ahLst/>
              <a:cxnLst/>
              <a:rect l="l" t="t" r="r" b="b"/>
              <a:pathLst>
                <a:path w="1327" h="2958" fill="none" extrusionOk="0">
                  <a:moveTo>
                    <a:pt x="1" y="0"/>
                  </a:moveTo>
                  <a:cubicBezTo>
                    <a:pt x="774" y="787"/>
                    <a:pt x="1249" y="1851"/>
                    <a:pt x="1327" y="2957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3"/>
            <p:cNvSpPr/>
            <p:nvPr/>
          </p:nvSpPr>
          <p:spPr>
            <a:xfrm>
              <a:off x="5363124" y="1247261"/>
              <a:ext cx="97588" cy="63179"/>
            </a:xfrm>
            <a:custGeom>
              <a:avLst/>
              <a:gdLst/>
              <a:ahLst/>
              <a:cxnLst/>
              <a:rect l="l" t="t" r="r" b="b"/>
              <a:pathLst>
                <a:path w="2717" h="1759" fill="none" extrusionOk="0">
                  <a:moveTo>
                    <a:pt x="1" y="0"/>
                  </a:moveTo>
                  <a:cubicBezTo>
                    <a:pt x="540" y="149"/>
                    <a:pt x="1086" y="305"/>
                    <a:pt x="1575" y="575"/>
                  </a:cubicBezTo>
                  <a:cubicBezTo>
                    <a:pt x="2071" y="837"/>
                    <a:pt x="2504" y="1241"/>
                    <a:pt x="2716" y="1759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3"/>
            <p:cNvSpPr/>
            <p:nvPr/>
          </p:nvSpPr>
          <p:spPr>
            <a:xfrm>
              <a:off x="5374079" y="1170074"/>
              <a:ext cx="83329" cy="72625"/>
            </a:xfrm>
            <a:custGeom>
              <a:avLst/>
              <a:gdLst/>
              <a:ahLst/>
              <a:cxnLst/>
              <a:rect l="l" t="t" r="r" b="b"/>
              <a:pathLst>
                <a:path w="2320" h="2022" fill="none" extrusionOk="0">
                  <a:moveTo>
                    <a:pt x="1" y="2022"/>
                  </a:moveTo>
                  <a:cubicBezTo>
                    <a:pt x="511" y="1107"/>
                    <a:pt x="1348" y="384"/>
                    <a:pt x="2319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3"/>
            <p:cNvSpPr/>
            <p:nvPr/>
          </p:nvSpPr>
          <p:spPr>
            <a:xfrm>
              <a:off x="5322394" y="1218635"/>
              <a:ext cx="66232" cy="62281"/>
            </a:xfrm>
            <a:custGeom>
              <a:avLst/>
              <a:gdLst/>
              <a:ahLst/>
              <a:cxnLst/>
              <a:rect l="l" t="t" r="r" b="b"/>
              <a:pathLst>
                <a:path w="1844" h="1734" extrusionOk="0">
                  <a:moveTo>
                    <a:pt x="930" y="1"/>
                  </a:moveTo>
                  <a:cubicBezTo>
                    <a:pt x="749" y="1"/>
                    <a:pt x="568" y="54"/>
                    <a:pt x="418" y="159"/>
                  </a:cubicBezTo>
                  <a:cubicBezTo>
                    <a:pt x="142" y="358"/>
                    <a:pt x="0" y="740"/>
                    <a:pt x="85" y="1074"/>
                  </a:cubicBezTo>
                  <a:cubicBezTo>
                    <a:pt x="170" y="1407"/>
                    <a:pt x="468" y="1676"/>
                    <a:pt x="808" y="1726"/>
                  </a:cubicBezTo>
                  <a:cubicBezTo>
                    <a:pt x="845" y="1731"/>
                    <a:pt x="882" y="1734"/>
                    <a:pt x="919" y="1734"/>
                  </a:cubicBezTo>
                  <a:cubicBezTo>
                    <a:pt x="1182" y="1734"/>
                    <a:pt x="1447" y="1603"/>
                    <a:pt x="1603" y="1386"/>
                  </a:cubicBezTo>
                  <a:cubicBezTo>
                    <a:pt x="1844" y="1045"/>
                    <a:pt x="1844" y="414"/>
                    <a:pt x="1390" y="131"/>
                  </a:cubicBezTo>
                  <a:cubicBezTo>
                    <a:pt x="1253" y="44"/>
                    <a:pt x="1092" y="1"/>
                    <a:pt x="9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24"/>
          <p:cNvSpPr txBox="1">
            <a:spLocks noGrp="1"/>
          </p:cNvSpPr>
          <p:nvPr>
            <p:ph type="subTitle" idx="1"/>
          </p:nvPr>
        </p:nvSpPr>
        <p:spPr>
          <a:xfrm>
            <a:off x="4751702" y="1591425"/>
            <a:ext cx="3443700" cy="24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24"/>
          <p:cNvSpPr txBox="1">
            <a:spLocks noGrp="1"/>
          </p:cNvSpPr>
          <p:nvPr>
            <p:ph type="subTitle" idx="2"/>
          </p:nvPr>
        </p:nvSpPr>
        <p:spPr>
          <a:xfrm>
            <a:off x="948600" y="1591425"/>
            <a:ext cx="3443700" cy="24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63" name="Google Shape;563;p24"/>
          <p:cNvGrpSpPr/>
          <p:nvPr/>
        </p:nvGrpSpPr>
        <p:grpSpPr>
          <a:xfrm>
            <a:off x="-184031" y="4238013"/>
            <a:ext cx="1277526" cy="911538"/>
            <a:chOff x="3264788" y="489833"/>
            <a:chExt cx="922002" cy="657865"/>
          </a:xfrm>
        </p:grpSpPr>
        <p:sp>
          <p:nvSpPr>
            <p:cNvPr id="564" name="Google Shape;564;p24"/>
            <p:cNvSpPr/>
            <p:nvPr/>
          </p:nvSpPr>
          <p:spPr>
            <a:xfrm>
              <a:off x="3264788" y="489833"/>
              <a:ext cx="922002" cy="657865"/>
            </a:xfrm>
            <a:custGeom>
              <a:avLst/>
              <a:gdLst/>
              <a:ahLst/>
              <a:cxnLst/>
              <a:rect l="l" t="t" r="r" b="b"/>
              <a:pathLst>
                <a:path w="25670" h="18316" extrusionOk="0">
                  <a:moveTo>
                    <a:pt x="15083" y="0"/>
                  </a:moveTo>
                  <a:cubicBezTo>
                    <a:pt x="14175" y="0"/>
                    <a:pt x="13282" y="341"/>
                    <a:pt x="12537" y="929"/>
                  </a:cubicBezTo>
                  <a:cubicBezTo>
                    <a:pt x="12310" y="752"/>
                    <a:pt x="12062" y="596"/>
                    <a:pt x="11807" y="475"/>
                  </a:cubicBezTo>
                  <a:cubicBezTo>
                    <a:pt x="11339" y="256"/>
                    <a:pt x="10829" y="142"/>
                    <a:pt x="10318" y="142"/>
                  </a:cubicBezTo>
                  <a:cubicBezTo>
                    <a:pt x="9673" y="142"/>
                    <a:pt x="9056" y="319"/>
                    <a:pt x="8545" y="660"/>
                  </a:cubicBezTo>
                  <a:cubicBezTo>
                    <a:pt x="7602" y="1277"/>
                    <a:pt x="7035" y="2404"/>
                    <a:pt x="7021" y="3659"/>
                  </a:cubicBezTo>
                  <a:cubicBezTo>
                    <a:pt x="7014" y="3844"/>
                    <a:pt x="7021" y="4021"/>
                    <a:pt x="7042" y="4198"/>
                  </a:cubicBezTo>
                  <a:cubicBezTo>
                    <a:pt x="5978" y="4418"/>
                    <a:pt x="5050" y="5056"/>
                    <a:pt x="4504" y="5971"/>
                  </a:cubicBezTo>
                  <a:cubicBezTo>
                    <a:pt x="4192" y="6481"/>
                    <a:pt x="4021" y="7049"/>
                    <a:pt x="3979" y="7665"/>
                  </a:cubicBezTo>
                  <a:cubicBezTo>
                    <a:pt x="3972" y="7765"/>
                    <a:pt x="3965" y="7857"/>
                    <a:pt x="3965" y="7970"/>
                  </a:cubicBezTo>
                  <a:cubicBezTo>
                    <a:pt x="3965" y="7999"/>
                    <a:pt x="3965" y="8027"/>
                    <a:pt x="3972" y="8055"/>
                  </a:cubicBezTo>
                  <a:cubicBezTo>
                    <a:pt x="3972" y="8140"/>
                    <a:pt x="3972" y="8218"/>
                    <a:pt x="3979" y="8296"/>
                  </a:cubicBezTo>
                  <a:cubicBezTo>
                    <a:pt x="3986" y="8325"/>
                    <a:pt x="3986" y="8346"/>
                    <a:pt x="3986" y="8367"/>
                  </a:cubicBezTo>
                  <a:cubicBezTo>
                    <a:pt x="3993" y="8460"/>
                    <a:pt x="4007" y="8552"/>
                    <a:pt x="4029" y="8658"/>
                  </a:cubicBezTo>
                  <a:cubicBezTo>
                    <a:pt x="4029" y="8679"/>
                    <a:pt x="4036" y="8708"/>
                    <a:pt x="4036" y="8736"/>
                  </a:cubicBezTo>
                  <a:lnTo>
                    <a:pt x="4043" y="8743"/>
                  </a:lnTo>
                  <a:cubicBezTo>
                    <a:pt x="4057" y="8821"/>
                    <a:pt x="4071" y="8899"/>
                    <a:pt x="4092" y="8977"/>
                  </a:cubicBezTo>
                  <a:cubicBezTo>
                    <a:pt x="4092" y="8998"/>
                    <a:pt x="4099" y="9027"/>
                    <a:pt x="4107" y="9048"/>
                  </a:cubicBezTo>
                  <a:lnTo>
                    <a:pt x="4107" y="9055"/>
                  </a:lnTo>
                  <a:cubicBezTo>
                    <a:pt x="3936" y="9098"/>
                    <a:pt x="3773" y="9147"/>
                    <a:pt x="3603" y="9204"/>
                  </a:cubicBezTo>
                  <a:cubicBezTo>
                    <a:pt x="3213" y="9332"/>
                    <a:pt x="2844" y="9495"/>
                    <a:pt x="2504" y="9686"/>
                  </a:cubicBezTo>
                  <a:cubicBezTo>
                    <a:pt x="1901" y="10034"/>
                    <a:pt x="1405" y="10473"/>
                    <a:pt x="1036" y="10984"/>
                  </a:cubicBezTo>
                  <a:cubicBezTo>
                    <a:pt x="136" y="12246"/>
                    <a:pt x="1" y="13990"/>
                    <a:pt x="703" y="15444"/>
                  </a:cubicBezTo>
                  <a:lnTo>
                    <a:pt x="710" y="15444"/>
                  </a:lnTo>
                  <a:cubicBezTo>
                    <a:pt x="724" y="15479"/>
                    <a:pt x="738" y="15515"/>
                    <a:pt x="760" y="15550"/>
                  </a:cubicBezTo>
                  <a:cubicBezTo>
                    <a:pt x="781" y="15586"/>
                    <a:pt x="802" y="15628"/>
                    <a:pt x="823" y="15664"/>
                  </a:cubicBezTo>
                  <a:lnTo>
                    <a:pt x="831" y="15678"/>
                  </a:lnTo>
                  <a:cubicBezTo>
                    <a:pt x="1540" y="16940"/>
                    <a:pt x="2859" y="17848"/>
                    <a:pt x="4348" y="18103"/>
                  </a:cubicBezTo>
                  <a:cubicBezTo>
                    <a:pt x="4418" y="18117"/>
                    <a:pt x="4489" y="18124"/>
                    <a:pt x="4567" y="18124"/>
                  </a:cubicBezTo>
                  <a:lnTo>
                    <a:pt x="15133" y="18245"/>
                  </a:lnTo>
                  <a:lnTo>
                    <a:pt x="21663" y="18316"/>
                  </a:lnTo>
                  <a:lnTo>
                    <a:pt x="21677" y="18316"/>
                  </a:lnTo>
                  <a:cubicBezTo>
                    <a:pt x="21933" y="18316"/>
                    <a:pt x="22188" y="18245"/>
                    <a:pt x="22408" y="18110"/>
                  </a:cubicBezTo>
                  <a:cubicBezTo>
                    <a:pt x="22535" y="18032"/>
                    <a:pt x="22670" y="17954"/>
                    <a:pt x="22798" y="17876"/>
                  </a:cubicBezTo>
                  <a:cubicBezTo>
                    <a:pt x="23138" y="17663"/>
                    <a:pt x="23400" y="17479"/>
                    <a:pt x="23649" y="17295"/>
                  </a:cubicBezTo>
                  <a:cubicBezTo>
                    <a:pt x="23812" y="17167"/>
                    <a:pt x="23961" y="17039"/>
                    <a:pt x="24102" y="16912"/>
                  </a:cubicBezTo>
                  <a:cubicBezTo>
                    <a:pt x="24811" y="16252"/>
                    <a:pt x="25272" y="15472"/>
                    <a:pt x="25435" y="14657"/>
                  </a:cubicBezTo>
                  <a:cubicBezTo>
                    <a:pt x="25669" y="13537"/>
                    <a:pt x="25322" y="12402"/>
                    <a:pt x="24535" y="11679"/>
                  </a:cubicBezTo>
                  <a:cubicBezTo>
                    <a:pt x="24216" y="11388"/>
                    <a:pt x="23826" y="11161"/>
                    <a:pt x="23393" y="11026"/>
                  </a:cubicBezTo>
                  <a:cubicBezTo>
                    <a:pt x="23691" y="9970"/>
                    <a:pt x="23627" y="8913"/>
                    <a:pt x="23209" y="8055"/>
                  </a:cubicBezTo>
                  <a:cubicBezTo>
                    <a:pt x="22578" y="6779"/>
                    <a:pt x="21181" y="5942"/>
                    <a:pt x="19557" y="5871"/>
                  </a:cubicBezTo>
                  <a:lnTo>
                    <a:pt x="19323" y="5871"/>
                  </a:lnTo>
                  <a:cubicBezTo>
                    <a:pt x="19160" y="5871"/>
                    <a:pt x="18997" y="5879"/>
                    <a:pt x="18834" y="5893"/>
                  </a:cubicBezTo>
                  <a:cubicBezTo>
                    <a:pt x="18933" y="5432"/>
                    <a:pt x="18997" y="4964"/>
                    <a:pt x="18997" y="4475"/>
                  </a:cubicBezTo>
                  <a:cubicBezTo>
                    <a:pt x="18997" y="2496"/>
                    <a:pt x="17855" y="731"/>
                    <a:pt x="16210" y="185"/>
                  </a:cubicBezTo>
                  <a:cubicBezTo>
                    <a:pt x="15849" y="64"/>
                    <a:pt x="15466" y="0"/>
                    <a:pt x="150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3319311" y="540836"/>
              <a:ext cx="813495" cy="555931"/>
            </a:xfrm>
            <a:custGeom>
              <a:avLst/>
              <a:gdLst/>
              <a:ahLst/>
              <a:cxnLst/>
              <a:rect l="l" t="t" r="r" b="b"/>
              <a:pathLst>
                <a:path w="22649" h="15478" extrusionOk="0">
                  <a:moveTo>
                    <a:pt x="13561" y="1"/>
                  </a:moveTo>
                  <a:cubicBezTo>
                    <a:pt x="12536" y="1"/>
                    <a:pt x="11515" y="708"/>
                    <a:pt x="10977" y="1750"/>
                  </a:cubicBezTo>
                  <a:cubicBezTo>
                    <a:pt x="10722" y="1147"/>
                    <a:pt x="10275" y="615"/>
                    <a:pt x="9679" y="332"/>
                  </a:cubicBezTo>
                  <a:cubicBezTo>
                    <a:pt x="9408" y="204"/>
                    <a:pt x="9105" y="137"/>
                    <a:pt x="8804" y="137"/>
                  </a:cubicBezTo>
                  <a:cubicBezTo>
                    <a:pt x="8452" y="137"/>
                    <a:pt x="8102" y="229"/>
                    <a:pt x="7807" y="424"/>
                  </a:cubicBezTo>
                  <a:cubicBezTo>
                    <a:pt x="7212" y="814"/>
                    <a:pt x="6928" y="1551"/>
                    <a:pt x="6921" y="2260"/>
                  </a:cubicBezTo>
                  <a:cubicBezTo>
                    <a:pt x="6907" y="2969"/>
                    <a:pt x="7134" y="3657"/>
                    <a:pt x="7325" y="4310"/>
                  </a:cubicBezTo>
                  <a:cubicBezTo>
                    <a:pt x="7023" y="4172"/>
                    <a:pt x="6695" y="4106"/>
                    <a:pt x="6365" y="4106"/>
                  </a:cubicBezTo>
                  <a:cubicBezTo>
                    <a:pt x="5510" y="4106"/>
                    <a:pt x="4643" y="4544"/>
                    <a:pt x="4198" y="5281"/>
                  </a:cubicBezTo>
                  <a:cubicBezTo>
                    <a:pt x="3581" y="6309"/>
                    <a:pt x="3858" y="7770"/>
                    <a:pt x="4772" y="8720"/>
                  </a:cubicBezTo>
                  <a:cubicBezTo>
                    <a:pt x="4014" y="8805"/>
                    <a:pt x="3248" y="8890"/>
                    <a:pt x="2525" y="9131"/>
                  </a:cubicBezTo>
                  <a:cubicBezTo>
                    <a:pt x="1801" y="9365"/>
                    <a:pt x="1114" y="9777"/>
                    <a:pt x="674" y="10394"/>
                  </a:cubicBezTo>
                  <a:cubicBezTo>
                    <a:pt x="36" y="11273"/>
                    <a:pt x="0" y="12514"/>
                    <a:pt x="497" y="13478"/>
                  </a:cubicBezTo>
                  <a:cubicBezTo>
                    <a:pt x="1000" y="14435"/>
                    <a:pt x="1993" y="15102"/>
                    <a:pt x="3064" y="15286"/>
                  </a:cubicBezTo>
                  <a:lnTo>
                    <a:pt x="20159" y="15478"/>
                  </a:lnTo>
                  <a:cubicBezTo>
                    <a:pt x="20670" y="15173"/>
                    <a:pt x="21180" y="14861"/>
                    <a:pt x="21620" y="14449"/>
                  </a:cubicBezTo>
                  <a:cubicBezTo>
                    <a:pt x="22053" y="14045"/>
                    <a:pt x="22414" y="13535"/>
                    <a:pt x="22535" y="12953"/>
                  </a:cubicBezTo>
                  <a:cubicBezTo>
                    <a:pt x="22648" y="12365"/>
                    <a:pt x="22499" y="11712"/>
                    <a:pt x="22060" y="11308"/>
                  </a:cubicBezTo>
                  <a:cubicBezTo>
                    <a:pt x="21755" y="11025"/>
                    <a:pt x="21336" y="10890"/>
                    <a:pt x="20925" y="10861"/>
                  </a:cubicBezTo>
                  <a:cubicBezTo>
                    <a:pt x="20856" y="10856"/>
                    <a:pt x="20787" y="10853"/>
                    <a:pt x="20717" y="10853"/>
                  </a:cubicBezTo>
                  <a:cubicBezTo>
                    <a:pt x="20368" y="10853"/>
                    <a:pt x="20014" y="10928"/>
                    <a:pt x="19606" y="11081"/>
                  </a:cubicBezTo>
                  <a:cubicBezTo>
                    <a:pt x="19954" y="10500"/>
                    <a:pt x="20308" y="9904"/>
                    <a:pt x="20500" y="9252"/>
                  </a:cubicBezTo>
                  <a:cubicBezTo>
                    <a:pt x="20691" y="8600"/>
                    <a:pt x="20712" y="7869"/>
                    <a:pt x="20415" y="7259"/>
                  </a:cubicBezTo>
                  <a:cubicBezTo>
                    <a:pt x="19982" y="6380"/>
                    <a:pt x="18961" y="5912"/>
                    <a:pt x="17975" y="5870"/>
                  </a:cubicBezTo>
                  <a:cubicBezTo>
                    <a:pt x="17916" y="5867"/>
                    <a:pt x="17856" y="5866"/>
                    <a:pt x="17796" y="5866"/>
                  </a:cubicBezTo>
                  <a:cubicBezTo>
                    <a:pt x="16880" y="5866"/>
                    <a:pt x="15979" y="6166"/>
                    <a:pt x="15047" y="6579"/>
                  </a:cubicBezTo>
                  <a:cubicBezTo>
                    <a:pt x="15550" y="5458"/>
                    <a:pt x="16061" y="4288"/>
                    <a:pt x="16061" y="3055"/>
                  </a:cubicBezTo>
                  <a:cubicBezTo>
                    <a:pt x="16061" y="1821"/>
                    <a:pt x="15416" y="502"/>
                    <a:pt x="14246" y="112"/>
                  </a:cubicBezTo>
                  <a:cubicBezTo>
                    <a:pt x="14021" y="37"/>
                    <a:pt x="13791" y="1"/>
                    <a:pt x="135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3516874" y="914432"/>
              <a:ext cx="78228" cy="70793"/>
            </a:xfrm>
            <a:custGeom>
              <a:avLst/>
              <a:gdLst/>
              <a:ahLst/>
              <a:cxnLst/>
              <a:rect l="l" t="t" r="r" b="b"/>
              <a:pathLst>
                <a:path w="2178" h="1971" extrusionOk="0">
                  <a:moveTo>
                    <a:pt x="1159" y="1"/>
                  </a:moveTo>
                  <a:cubicBezTo>
                    <a:pt x="775" y="1"/>
                    <a:pt x="391" y="167"/>
                    <a:pt x="207" y="504"/>
                  </a:cubicBezTo>
                  <a:cubicBezTo>
                    <a:pt x="1" y="880"/>
                    <a:pt x="79" y="1383"/>
                    <a:pt x="384" y="1688"/>
                  </a:cubicBezTo>
                  <a:cubicBezTo>
                    <a:pt x="573" y="1873"/>
                    <a:pt x="838" y="1970"/>
                    <a:pt x="1102" y="1970"/>
                  </a:cubicBezTo>
                  <a:cubicBezTo>
                    <a:pt x="1264" y="1970"/>
                    <a:pt x="1425" y="1934"/>
                    <a:pt x="1568" y="1858"/>
                  </a:cubicBezTo>
                  <a:cubicBezTo>
                    <a:pt x="1951" y="1667"/>
                    <a:pt x="2178" y="1213"/>
                    <a:pt x="2107" y="788"/>
                  </a:cubicBezTo>
                  <a:cubicBezTo>
                    <a:pt x="2043" y="369"/>
                    <a:pt x="1696" y="50"/>
                    <a:pt x="1291" y="8"/>
                  </a:cubicBezTo>
                  <a:cubicBezTo>
                    <a:pt x="1248" y="3"/>
                    <a:pt x="1203" y="1"/>
                    <a:pt x="1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4"/>
            <p:cNvSpPr/>
            <p:nvPr/>
          </p:nvSpPr>
          <p:spPr>
            <a:xfrm>
              <a:off x="3545931" y="934546"/>
              <a:ext cx="20653" cy="21191"/>
            </a:xfrm>
            <a:custGeom>
              <a:avLst/>
              <a:gdLst/>
              <a:ahLst/>
              <a:cxnLst/>
              <a:rect l="l" t="t" r="r" b="b"/>
              <a:pathLst>
                <a:path w="575" h="590" fill="none" extrusionOk="0">
                  <a:moveTo>
                    <a:pt x="390" y="86"/>
                  </a:moveTo>
                  <a:cubicBezTo>
                    <a:pt x="248" y="1"/>
                    <a:pt x="36" y="107"/>
                    <a:pt x="14" y="270"/>
                  </a:cubicBezTo>
                  <a:cubicBezTo>
                    <a:pt x="0" y="440"/>
                    <a:pt x="192" y="589"/>
                    <a:pt x="348" y="525"/>
                  </a:cubicBezTo>
                  <a:cubicBezTo>
                    <a:pt x="504" y="469"/>
                    <a:pt x="575" y="199"/>
                    <a:pt x="390" y="86"/>
                  </a:cubicBezTo>
                  <a:close/>
                </a:path>
              </a:pathLst>
            </a:custGeom>
            <a:noFill/>
            <a:ln w="28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4"/>
            <p:cNvSpPr/>
            <p:nvPr/>
          </p:nvSpPr>
          <p:spPr>
            <a:xfrm>
              <a:off x="3910692" y="788271"/>
              <a:ext cx="66232" cy="63179"/>
            </a:xfrm>
            <a:custGeom>
              <a:avLst/>
              <a:gdLst/>
              <a:ahLst/>
              <a:cxnLst/>
              <a:rect l="l" t="t" r="r" b="b"/>
              <a:pathLst>
                <a:path w="1844" h="1759" extrusionOk="0">
                  <a:moveTo>
                    <a:pt x="950" y="0"/>
                  </a:moveTo>
                  <a:cubicBezTo>
                    <a:pt x="691" y="0"/>
                    <a:pt x="430" y="114"/>
                    <a:pt x="262" y="314"/>
                  </a:cubicBezTo>
                  <a:cubicBezTo>
                    <a:pt x="43" y="583"/>
                    <a:pt x="0" y="994"/>
                    <a:pt x="170" y="1299"/>
                  </a:cubicBezTo>
                  <a:cubicBezTo>
                    <a:pt x="318" y="1576"/>
                    <a:pt x="635" y="1759"/>
                    <a:pt x="952" y="1759"/>
                  </a:cubicBezTo>
                  <a:cubicBezTo>
                    <a:pt x="985" y="1759"/>
                    <a:pt x="1017" y="1757"/>
                    <a:pt x="1050" y="1753"/>
                  </a:cubicBezTo>
                  <a:cubicBezTo>
                    <a:pt x="1411" y="1711"/>
                    <a:pt x="1730" y="1420"/>
                    <a:pt x="1787" y="1058"/>
                  </a:cubicBezTo>
                  <a:cubicBezTo>
                    <a:pt x="1844" y="704"/>
                    <a:pt x="1681" y="193"/>
                    <a:pt x="1220" y="44"/>
                  </a:cubicBezTo>
                  <a:cubicBezTo>
                    <a:pt x="1133" y="15"/>
                    <a:pt x="1042" y="0"/>
                    <a:pt x="9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3938169" y="807415"/>
              <a:ext cx="20688" cy="21191"/>
            </a:xfrm>
            <a:custGeom>
              <a:avLst/>
              <a:gdLst/>
              <a:ahLst/>
              <a:cxnLst/>
              <a:rect l="l" t="t" r="r" b="b"/>
              <a:pathLst>
                <a:path w="576" h="590" fill="none" extrusionOk="0">
                  <a:moveTo>
                    <a:pt x="391" y="93"/>
                  </a:moveTo>
                  <a:cubicBezTo>
                    <a:pt x="249" y="0"/>
                    <a:pt x="29" y="114"/>
                    <a:pt x="15" y="277"/>
                  </a:cubicBezTo>
                  <a:cubicBezTo>
                    <a:pt x="1" y="440"/>
                    <a:pt x="185" y="589"/>
                    <a:pt x="341" y="532"/>
                  </a:cubicBezTo>
                  <a:cubicBezTo>
                    <a:pt x="497" y="476"/>
                    <a:pt x="575" y="206"/>
                    <a:pt x="391" y="93"/>
                  </a:cubicBezTo>
                  <a:close/>
                </a:path>
              </a:pathLst>
            </a:custGeom>
            <a:noFill/>
            <a:ln w="28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3781569" y="611342"/>
              <a:ext cx="70326" cy="66483"/>
            </a:xfrm>
            <a:custGeom>
              <a:avLst/>
              <a:gdLst/>
              <a:ahLst/>
              <a:cxnLst/>
              <a:rect l="l" t="t" r="r" b="b"/>
              <a:pathLst>
                <a:path w="1958" h="1851" extrusionOk="0">
                  <a:moveTo>
                    <a:pt x="1008" y="0"/>
                  </a:moveTo>
                  <a:cubicBezTo>
                    <a:pt x="735" y="0"/>
                    <a:pt x="463" y="117"/>
                    <a:pt x="291" y="319"/>
                  </a:cubicBezTo>
                  <a:cubicBezTo>
                    <a:pt x="36" y="617"/>
                    <a:pt x="0" y="1077"/>
                    <a:pt x="199" y="1404"/>
                  </a:cubicBezTo>
                  <a:cubicBezTo>
                    <a:pt x="370" y="1681"/>
                    <a:pt x="693" y="1850"/>
                    <a:pt x="1013" y="1850"/>
                  </a:cubicBezTo>
                  <a:cubicBezTo>
                    <a:pt x="1078" y="1850"/>
                    <a:pt x="1142" y="1843"/>
                    <a:pt x="1206" y="1829"/>
                  </a:cubicBezTo>
                  <a:cubicBezTo>
                    <a:pt x="1581" y="1744"/>
                    <a:pt x="1886" y="1396"/>
                    <a:pt x="1922" y="1006"/>
                  </a:cubicBezTo>
                  <a:cubicBezTo>
                    <a:pt x="1957" y="624"/>
                    <a:pt x="1723" y="227"/>
                    <a:pt x="1362" y="71"/>
                  </a:cubicBezTo>
                  <a:cubicBezTo>
                    <a:pt x="1249" y="23"/>
                    <a:pt x="1128" y="0"/>
                    <a:pt x="10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3800892" y="625062"/>
              <a:ext cx="20940" cy="21191"/>
            </a:xfrm>
            <a:custGeom>
              <a:avLst/>
              <a:gdLst/>
              <a:ahLst/>
              <a:cxnLst/>
              <a:rect l="l" t="t" r="r" b="b"/>
              <a:pathLst>
                <a:path w="583" h="590" fill="none" extrusionOk="0">
                  <a:moveTo>
                    <a:pt x="391" y="86"/>
                  </a:moveTo>
                  <a:cubicBezTo>
                    <a:pt x="249" y="1"/>
                    <a:pt x="36" y="107"/>
                    <a:pt x="22" y="277"/>
                  </a:cubicBezTo>
                  <a:cubicBezTo>
                    <a:pt x="1" y="440"/>
                    <a:pt x="192" y="589"/>
                    <a:pt x="348" y="532"/>
                  </a:cubicBezTo>
                  <a:cubicBezTo>
                    <a:pt x="504" y="476"/>
                    <a:pt x="582" y="206"/>
                    <a:pt x="391" y="86"/>
                  </a:cubicBezTo>
                  <a:close/>
                </a:path>
              </a:pathLst>
            </a:custGeom>
            <a:noFill/>
            <a:ln w="28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4"/>
            <p:cNvSpPr/>
            <p:nvPr/>
          </p:nvSpPr>
          <p:spPr>
            <a:xfrm>
              <a:off x="3706932" y="936179"/>
              <a:ext cx="73882" cy="70183"/>
            </a:xfrm>
            <a:custGeom>
              <a:avLst/>
              <a:gdLst/>
              <a:ahLst/>
              <a:cxnLst/>
              <a:rect l="l" t="t" r="r" b="b"/>
              <a:pathLst>
                <a:path w="2057" h="1954" extrusionOk="0">
                  <a:moveTo>
                    <a:pt x="1072" y="1"/>
                  </a:moveTo>
                  <a:cubicBezTo>
                    <a:pt x="787" y="1"/>
                    <a:pt x="501" y="123"/>
                    <a:pt x="312" y="337"/>
                  </a:cubicBezTo>
                  <a:cubicBezTo>
                    <a:pt x="50" y="642"/>
                    <a:pt x="0" y="1110"/>
                    <a:pt x="199" y="1457"/>
                  </a:cubicBezTo>
                  <a:cubicBezTo>
                    <a:pt x="365" y="1758"/>
                    <a:pt x="707" y="1953"/>
                    <a:pt x="1054" y="1953"/>
                  </a:cubicBezTo>
                  <a:cubicBezTo>
                    <a:pt x="1107" y="1953"/>
                    <a:pt x="1160" y="1949"/>
                    <a:pt x="1213" y="1939"/>
                  </a:cubicBezTo>
                  <a:cubicBezTo>
                    <a:pt x="1603" y="1875"/>
                    <a:pt x="1936" y="1535"/>
                    <a:pt x="2000" y="1138"/>
                  </a:cubicBezTo>
                  <a:cubicBezTo>
                    <a:pt x="2057" y="748"/>
                    <a:pt x="1887" y="237"/>
                    <a:pt x="1404" y="60"/>
                  </a:cubicBezTo>
                  <a:cubicBezTo>
                    <a:pt x="1298" y="20"/>
                    <a:pt x="1185" y="1"/>
                    <a:pt x="1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4"/>
            <p:cNvSpPr/>
            <p:nvPr/>
          </p:nvSpPr>
          <p:spPr>
            <a:xfrm>
              <a:off x="3732649" y="952342"/>
              <a:ext cx="20653" cy="20904"/>
            </a:xfrm>
            <a:custGeom>
              <a:avLst/>
              <a:gdLst/>
              <a:ahLst/>
              <a:cxnLst/>
              <a:rect l="l" t="t" r="r" b="b"/>
              <a:pathLst>
                <a:path w="575" h="582" fill="none" extrusionOk="0">
                  <a:moveTo>
                    <a:pt x="391" y="85"/>
                  </a:moveTo>
                  <a:cubicBezTo>
                    <a:pt x="249" y="0"/>
                    <a:pt x="29" y="106"/>
                    <a:pt x="15" y="270"/>
                  </a:cubicBezTo>
                  <a:cubicBezTo>
                    <a:pt x="1" y="433"/>
                    <a:pt x="192" y="582"/>
                    <a:pt x="348" y="525"/>
                  </a:cubicBezTo>
                  <a:cubicBezTo>
                    <a:pt x="504" y="468"/>
                    <a:pt x="575" y="199"/>
                    <a:pt x="391" y="85"/>
                  </a:cubicBezTo>
                  <a:close/>
                </a:path>
              </a:pathLst>
            </a:custGeom>
            <a:noFill/>
            <a:ln w="28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4"/>
            <p:cNvSpPr/>
            <p:nvPr/>
          </p:nvSpPr>
          <p:spPr>
            <a:xfrm>
              <a:off x="3918055" y="916892"/>
              <a:ext cx="105490" cy="118097"/>
            </a:xfrm>
            <a:custGeom>
              <a:avLst/>
              <a:gdLst/>
              <a:ahLst/>
              <a:cxnLst/>
              <a:rect l="l" t="t" r="r" b="b"/>
              <a:pathLst>
                <a:path w="2937" h="3288" extrusionOk="0">
                  <a:moveTo>
                    <a:pt x="1193" y="1"/>
                  </a:moveTo>
                  <a:cubicBezTo>
                    <a:pt x="1126" y="1"/>
                    <a:pt x="1062" y="48"/>
                    <a:pt x="1029" y="108"/>
                  </a:cubicBezTo>
                  <a:cubicBezTo>
                    <a:pt x="1001" y="172"/>
                    <a:pt x="993" y="243"/>
                    <a:pt x="993" y="313"/>
                  </a:cubicBezTo>
                  <a:cubicBezTo>
                    <a:pt x="986" y="611"/>
                    <a:pt x="1064" y="902"/>
                    <a:pt x="1135" y="1214"/>
                  </a:cubicBezTo>
                  <a:cubicBezTo>
                    <a:pt x="901" y="1001"/>
                    <a:pt x="653" y="774"/>
                    <a:pt x="341" y="711"/>
                  </a:cubicBezTo>
                  <a:cubicBezTo>
                    <a:pt x="300" y="700"/>
                    <a:pt x="258" y="694"/>
                    <a:pt x="217" y="694"/>
                  </a:cubicBezTo>
                  <a:cubicBezTo>
                    <a:pt x="201" y="694"/>
                    <a:pt x="186" y="694"/>
                    <a:pt x="171" y="696"/>
                  </a:cubicBezTo>
                  <a:cubicBezTo>
                    <a:pt x="121" y="711"/>
                    <a:pt x="65" y="739"/>
                    <a:pt x="36" y="789"/>
                  </a:cubicBezTo>
                  <a:cubicBezTo>
                    <a:pt x="1" y="838"/>
                    <a:pt x="1" y="902"/>
                    <a:pt x="22" y="959"/>
                  </a:cubicBezTo>
                  <a:cubicBezTo>
                    <a:pt x="36" y="1023"/>
                    <a:pt x="79" y="1072"/>
                    <a:pt x="121" y="1115"/>
                  </a:cubicBezTo>
                  <a:cubicBezTo>
                    <a:pt x="299" y="1292"/>
                    <a:pt x="547" y="1384"/>
                    <a:pt x="788" y="1483"/>
                  </a:cubicBezTo>
                  <a:cubicBezTo>
                    <a:pt x="779" y="1483"/>
                    <a:pt x="769" y="1483"/>
                    <a:pt x="760" y="1483"/>
                  </a:cubicBezTo>
                  <a:cubicBezTo>
                    <a:pt x="585" y="1483"/>
                    <a:pt x="412" y="1546"/>
                    <a:pt x="277" y="1654"/>
                  </a:cubicBezTo>
                  <a:cubicBezTo>
                    <a:pt x="242" y="1682"/>
                    <a:pt x="213" y="1717"/>
                    <a:pt x="192" y="1753"/>
                  </a:cubicBezTo>
                  <a:cubicBezTo>
                    <a:pt x="178" y="1795"/>
                    <a:pt x="178" y="1845"/>
                    <a:pt x="199" y="1881"/>
                  </a:cubicBezTo>
                  <a:cubicBezTo>
                    <a:pt x="227" y="1914"/>
                    <a:pt x="272" y="1925"/>
                    <a:pt x="318" y="1925"/>
                  </a:cubicBezTo>
                  <a:cubicBezTo>
                    <a:pt x="331" y="1925"/>
                    <a:pt x="343" y="1925"/>
                    <a:pt x="355" y="1923"/>
                  </a:cubicBezTo>
                  <a:cubicBezTo>
                    <a:pt x="525" y="1916"/>
                    <a:pt x="681" y="1838"/>
                    <a:pt x="830" y="1774"/>
                  </a:cubicBezTo>
                  <a:lnTo>
                    <a:pt x="830" y="1774"/>
                  </a:lnTo>
                  <a:cubicBezTo>
                    <a:pt x="625" y="1973"/>
                    <a:pt x="405" y="2185"/>
                    <a:pt x="327" y="2455"/>
                  </a:cubicBezTo>
                  <a:cubicBezTo>
                    <a:pt x="306" y="2512"/>
                    <a:pt x="299" y="2568"/>
                    <a:pt x="306" y="2625"/>
                  </a:cubicBezTo>
                  <a:cubicBezTo>
                    <a:pt x="320" y="2682"/>
                    <a:pt x="355" y="2739"/>
                    <a:pt x="412" y="2760"/>
                  </a:cubicBezTo>
                  <a:cubicBezTo>
                    <a:pt x="428" y="2766"/>
                    <a:pt x="444" y="2769"/>
                    <a:pt x="460" y="2769"/>
                  </a:cubicBezTo>
                  <a:cubicBezTo>
                    <a:pt x="517" y="2769"/>
                    <a:pt x="575" y="2735"/>
                    <a:pt x="625" y="2696"/>
                  </a:cubicBezTo>
                  <a:cubicBezTo>
                    <a:pt x="859" y="2519"/>
                    <a:pt x="979" y="2235"/>
                    <a:pt x="1121" y="1987"/>
                  </a:cubicBezTo>
                  <a:cubicBezTo>
                    <a:pt x="1135" y="2334"/>
                    <a:pt x="1157" y="2689"/>
                    <a:pt x="1277" y="3015"/>
                  </a:cubicBezTo>
                  <a:cubicBezTo>
                    <a:pt x="1305" y="3086"/>
                    <a:pt x="1341" y="3164"/>
                    <a:pt x="1398" y="3221"/>
                  </a:cubicBezTo>
                  <a:cubicBezTo>
                    <a:pt x="1440" y="3258"/>
                    <a:pt x="1503" y="3288"/>
                    <a:pt x="1562" y="3288"/>
                  </a:cubicBezTo>
                  <a:cubicBezTo>
                    <a:pt x="1581" y="3288"/>
                    <a:pt x="1600" y="3284"/>
                    <a:pt x="1617" y="3277"/>
                  </a:cubicBezTo>
                  <a:cubicBezTo>
                    <a:pt x="1681" y="3249"/>
                    <a:pt x="1724" y="3192"/>
                    <a:pt x="1745" y="3129"/>
                  </a:cubicBezTo>
                  <a:cubicBezTo>
                    <a:pt x="1766" y="3072"/>
                    <a:pt x="1766" y="3001"/>
                    <a:pt x="1766" y="2937"/>
                  </a:cubicBezTo>
                  <a:cubicBezTo>
                    <a:pt x="1752" y="2646"/>
                    <a:pt x="1695" y="2356"/>
                    <a:pt x="1589" y="2065"/>
                  </a:cubicBezTo>
                  <a:lnTo>
                    <a:pt x="1589" y="2065"/>
                  </a:lnTo>
                  <a:cubicBezTo>
                    <a:pt x="1802" y="2292"/>
                    <a:pt x="2078" y="2455"/>
                    <a:pt x="2376" y="2533"/>
                  </a:cubicBezTo>
                  <a:cubicBezTo>
                    <a:pt x="2419" y="2544"/>
                    <a:pt x="2466" y="2552"/>
                    <a:pt x="2511" y="2552"/>
                  </a:cubicBezTo>
                  <a:cubicBezTo>
                    <a:pt x="2580" y="2552"/>
                    <a:pt x="2646" y="2534"/>
                    <a:pt x="2688" y="2483"/>
                  </a:cubicBezTo>
                  <a:cubicBezTo>
                    <a:pt x="2745" y="2412"/>
                    <a:pt x="2731" y="2313"/>
                    <a:pt x="2695" y="2228"/>
                  </a:cubicBezTo>
                  <a:cubicBezTo>
                    <a:pt x="2638" y="2086"/>
                    <a:pt x="2518" y="1980"/>
                    <a:pt x="2383" y="1902"/>
                  </a:cubicBezTo>
                  <a:cubicBezTo>
                    <a:pt x="2256" y="1824"/>
                    <a:pt x="2107" y="1774"/>
                    <a:pt x="1965" y="1725"/>
                  </a:cubicBezTo>
                  <a:lnTo>
                    <a:pt x="1965" y="1725"/>
                  </a:lnTo>
                  <a:cubicBezTo>
                    <a:pt x="1977" y="1725"/>
                    <a:pt x="1990" y="1725"/>
                    <a:pt x="2002" y="1725"/>
                  </a:cubicBezTo>
                  <a:cubicBezTo>
                    <a:pt x="2238" y="1725"/>
                    <a:pt x="2472" y="1662"/>
                    <a:pt x="2674" y="1547"/>
                  </a:cubicBezTo>
                  <a:cubicBezTo>
                    <a:pt x="2752" y="1498"/>
                    <a:pt x="2830" y="1448"/>
                    <a:pt x="2880" y="1370"/>
                  </a:cubicBezTo>
                  <a:cubicBezTo>
                    <a:pt x="2922" y="1292"/>
                    <a:pt x="2936" y="1186"/>
                    <a:pt x="2887" y="1115"/>
                  </a:cubicBezTo>
                  <a:cubicBezTo>
                    <a:pt x="2839" y="1034"/>
                    <a:pt x="2746" y="1007"/>
                    <a:pt x="2650" y="1007"/>
                  </a:cubicBezTo>
                  <a:cubicBezTo>
                    <a:pt x="2603" y="1007"/>
                    <a:pt x="2555" y="1013"/>
                    <a:pt x="2511" y="1023"/>
                  </a:cubicBezTo>
                  <a:cubicBezTo>
                    <a:pt x="2319" y="1058"/>
                    <a:pt x="2135" y="1136"/>
                    <a:pt x="1951" y="1221"/>
                  </a:cubicBezTo>
                  <a:cubicBezTo>
                    <a:pt x="2163" y="952"/>
                    <a:pt x="2376" y="675"/>
                    <a:pt x="2447" y="342"/>
                  </a:cubicBezTo>
                  <a:cubicBezTo>
                    <a:pt x="2468" y="250"/>
                    <a:pt x="2468" y="136"/>
                    <a:pt x="2397" y="72"/>
                  </a:cubicBezTo>
                  <a:cubicBezTo>
                    <a:pt x="2363" y="38"/>
                    <a:pt x="2311" y="20"/>
                    <a:pt x="2258" y="20"/>
                  </a:cubicBezTo>
                  <a:cubicBezTo>
                    <a:pt x="2236" y="20"/>
                    <a:pt x="2213" y="23"/>
                    <a:pt x="2192" y="30"/>
                  </a:cubicBezTo>
                  <a:cubicBezTo>
                    <a:pt x="2121" y="51"/>
                    <a:pt x="2064" y="101"/>
                    <a:pt x="2007" y="150"/>
                  </a:cubicBezTo>
                  <a:cubicBezTo>
                    <a:pt x="1745" y="406"/>
                    <a:pt x="1639" y="774"/>
                    <a:pt x="1539" y="1122"/>
                  </a:cubicBezTo>
                  <a:cubicBezTo>
                    <a:pt x="1532" y="796"/>
                    <a:pt x="1525" y="462"/>
                    <a:pt x="1383" y="165"/>
                  </a:cubicBezTo>
                  <a:cubicBezTo>
                    <a:pt x="1348" y="87"/>
                    <a:pt x="1291" y="9"/>
                    <a:pt x="1206" y="1"/>
                  </a:cubicBezTo>
                  <a:cubicBezTo>
                    <a:pt x="1202" y="1"/>
                    <a:pt x="1197" y="1"/>
                    <a:pt x="11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4"/>
            <p:cNvSpPr/>
            <p:nvPr/>
          </p:nvSpPr>
          <p:spPr>
            <a:xfrm>
              <a:off x="3961875" y="967607"/>
              <a:ext cx="14798" cy="13792"/>
            </a:xfrm>
            <a:custGeom>
              <a:avLst/>
              <a:gdLst/>
              <a:ahLst/>
              <a:cxnLst/>
              <a:rect l="l" t="t" r="r" b="b"/>
              <a:pathLst>
                <a:path w="412" h="384" fill="none" extrusionOk="0">
                  <a:moveTo>
                    <a:pt x="284" y="29"/>
                  </a:moveTo>
                  <a:cubicBezTo>
                    <a:pt x="220" y="1"/>
                    <a:pt x="135" y="8"/>
                    <a:pt x="78" y="57"/>
                  </a:cubicBezTo>
                  <a:cubicBezTo>
                    <a:pt x="22" y="100"/>
                    <a:pt x="0" y="185"/>
                    <a:pt x="22" y="256"/>
                  </a:cubicBezTo>
                  <a:cubicBezTo>
                    <a:pt x="50" y="327"/>
                    <a:pt x="121" y="376"/>
                    <a:pt x="192" y="383"/>
                  </a:cubicBezTo>
                  <a:cubicBezTo>
                    <a:pt x="277" y="383"/>
                    <a:pt x="362" y="327"/>
                    <a:pt x="383" y="242"/>
                  </a:cubicBezTo>
                  <a:cubicBezTo>
                    <a:pt x="412" y="164"/>
                    <a:pt x="376" y="79"/>
                    <a:pt x="284" y="29"/>
                  </a:cubicBezTo>
                  <a:close/>
                </a:path>
              </a:pathLst>
            </a:custGeom>
            <a:noFill/>
            <a:ln w="28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3752260" y="772108"/>
              <a:ext cx="110303" cy="114685"/>
            </a:xfrm>
            <a:custGeom>
              <a:avLst/>
              <a:gdLst/>
              <a:ahLst/>
              <a:cxnLst/>
              <a:rect l="l" t="t" r="r" b="b"/>
              <a:pathLst>
                <a:path w="3071" h="3193" extrusionOk="0">
                  <a:moveTo>
                    <a:pt x="1122" y="1"/>
                  </a:moveTo>
                  <a:cubicBezTo>
                    <a:pt x="1110" y="1"/>
                    <a:pt x="1097" y="2"/>
                    <a:pt x="1086" y="5"/>
                  </a:cubicBezTo>
                  <a:cubicBezTo>
                    <a:pt x="986" y="26"/>
                    <a:pt x="951" y="147"/>
                    <a:pt x="944" y="253"/>
                  </a:cubicBezTo>
                  <a:cubicBezTo>
                    <a:pt x="930" y="572"/>
                    <a:pt x="1050" y="884"/>
                    <a:pt x="1178" y="1217"/>
                  </a:cubicBezTo>
                  <a:cubicBezTo>
                    <a:pt x="930" y="1076"/>
                    <a:pt x="674" y="927"/>
                    <a:pt x="384" y="891"/>
                  </a:cubicBezTo>
                  <a:cubicBezTo>
                    <a:pt x="358" y="889"/>
                    <a:pt x="331" y="887"/>
                    <a:pt x="304" y="887"/>
                  </a:cubicBezTo>
                  <a:cubicBezTo>
                    <a:pt x="256" y="887"/>
                    <a:pt x="209" y="892"/>
                    <a:pt x="164" y="905"/>
                  </a:cubicBezTo>
                  <a:cubicBezTo>
                    <a:pt x="93" y="934"/>
                    <a:pt x="29" y="998"/>
                    <a:pt x="15" y="1069"/>
                  </a:cubicBezTo>
                  <a:cubicBezTo>
                    <a:pt x="1" y="1161"/>
                    <a:pt x="64" y="1246"/>
                    <a:pt x="128" y="1310"/>
                  </a:cubicBezTo>
                  <a:cubicBezTo>
                    <a:pt x="341" y="1508"/>
                    <a:pt x="646" y="1565"/>
                    <a:pt x="930" y="1622"/>
                  </a:cubicBezTo>
                  <a:cubicBezTo>
                    <a:pt x="625" y="1714"/>
                    <a:pt x="298" y="1813"/>
                    <a:pt x="93" y="2054"/>
                  </a:cubicBezTo>
                  <a:cubicBezTo>
                    <a:pt x="43" y="2111"/>
                    <a:pt x="8" y="2182"/>
                    <a:pt x="22" y="2253"/>
                  </a:cubicBezTo>
                  <a:cubicBezTo>
                    <a:pt x="36" y="2317"/>
                    <a:pt x="100" y="2352"/>
                    <a:pt x="164" y="2366"/>
                  </a:cubicBezTo>
                  <a:cubicBezTo>
                    <a:pt x="175" y="2367"/>
                    <a:pt x="187" y="2368"/>
                    <a:pt x="199" y="2368"/>
                  </a:cubicBezTo>
                  <a:cubicBezTo>
                    <a:pt x="251" y="2368"/>
                    <a:pt x="303" y="2356"/>
                    <a:pt x="355" y="2345"/>
                  </a:cubicBezTo>
                  <a:cubicBezTo>
                    <a:pt x="632" y="2260"/>
                    <a:pt x="894" y="2111"/>
                    <a:pt x="1114" y="1898"/>
                  </a:cubicBezTo>
                  <a:lnTo>
                    <a:pt x="1114" y="1898"/>
                  </a:lnTo>
                  <a:cubicBezTo>
                    <a:pt x="944" y="2182"/>
                    <a:pt x="788" y="2487"/>
                    <a:pt x="717" y="2813"/>
                  </a:cubicBezTo>
                  <a:cubicBezTo>
                    <a:pt x="703" y="2884"/>
                    <a:pt x="688" y="2962"/>
                    <a:pt x="710" y="3040"/>
                  </a:cubicBezTo>
                  <a:cubicBezTo>
                    <a:pt x="731" y="3111"/>
                    <a:pt x="788" y="3182"/>
                    <a:pt x="866" y="3189"/>
                  </a:cubicBezTo>
                  <a:cubicBezTo>
                    <a:pt x="876" y="3191"/>
                    <a:pt x="886" y="3192"/>
                    <a:pt x="896" y="3192"/>
                  </a:cubicBezTo>
                  <a:cubicBezTo>
                    <a:pt x="942" y="3192"/>
                    <a:pt x="987" y="3167"/>
                    <a:pt x="1022" y="3132"/>
                  </a:cubicBezTo>
                  <a:cubicBezTo>
                    <a:pt x="1064" y="3097"/>
                    <a:pt x="1100" y="3047"/>
                    <a:pt x="1128" y="2990"/>
                  </a:cubicBezTo>
                  <a:cubicBezTo>
                    <a:pt x="1291" y="2685"/>
                    <a:pt x="1405" y="2352"/>
                    <a:pt x="1426" y="2019"/>
                  </a:cubicBezTo>
                  <a:cubicBezTo>
                    <a:pt x="1504" y="2309"/>
                    <a:pt x="1582" y="2600"/>
                    <a:pt x="1745" y="2855"/>
                  </a:cubicBezTo>
                  <a:cubicBezTo>
                    <a:pt x="1780" y="2912"/>
                    <a:pt x="1816" y="2969"/>
                    <a:pt x="1873" y="3004"/>
                  </a:cubicBezTo>
                  <a:cubicBezTo>
                    <a:pt x="1906" y="3025"/>
                    <a:pt x="1946" y="3036"/>
                    <a:pt x="1985" y="3036"/>
                  </a:cubicBezTo>
                  <a:cubicBezTo>
                    <a:pt x="2013" y="3036"/>
                    <a:pt x="2040" y="3030"/>
                    <a:pt x="2064" y="3019"/>
                  </a:cubicBezTo>
                  <a:cubicBezTo>
                    <a:pt x="2121" y="2990"/>
                    <a:pt x="2149" y="2926"/>
                    <a:pt x="2156" y="2863"/>
                  </a:cubicBezTo>
                  <a:cubicBezTo>
                    <a:pt x="2156" y="2799"/>
                    <a:pt x="2142" y="2735"/>
                    <a:pt x="2121" y="2671"/>
                  </a:cubicBezTo>
                  <a:cubicBezTo>
                    <a:pt x="2043" y="2451"/>
                    <a:pt x="1922" y="2239"/>
                    <a:pt x="1795" y="2040"/>
                  </a:cubicBezTo>
                  <a:lnTo>
                    <a:pt x="1795" y="2040"/>
                  </a:lnTo>
                  <a:cubicBezTo>
                    <a:pt x="2011" y="2199"/>
                    <a:pt x="2274" y="2284"/>
                    <a:pt x="2541" y="2284"/>
                  </a:cubicBezTo>
                  <a:cubicBezTo>
                    <a:pt x="2571" y="2284"/>
                    <a:pt x="2601" y="2283"/>
                    <a:pt x="2631" y="2281"/>
                  </a:cubicBezTo>
                  <a:cubicBezTo>
                    <a:pt x="2702" y="2281"/>
                    <a:pt x="2773" y="2267"/>
                    <a:pt x="2837" y="2231"/>
                  </a:cubicBezTo>
                  <a:cubicBezTo>
                    <a:pt x="2894" y="2196"/>
                    <a:pt x="2943" y="2125"/>
                    <a:pt x="2936" y="2054"/>
                  </a:cubicBezTo>
                  <a:cubicBezTo>
                    <a:pt x="2929" y="1997"/>
                    <a:pt x="2894" y="1948"/>
                    <a:pt x="2844" y="1919"/>
                  </a:cubicBezTo>
                  <a:cubicBezTo>
                    <a:pt x="2801" y="1884"/>
                    <a:pt x="2745" y="1870"/>
                    <a:pt x="2688" y="1849"/>
                  </a:cubicBezTo>
                  <a:cubicBezTo>
                    <a:pt x="2433" y="1778"/>
                    <a:pt x="2170" y="1721"/>
                    <a:pt x="1908" y="1700"/>
                  </a:cubicBezTo>
                  <a:cubicBezTo>
                    <a:pt x="2100" y="1671"/>
                    <a:pt x="2298" y="1636"/>
                    <a:pt x="2482" y="1572"/>
                  </a:cubicBezTo>
                  <a:cubicBezTo>
                    <a:pt x="2667" y="1508"/>
                    <a:pt x="2837" y="1402"/>
                    <a:pt x="2957" y="1246"/>
                  </a:cubicBezTo>
                  <a:cubicBezTo>
                    <a:pt x="3028" y="1154"/>
                    <a:pt x="3071" y="1019"/>
                    <a:pt x="3007" y="934"/>
                  </a:cubicBezTo>
                  <a:cubicBezTo>
                    <a:pt x="2962" y="875"/>
                    <a:pt x="2890" y="857"/>
                    <a:pt x="2815" y="857"/>
                  </a:cubicBezTo>
                  <a:cubicBezTo>
                    <a:pt x="2773" y="857"/>
                    <a:pt x="2729" y="862"/>
                    <a:pt x="2688" y="870"/>
                  </a:cubicBezTo>
                  <a:cubicBezTo>
                    <a:pt x="2426" y="934"/>
                    <a:pt x="2163" y="1054"/>
                    <a:pt x="1944" y="1203"/>
                  </a:cubicBezTo>
                  <a:cubicBezTo>
                    <a:pt x="2121" y="983"/>
                    <a:pt x="2305" y="757"/>
                    <a:pt x="2362" y="480"/>
                  </a:cubicBezTo>
                  <a:cubicBezTo>
                    <a:pt x="2390" y="374"/>
                    <a:pt x="2383" y="239"/>
                    <a:pt x="2298" y="168"/>
                  </a:cubicBezTo>
                  <a:cubicBezTo>
                    <a:pt x="2263" y="143"/>
                    <a:pt x="2220" y="133"/>
                    <a:pt x="2177" y="133"/>
                  </a:cubicBezTo>
                  <a:cubicBezTo>
                    <a:pt x="2133" y="133"/>
                    <a:pt x="2089" y="143"/>
                    <a:pt x="2050" y="161"/>
                  </a:cubicBezTo>
                  <a:cubicBezTo>
                    <a:pt x="1972" y="203"/>
                    <a:pt x="1915" y="267"/>
                    <a:pt x="1866" y="338"/>
                  </a:cubicBezTo>
                  <a:cubicBezTo>
                    <a:pt x="1710" y="558"/>
                    <a:pt x="1596" y="806"/>
                    <a:pt x="1546" y="1069"/>
                  </a:cubicBezTo>
                  <a:cubicBezTo>
                    <a:pt x="1511" y="778"/>
                    <a:pt x="1454" y="480"/>
                    <a:pt x="1341" y="203"/>
                  </a:cubicBezTo>
                  <a:cubicBezTo>
                    <a:pt x="1312" y="147"/>
                    <a:pt x="1291" y="97"/>
                    <a:pt x="1249" y="55"/>
                  </a:cubicBezTo>
                  <a:cubicBezTo>
                    <a:pt x="1215" y="21"/>
                    <a:pt x="1168" y="1"/>
                    <a:pt x="11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3800641" y="822967"/>
              <a:ext cx="11781" cy="11745"/>
            </a:xfrm>
            <a:custGeom>
              <a:avLst/>
              <a:gdLst/>
              <a:ahLst/>
              <a:cxnLst/>
              <a:rect l="l" t="t" r="r" b="b"/>
              <a:pathLst>
                <a:path w="328" h="327" fill="none" extrusionOk="0">
                  <a:moveTo>
                    <a:pt x="199" y="7"/>
                  </a:moveTo>
                  <a:cubicBezTo>
                    <a:pt x="143" y="0"/>
                    <a:pt x="79" y="21"/>
                    <a:pt x="43" y="64"/>
                  </a:cubicBezTo>
                  <a:cubicBezTo>
                    <a:pt x="8" y="106"/>
                    <a:pt x="1" y="170"/>
                    <a:pt x="22" y="220"/>
                  </a:cubicBezTo>
                  <a:cubicBezTo>
                    <a:pt x="43" y="284"/>
                    <a:pt x="114" y="326"/>
                    <a:pt x="178" y="319"/>
                  </a:cubicBezTo>
                  <a:cubicBezTo>
                    <a:pt x="249" y="312"/>
                    <a:pt x="306" y="262"/>
                    <a:pt x="320" y="191"/>
                  </a:cubicBezTo>
                  <a:cubicBezTo>
                    <a:pt x="327" y="128"/>
                    <a:pt x="299" y="28"/>
                    <a:pt x="199" y="7"/>
                  </a:cubicBezTo>
                  <a:close/>
                </a:path>
              </a:pathLst>
            </a:custGeom>
            <a:noFill/>
            <a:ln w="28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4"/>
            <p:cNvSpPr/>
            <p:nvPr/>
          </p:nvSpPr>
          <p:spPr>
            <a:xfrm>
              <a:off x="3593331" y="683220"/>
              <a:ext cx="110805" cy="117953"/>
            </a:xfrm>
            <a:custGeom>
              <a:avLst/>
              <a:gdLst/>
              <a:ahLst/>
              <a:cxnLst/>
              <a:rect l="l" t="t" r="r" b="b"/>
              <a:pathLst>
                <a:path w="3085" h="3284" extrusionOk="0">
                  <a:moveTo>
                    <a:pt x="1461" y="1"/>
                  </a:moveTo>
                  <a:cubicBezTo>
                    <a:pt x="1411" y="1"/>
                    <a:pt x="1355" y="29"/>
                    <a:pt x="1326" y="71"/>
                  </a:cubicBezTo>
                  <a:cubicBezTo>
                    <a:pt x="1291" y="114"/>
                    <a:pt x="1269" y="171"/>
                    <a:pt x="1255" y="220"/>
                  </a:cubicBezTo>
                  <a:cubicBezTo>
                    <a:pt x="1177" y="539"/>
                    <a:pt x="1199" y="873"/>
                    <a:pt x="1234" y="1227"/>
                  </a:cubicBezTo>
                  <a:cubicBezTo>
                    <a:pt x="1071" y="993"/>
                    <a:pt x="894" y="752"/>
                    <a:pt x="631" y="639"/>
                  </a:cubicBezTo>
                  <a:cubicBezTo>
                    <a:pt x="579" y="615"/>
                    <a:pt x="520" y="597"/>
                    <a:pt x="464" y="597"/>
                  </a:cubicBezTo>
                  <a:cubicBezTo>
                    <a:pt x="422" y="597"/>
                    <a:pt x="381" y="607"/>
                    <a:pt x="348" y="632"/>
                  </a:cubicBezTo>
                  <a:cubicBezTo>
                    <a:pt x="284" y="674"/>
                    <a:pt x="255" y="759"/>
                    <a:pt x="263" y="837"/>
                  </a:cubicBezTo>
                  <a:cubicBezTo>
                    <a:pt x="270" y="908"/>
                    <a:pt x="312" y="979"/>
                    <a:pt x="355" y="1043"/>
                  </a:cubicBezTo>
                  <a:cubicBezTo>
                    <a:pt x="497" y="1227"/>
                    <a:pt x="716" y="1327"/>
                    <a:pt x="936" y="1433"/>
                  </a:cubicBezTo>
                  <a:cubicBezTo>
                    <a:pt x="773" y="1454"/>
                    <a:pt x="603" y="1483"/>
                    <a:pt x="447" y="1546"/>
                  </a:cubicBezTo>
                  <a:cubicBezTo>
                    <a:pt x="291" y="1610"/>
                    <a:pt x="142" y="1717"/>
                    <a:pt x="64" y="1865"/>
                  </a:cubicBezTo>
                  <a:cubicBezTo>
                    <a:pt x="21" y="1936"/>
                    <a:pt x="0" y="2043"/>
                    <a:pt x="57" y="2099"/>
                  </a:cubicBezTo>
                  <a:cubicBezTo>
                    <a:pt x="88" y="2135"/>
                    <a:pt x="135" y="2148"/>
                    <a:pt x="183" y="2148"/>
                  </a:cubicBezTo>
                  <a:cubicBezTo>
                    <a:pt x="213" y="2148"/>
                    <a:pt x="243" y="2143"/>
                    <a:pt x="270" y="2135"/>
                  </a:cubicBezTo>
                  <a:cubicBezTo>
                    <a:pt x="575" y="2071"/>
                    <a:pt x="830" y="1894"/>
                    <a:pt x="1128" y="1724"/>
                  </a:cubicBezTo>
                  <a:lnTo>
                    <a:pt x="1128" y="1724"/>
                  </a:lnTo>
                  <a:cubicBezTo>
                    <a:pt x="872" y="1993"/>
                    <a:pt x="610" y="2277"/>
                    <a:pt x="532" y="2638"/>
                  </a:cubicBezTo>
                  <a:cubicBezTo>
                    <a:pt x="518" y="2702"/>
                    <a:pt x="504" y="2766"/>
                    <a:pt x="525" y="2830"/>
                  </a:cubicBezTo>
                  <a:cubicBezTo>
                    <a:pt x="539" y="2886"/>
                    <a:pt x="582" y="2943"/>
                    <a:pt x="645" y="2957"/>
                  </a:cubicBezTo>
                  <a:cubicBezTo>
                    <a:pt x="658" y="2961"/>
                    <a:pt x="670" y="2962"/>
                    <a:pt x="682" y="2962"/>
                  </a:cubicBezTo>
                  <a:cubicBezTo>
                    <a:pt x="753" y="2962"/>
                    <a:pt x="818" y="2913"/>
                    <a:pt x="872" y="2858"/>
                  </a:cubicBezTo>
                  <a:cubicBezTo>
                    <a:pt x="1078" y="2645"/>
                    <a:pt x="1191" y="2355"/>
                    <a:pt x="1312" y="2064"/>
                  </a:cubicBezTo>
                  <a:lnTo>
                    <a:pt x="1312" y="2064"/>
                  </a:lnTo>
                  <a:cubicBezTo>
                    <a:pt x="1277" y="2411"/>
                    <a:pt x="1241" y="2773"/>
                    <a:pt x="1376" y="3092"/>
                  </a:cubicBezTo>
                  <a:cubicBezTo>
                    <a:pt x="1411" y="3184"/>
                    <a:pt x="1482" y="3276"/>
                    <a:pt x="1581" y="3284"/>
                  </a:cubicBezTo>
                  <a:cubicBezTo>
                    <a:pt x="1638" y="3284"/>
                    <a:pt x="1695" y="3248"/>
                    <a:pt x="1730" y="3198"/>
                  </a:cubicBezTo>
                  <a:cubicBezTo>
                    <a:pt x="1766" y="3156"/>
                    <a:pt x="1780" y="3099"/>
                    <a:pt x="1794" y="3042"/>
                  </a:cubicBezTo>
                  <a:cubicBezTo>
                    <a:pt x="1851" y="2730"/>
                    <a:pt x="1737" y="2426"/>
                    <a:pt x="1624" y="2099"/>
                  </a:cubicBezTo>
                  <a:lnTo>
                    <a:pt x="1624" y="2099"/>
                  </a:lnTo>
                  <a:cubicBezTo>
                    <a:pt x="1759" y="2376"/>
                    <a:pt x="1936" y="2645"/>
                    <a:pt x="2205" y="2801"/>
                  </a:cubicBezTo>
                  <a:cubicBezTo>
                    <a:pt x="2262" y="2837"/>
                    <a:pt x="2326" y="2865"/>
                    <a:pt x="2390" y="2872"/>
                  </a:cubicBezTo>
                  <a:cubicBezTo>
                    <a:pt x="2461" y="2872"/>
                    <a:pt x="2532" y="2844"/>
                    <a:pt x="2567" y="2787"/>
                  </a:cubicBezTo>
                  <a:cubicBezTo>
                    <a:pt x="2617" y="2702"/>
                    <a:pt x="2567" y="2596"/>
                    <a:pt x="2517" y="2511"/>
                  </a:cubicBezTo>
                  <a:cubicBezTo>
                    <a:pt x="2361" y="2277"/>
                    <a:pt x="2135" y="2092"/>
                    <a:pt x="1915" y="1915"/>
                  </a:cubicBezTo>
                  <a:lnTo>
                    <a:pt x="1915" y="1915"/>
                  </a:lnTo>
                  <a:cubicBezTo>
                    <a:pt x="2090" y="1964"/>
                    <a:pt x="2270" y="1992"/>
                    <a:pt x="2449" y="1992"/>
                  </a:cubicBezTo>
                  <a:cubicBezTo>
                    <a:pt x="2582" y="1992"/>
                    <a:pt x="2714" y="1977"/>
                    <a:pt x="2844" y="1943"/>
                  </a:cubicBezTo>
                  <a:cubicBezTo>
                    <a:pt x="2943" y="1915"/>
                    <a:pt x="3049" y="1865"/>
                    <a:pt x="3070" y="1773"/>
                  </a:cubicBezTo>
                  <a:cubicBezTo>
                    <a:pt x="3085" y="1702"/>
                    <a:pt x="3049" y="1631"/>
                    <a:pt x="2992" y="1589"/>
                  </a:cubicBezTo>
                  <a:cubicBezTo>
                    <a:pt x="2943" y="1546"/>
                    <a:pt x="2872" y="1525"/>
                    <a:pt x="2808" y="1504"/>
                  </a:cubicBezTo>
                  <a:cubicBezTo>
                    <a:pt x="2670" y="1472"/>
                    <a:pt x="2528" y="1463"/>
                    <a:pt x="2388" y="1463"/>
                  </a:cubicBezTo>
                  <a:cubicBezTo>
                    <a:pt x="2248" y="1463"/>
                    <a:pt x="2110" y="1472"/>
                    <a:pt x="1979" y="1475"/>
                  </a:cubicBezTo>
                  <a:cubicBezTo>
                    <a:pt x="2269" y="1298"/>
                    <a:pt x="2574" y="1107"/>
                    <a:pt x="2751" y="816"/>
                  </a:cubicBezTo>
                  <a:cubicBezTo>
                    <a:pt x="2794" y="745"/>
                    <a:pt x="2829" y="660"/>
                    <a:pt x="2794" y="589"/>
                  </a:cubicBezTo>
                  <a:cubicBezTo>
                    <a:pt x="2773" y="539"/>
                    <a:pt x="2716" y="504"/>
                    <a:pt x="2659" y="497"/>
                  </a:cubicBezTo>
                  <a:cubicBezTo>
                    <a:pt x="2648" y="496"/>
                    <a:pt x="2636" y="495"/>
                    <a:pt x="2625" y="495"/>
                  </a:cubicBezTo>
                  <a:cubicBezTo>
                    <a:pt x="2575" y="495"/>
                    <a:pt x="2528" y="507"/>
                    <a:pt x="2482" y="518"/>
                  </a:cubicBezTo>
                  <a:cubicBezTo>
                    <a:pt x="2298" y="582"/>
                    <a:pt x="2135" y="688"/>
                    <a:pt x="1993" y="823"/>
                  </a:cubicBezTo>
                  <a:cubicBezTo>
                    <a:pt x="1851" y="958"/>
                    <a:pt x="1737" y="1114"/>
                    <a:pt x="1624" y="1270"/>
                  </a:cubicBezTo>
                  <a:cubicBezTo>
                    <a:pt x="1659" y="929"/>
                    <a:pt x="1688" y="589"/>
                    <a:pt x="1638" y="249"/>
                  </a:cubicBezTo>
                  <a:cubicBezTo>
                    <a:pt x="1631" y="192"/>
                    <a:pt x="1617" y="135"/>
                    <a:pt x="1596" y="93"/>
                  </a:cubicBezTo>
                  <a:cubicBezTo>
                    <a:pt x="1567" y="43"/>
                    <a:pt x="1518" y="8"/>
                    <a:pt x="14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4"/>
            <p:cNvSpPr/>
            <p:nvPr/>
          </p:nvSpPr>
          <p:spPr>
            <a:xfrm>
              <a:off x="3640958" y="738748"/>
              <a:ext cx="13002" cy="13002"/>
            </a:xfrm>
            <a:custGeom>
              <a:avLst/>
              <a:gdLst/>
              <a:ahLst/>
              <a:cxnLst/>
              <a:rect l="l" t="t" r="r" b="b"/>
              <a:pathLst>
                <a:path w="362" h="362" fill="none" extrusionOk="0">
                  <a:moveTo>
                    <a:pt x="234" y="29"/>
                  </a:moveTo>
                  <a:cubicBezTo>
                    <a:pt x="163" y="0"/>
                    <a:pt x="64" y="43"/>
                    <a:pt x="36" y="114"/>
                  </a:cubicBezTo>
                  <a:cubicBezTo>
                    <a:pt x="0" y="192"/>
                    <a:pt x="36" y="284"/>
                    <a:pt x="114" y="327"/>
                  </a:cubicBezTo>
                  <a:cubicBezTo>
                    <a:pt x="185" y="362"/>
                    <a:pt x="284" y="327"/>
                    <a:pt x="319" y="256"/>
                  </a:cubicBezTo>
                  <a:cubicBezTo>
                    <a:pt x="362" y="185"/>
                    <a:pt x="341" y="71"/>
                    <a:pt x="234" y="29"/>
                  </a:cubicBezTo>
                  <a:close/>
                </a:path>
              </a:pathLst>
            </a:custGeom>
            <a:noFill/>
            <a:ln w="28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24"/>
          <p:cNvGrpSpPr/>
          <p:nvPr/>
        </p:nvGrpSpPr>
        <p:grpSpPr>
          <a:xfrm rot="10800000" flipH="1">
            <a:off x="8468106" y="-75325"/>
            <a:ext cx="590654" cy="1091297"/>
            <a:chOff x="5166512" y="1063363"/>
            <a:chExt cx="373147" cy="689472"/>
          </a:xfrm>
        </p:grpSpPr>
        <p:sp>
          <p:nvSpPr>
            <p:cNvPr id="581" name="Google Shape;581;p24"/>
            <p:cNvSpPr/>
            <p:nvPr/>
          </p:nvSpPr>
          <p:spPr>
            <a:xfrm>
              <a:off x="5166512" y="1063363"/>
              <a:ext cx="373147" cy="689472"/>
            </a:xfrm>
            <a:custGeom>
              <a:avLst/>
              <a:gdLst/>
              <a:ahLst/>
              <a:cxnLst/>
              <a:rect l="l" t="t" r="r" b="b"/>
              <a:pathLst>
                <a:path w="10389" h="19196" extrusionOk="0">
                  <a:moveTo>
                    <a:pt x="5255" y="1"/>
                  </a:moveTo>
                  <a:cubicBezTo>
                    <a:pt x="4978" y="1"/>
                    <a:pt x="4709" y="22"/>
                    <a:pt x="4432" y="64"/>
                  </a:cubicBezTo>
                  <a:lnTo>
                    <a:pt x="4340" y="64"/>
                  </a:lnTo>
                  <a:cubicBezTo>
                    <a:pt x="4071" y="64"/>
                    <a:pt x="3801" y="135"/>
                    <a:pt x="3574" y="277"/>
                  </a:cubicBezTo>
                  <a:cubicBezTo>
                    <a:pt x="2681" y="582"/>
                    <a:pt x="1887" y="1128"/>
                    <a:pt x="1312" y="1830"/>
                  </a:cubicBezTo>
                  <a:cubicBezTo>
                    <a:pt x="1078" y="2114"/>
                    <a:pt x="880" y="2426"/>
                    <a:pt x="717" y="2773"/>
                  </a:cubicBezTo>
                  <a:cubicBezTo>
                    <a:pt x="539" y="2993"/>
                    <a:pt x="433" y="3270"/>
                    <a:pt x="412" y="3574"/>
                  </a:cubicBezTo>
                  <a:cubicBezTo>
                    <a:pt x="1" y="4985"/>
                    <a:pt x="206" y="6510"/>
                    <a:pt x="979" y="7715"/>
                  </a:cubicBezTo>
                  <a:cubicBezTo>
                    <a:pt x="1249" y="8127"/>
                    <a:pt x="1582" y="8502"/>
                    <a:pt x="1979" y="8822"/>
                  </a:cubicBezTo>
                  <a:cubicBezTo>
                    <a:pt x="2135" y="9006"/>
                    <a:pt x="2341" y="9155"/>
                    <a:pt x="2582" y="9247"/>
                  </a:cubicBezTo>
                  <a:cubicBezTo>
                    <a:pt x="3149" y="9594"/>
                    <a:pt x="3794" y="9828"/>
                    <a:pt x="4446" y="9935"/>
                  </a:cubicBezTo>
                  <a:cubicBezTo>
                    <a:pt x="4510" y="10424"/>
                    <a:pt x="4567" y="10913"/>
                    <a:pt x="4610" y="11403"/>
                  </a:cubicBezTo>
                  <a:cubicBezTo>
                    <a:pt x="4283" y="11317"/>
                    <a:pt x="3943" y="11268"/>
                    <a:pt x="3603" y="11268"/>
                  </a:cubicBezTo>
                  <a:cubicBezTo>
                    <a:pt x="2823" y="11268"/>
                    <a:pt x="2085" y="11502"/>
                    <a:pt x="1483" y="11934"/>
                  </a:cubicBezTo>
                  <a:cubicBezTo>
                    <a:pt x="1149" y="12175"/>
                    <a:pt x="937" y="12544"/>
                    <a:pt x="894" y="12948"/>
                  </a:cubicBezTo>
                  <a:cubicBezTo>
                    <a:pt x="859" y="13353"/>
                    <a:pt x="993" y="13757"/>
                    <a:pt x="1263" y="14055"/>
                  </a:cubicBezTo>
                  <a:cubicBezTo>
                    <a:pt x="1483" y="14281"/>
                    <a:pt x="1667" y="14530"/>
                    <a:pt x="1787" y="14757"/>
                  </a:cubicBezTo>
                  <a:cubicBezTo>
                    <a:pt x="1844" y="14849"/>
                    <a:pt x="1901" y="14962"/>
                    <a:pt x="1958" y="15083"/>
                  </a:cubicBezTo>
                  <a:cubicBezTo>
                    <a:pt x="2085" y="15345"/>
                    <a:pt x="2234" y="15650"/>
                    <a:pt x="2447" y="15948"/>
                  </a:cubicBezTo>
                  <a:cubicBezTo>
                    <a:pt x="2972" y="16692"/>
                    <a:pt x="3695" y="17132"/>
                    <a:pt x="4482" y="17196"/>
                  </a:cubicBezTo>
                  <a:lnTo>
                    <a:pt x="4503" y="17196"/>
                  </a:lnTo>
                  <a:cubicBezTo>
                    <a:pt x="4489" y="17309"/>
                    <a:pt x="4475" y="17408"/>
                    <a:pt x="4461" y="17515"/>
                  </a:cubicBezTo>
                  <a:cubicBezTo>
                    <a:pt x="4354" y="18323"/>
                    <a:pt x="4936" y="19075"/>
                    <a:pt x="5744" y="19181"/>
                  </a:cubicBezTo>
                  <a:cubicBezTo>
                    <a:pt x="5815" y="19188"/>
                    <a:pt x="5879" y="19195"/>
                    <a:pt x="5943" y="19195"/>
                  </a:cubicBezTo>
                  <a:cubicBezTo>
                    <a:pt x="6687" y="19195"/>
                    <a:pt x="7318" y="18635"/>
                    <a:pt x="7417" y="17898"/>
                  </a:cubicBezTo>
                  <a:cubicBezTo>
                    <a:pt x="7453" y="17635"/>
                    <a:pt x="7481" y="17359"/>
                    <a:pt x="7517" y="17026"/>
                  </a:cubicBezTo>
                  <a:cubicBezTo>
                    <a:pt x="7517" y="17004"/>
                    <a:pt x="7524" y="16983"/>
                    <a:pt x="7524" y="16962"/>
                  </a:cubicBezTo>
                  <a:cubicBezTo>
                    <a:pt x="7581" y="16359"/>
                    <a:pt x="7630" y="15749"/>
                    <a:pt x="7651" y="15154"/>
                  </a:cubicBezTo>
                  <a:cubicBezTo>
                    <a:pt x="7651" y="15154"/>
                    <a:pt x="7651" y="15146"/>
                    <a:pt x="7651" y="15139"/>
                  </a:cubicBezTo>
                  <a:cubicBezTo>
                    <a:pt x="7666" y="14728"/>
                    <a:pt x="7722" y="14317"/>
                    <a:pt x="7807" y="13906"/>
                  </a:cubicBezTo>
                  <a:cubicBezTo>
                    <a:pt x="8290" y="13771"/>
                    <a:pt x="8743" y="13501"/>
                    <a:pt x="9084" y="13140"/>
                  </a:cubicBezTo>
                  <a:cubicBezTo>
                    <a:pt x="9630" y="12565"/>
                    <a:pt x="9942" y="11793"/>
                    <a:pt x="10055" y="10786"/>
                  </a:cubicBezTo>
                  <a:cubicBezTo>
                    <a:pt x="10077" y="10623"/>
                    <a:pt x="10084" y="10474"/>
                    <a:pt x="10098" y="10325"/>
                  </a:cubicBezTo>
                  <a:cubicBezTo>
                    <a:pt x="10126" y="9956"/>
                    <a:pt x="10155" y="9637"/>
                    <a:pt x="10254" y="9339"/>
                  </a:cubicBezTo>
                  <a:cubicBezTo>
                    <a:pt x="10389" y="8956"/>
                    <a:pt x="10346" y="8531"/>
                    <a:pt x="10140" y="8176"/>
                  </a:cubicBezTo>
                  <a:cubicBezTo>
                    <a:pt x="9991" y="7914"/>
                    <a:pt x="9765" y="7708"/>
                    <a:pt x="9495" y="7588"/>
                  </a:cubicBezTo>
                  <a:cubicBezTo>
                    <a:pt x="9538" y="7517"/>
                    <a:pt x="9573" y="7439"/>
                    <a:pt x="9594" y="7361"/>
                  </a:cubicBezTo>
                  <a:cubicBezTo>
                    <a:pt x="9956" y="6709"/>
                    <a:pt x="10162" y="5992"/>
                    <a:pt x="10204" y="5283"/>
                  </a:cubicBezTo>
                  <a:cubicBezTo>
                    <a:pt x="10261" y="4326"/>
                    <a:pt x="10013" y="3340"/>
                    <a:pt x="9502" y="2475"/>
                  </a:cubicBezTo>
                  <a:cubicBezTo>
                    <a:pt x="9502" y="2461"/>
                    <a:pt x="9495" y="2447"/>
                    <a:pt x="9488" y="2426"/>
                  </a:cubicBezTo>
                  <a:cubicBezTo>
                    <a:pt x="9389" y="2185"/>
                    <a:pt x="9240" y="1979"/>
                    <a:pt x="9048" y="1823"/>
                  </a:cubicBezTo>
                  <a:cubicBezTo>
                    <a:pt x="8495" y="1142"/>
                    <a:pt x="7793" y="625"/>
                    <a:pt x="7006" y="320"/>
                  </a:cubicBezTo>
                  <a:cubicBezTo>
                    <a:pt x="6453" y="107"/>
                    <a:pt x="5865" y="1"/>
                    <a:pt x="5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4"/>
            <p:cNvSpPr/>
            <p:nvPr/>
          </p:nvSpPr>
          <p:spPr>
            <a:xfrm>
              <a:off x="5367219" y="1341221"/>
              <a:ext cx="28052" cy="358133"/>
            </a:xfrm>
            <a:custGeom>
              <a:avLst/>
              <a:gdLst/>
              <a:ahLst/>
              <a:cxnLst/>
              <a:rect l="l" t="t" r="r" b="b"/>
              <a:pathLst>
                <a:path w="781" h="9971" fill="none" extrusionOk="0">
                  <a:moveTo>
                    <a:pt x="0" y="1"/>
                  </a:moveTo>
                  <a:cubicBezTo>
                    <a:pt x="660" y="3277"/>
                    <a:pt x="780" y="6659"/>
                    <a:pt x="355" y="9970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5249301" y="1519013"/>
              <a:ext cx="127112" cy="111165"/>
            </a:xfrm>
            <a:custGeom>
              <a:avLst/>
              <a:gdLst/>
              <a:ahLst/>
              <a:cxnLst/>
              <a:rect l="l" t="t" r="r" b="b"/>
              <a:pathLst>
                <a:path w="3539" h="3095" extrusionOk="0">
                  <a:moveTo>
                    <a:pt x="1299" y="1"/>
                  </a:moveTo>
                  <a:cubicBezTo>
                    <a:pt x="837" y="1"/>
                    <a:pt x="376" y="133"/>
                    <a:pt x="0" y="404"/>
                  </a:cubicBezTo>
                  <a:cubicBezTo>
                    <a:pt x="262" y="681"/>
                    <a:pt x="525" y="1021"/>
                    <a:pt x="723" y="1376"/>
                  </a:cubicBezTo>
                  <a:cubicBezTo>
                    <a:pt x="922" y="1730"/>
                    <a:pt x="1071" y="2113"/>
                    <a:pt x="1305" y="2446"/>
                  </a:cubicBezTo>
                  <a:cubicBezTo>
                    <a:pt x="1539" y="2780"/>
                    <a:pt x="1879" y="3063"/>
                    <a:pt x="2283" y="3092"/>
                  </a:cubicBezTo>
                  <a:cubicBezTo>
                    <a:pt x="2307" y="3093"/>
                    <a:pt x="2330" y="3094"/>
                    <a:pt x="2354" y="3094"/>
                  </a:cubicBezTo>
                  <a:cubicBezTo>
                    <a:pt x="2872" y="3094"/>
                    <a:pt x="3337" y="2650"/>
                    <a:pt x="3439" y="2141"/>
                  </a:cubicBezTo>
                  <a:cubicBezTo>
                    <a:pt x="3538" y="1603"/>
                    <a:pt x="3304" y="1042"/>
                    <a:pt x="2921" y="652"/>
                  </a:cubicBezTo>
                  <a:cubicBezTo>
                    <a:pt x="2501" y="224"/>
                    <a:pt x="1899" y="1"/>
                    <a:pt x="12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4"/>
            <p:cNvSpPr/>
            <p:nvPr/>
          </p:nvSpPr>
          <p:spPr>
            <a:xfrm>
              <a:off x="5301238" y="1554894"/>
              <a:ext cx="82287" cy="113392"/>
            </a:xfrm>
            <a:custGeom>
              <a:avLst/>
              <a:gdLst/>
              <a:ahLst/>
              <a:cxnLst/>
              <a:rect l="l" t="t" r="r" b="b"/>
              <a:pathLst>
                <a:path w="2291" h="3157" fill="none" extrusionOk="0">
                  <a:moveTo>
                    <a:pt x="1" y="1"/>
                  </a:moveTo>
                  <a:cubicBezTo>
                    <a:pt x="1178" y="639"/>
                    <a:pt x="2036" y="1837"/>
                    <a:pt x="2291" y="3156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4"/>
            <p:cNvSpPr/>
            <p:nvPr/>
          </p:nvSpPr>
          <p:spPr>
            <a:xfrm>
              <a:off x="5382484" y="1380874"/>
              <a:ext cx="104197" cy="134691"/>
            </a:xfrm>
            <a:custGeom>
              <a:avLst/>
              <a:gdLst/>
              <a:ahLst/>
              <a:cxnLst/>
              <a:rect l="l" t="t" r="r" b="b"/>
              <a:pathLst>
                <a:path w="2901" h="3750" extrusionOk="0">
                  <a:moveTo>
                    <a:pt x="2443" y="0"/>
                  </a:moveTo>
                  <a:cubicBezTo>
                    <a:pt x="1873" y="0"/>
                    <a:pt x="1301" y="203"/>
                    <a:pt x="866" y="577"/>
                  </a:cubicBezTo>
                  <a:cubicBezTo>
                    <a:pt x="320" y="1052"/>
                    <a:pt x="1" y="1783"/>
                    <a:pt x="29" y="2506"/>
                  </a:cubicBezTo>
                  <a:cubicBezTo>
                    <a:pt x="43" y="2917"/>
                    <a:pt x="185" y="3350"/>
                    <a:pt x="525" y="3584"/>
                  </a:cubicBezTo>
                  <a:cubicBezTo>
                    <a:pt x="691" y="3698"/>
                    <a:pt x="883" y="3750"/>
                    <a:pt x="1080" y="3750"/>
                  </a:cubicBezTo>
                  <a:cubicBezTo>
                    <a:pt x="1432" y="3750"/>
                    <a:pt x="1797" y="3585"/>
                    <a:pt x="2043" y="3321"/>
                  </a:cubicBezTo>
                  <a:cubicBezTo>
                    <a:pt x="2426" y="2917"/>
                    <a:pt x="2574" y="2343"/>
                    <a:pt x="2631" y="1790"/>
                  </a:cubicBezTo>
                  <a:cubicBezTo>
                    <a:pt x="2695" y="1230"/>
                    <a:pt x="2688" y="662"/>
                    <a:pt x="2901" y="45"/>
                  </a:cubicBezTo>
                  <a:cubicBezTo>
                    <a:pt x="2750" y="15"/>
                    <a:pt x="2596" y="0"/>
                    <a:pt x="2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5387835" y="1431374"/>
              <a:ext cx="60916" cy="174236"/>
            </a:xfrm>
            <a:custGeom>
              <a:avLst/>
              <a:gdLst/>
              <a:ahLst/>
              <a:cxnLst/>
              <a:rect l="l" t="t" r="r" b="b"/>
              <a:pathLst>
                <a:path w="1696" h="4851" fill="none" extrusionOk="0">
                  <a:moveTo>
                    <a:pt x="1695" y="1"/>
                  </a:moveTo>
                  <a:cubicBezTo>
                    <a:pt x="667" y="1405"/>
                    <a:pt x="64" y="3114"/>
                    <a:pt x="0" y="485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4"/>
            <p:cNvSpPr/>
            <p:nvPr/>
          </p:nvSpPr>
          <p:spPr>
            <a:xfrm>
              <a:off x="5215395" y="1114258"/>
              <a:ext cx="269776" cy="257421"/>
            </a:xfrm>
            <a:custGeom>
              <a:avLst/>
              <a:gdLst/>
              <a:ahLst/>
              <a:cxnLst/>
              <a:rect l="l" t="t" r="r" b="b"/>
              <a:pathLst>
                <a:path w="7511" h="7167" extrusionOk="0">
                  <a:moveTo>
                    <a:pt x="3888" y="0"/>
                  </a:moveTo>
                  <a:cubicBezTo>
                    <a:pt x="2813" y="0"/>
                    <a:pt x="1731" y="473"/>
                    <a:pt x="1050" y="1307"/>
                  </a:cubicBezTo>
                  <a:cubicBezTo>
                    <a:pt x="100" y="2476"/>
                    <a:pt x="1" y="4263"/>
                    <a:pt x="816" y="5526"/>
                  </a:cubicBezTo>
                  <a:cubicBezTo>
                    <a:pt x="1474" y="6549"/>
                    <a:pt x="2685" y="7167"/>
                    <a:pt x="3891" y="7167"/>
                  </a:cubicBezTo>
                  <a:cubicBezTo>
                    <a:pt x="4181" y="7167"/>
                    <a:pt x="4470" y="7131"/>
                    <a:pt x="4752" y="7057"/>
                  </a:cubicBezTo>
                  <a:cubicBezTo>
                    <a:pt x="6205" y="6674"/>
                    <a:pt x="7340" y="5284"/>
                    <a:pt x="7425" y="3781"/>
                  </a:cubicBezTo>
                  <a:cubicBezTo>
                    <a:pt x="7510" y="2278"/>
                    <a:pt x="6546" y="775"/>
                    <a:pt x="5135" y="229"/>
                  </a:cubicBezTo>
                  <a:cubicBezTo>
                    <a:pt x="4737" y="74"/>
                    <a:pt x="4313" y="0"/>
                    <a:pt x="38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4"/>
            <p:cNvSpPr/>
            <p:nvPr/>
          </p:nvSpPr>
          <p:spPr>
            <a:xfrm>
              <a:off x="5322394" y="1119143"/>
              <a:ext cx="36456" cy="121760"/>
            </a:xfrm>
            <a:custGeom>
              <a:avLst/>
              <a:gdLst/>
              <a:ahLst/>
              <a:cxnLst/>
              <a:rect l="l" t="t" r="r" b="b"/>
              <a:pathLst>
                <a:path w="1015" h="3390" fill="none" extrusionOk="0">
                  <a:moveTo>
                    <a:pt x="1014" y="3390"/>
                  </a:moveTo>
                  <a:cubicBezTo>
                    <a:pt x="1014" y="2192"/>
                    <a:pt x="652" y="1000"/>
                    <a:pt x="0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4"/>
            <p:cNvSpPr/>
            <p:nvPr/>
          </p:nvSpPr>
          <p:spPr>
            <a:xfrm>
              <a:off x="5234503" y="1195791"/>
              <a:ext cx="118743" cy="46154"/>
            </a:xfrm>
            <a:custGeom>
              <a:avLst/>
              <a:gdLst/>
              <a:ahLst/>
              <a:cxnLst/>
              <a:rect l="l" t="t" r="r" b="b"/>
              <a:pathLst>
                <a:path w="3306" h="1285" fill="none" extrusionOk="0">
                  <a:moveTo>
                    <a:pt x="1" y="1"/>
                  </a:moveTo>
                  <a:cubicBezTo>
                    <a:pt x="1206" y="8"/>
                    <a:pt x="2405" y="476"/>
                    <a:pt x="3305" y="128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4"/>
            <p:cNvSpPr/>
            <p:nvPr/>
          </p:nvSpPr>
          <p:spPr>
            <a:xfrm>
              <a:off x="5278574" y="1242663"/>
              <a:ext cx="81533" cy="103191"/>
            </a:xfrm>
            <a:custGeom>
              <a:avLst/>
              <a:gdLst/>
              <a:ahLst/>
              <a:cxnLst/>
              <a:rect l="l" t="t" r="r" b="b"/>
              <a:pathLst>
                <a:path w="2270" h="2873" fill="none" extrusionOk="0">
                  <a:moveTo>
                    <a:pt x="2270" y="1"/>
                  </a:moveTo>
                  <a:cubicBezTo>
                    <a:pt x="1227" y="674"/>
                    <a:pt x="419" y="1702"/>
                    <a:pt x="0" y="2872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4"/>
            <p:cNvSpPr/>
            <p:nvPr/>
          </p:nvSpPr>
          <p:spPr>
            <a:xfrm>
              <a:off x="5352923" y="1255666"/>
              <a:ext cx="47663" cy="106244"/>
            </a:xfrm>
            <a:custGeom>
              <a:avLst/>
              <a:gdLst/>
              <a:ahLst/>
              <a:cxnLst/>
              <a:rect l="l" t="t" r="r" b="b"/>
              <a:pathLst>
                <a:path w="1327" h="2958" fill="none" extrusionOk="0">
                  <a:moveTo>
                    <a:pt x="1" y="0"/>
                  </a:moveTo>
                  <a:cubicBezTo>
                    <a:pt x="774" y="787"/>
                    <a:pt x="1249" y="1851"/>
                    <a:pt x="1327" y="2957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4"/>
            <p:cNvSpPr/>
            <p:nvPr/>
          </p:nvSpPr>
          <p:spPr>
            <a:xfrm>
              <a:off x="5363124" y="1247261"/>
              <a:ext cx="97588" cy="63179"/>
            </a:xfrm>
            <a:custGeom>
              <a:avLst/>
              <a:gdLst/>
              <a:ahLst/>
              <a:cxnLst/>
              <a:rect l="l" t="t" r="r" b="b"/>
              <a:pathLst>
                <a:path w="2717" h="1759" fill="none" extrusionOk="0">
                  <a:moveTo>
                    <a:pt x="1" y="0"/>
                  </a:moveTo>
                  <a:cubicBezTo>
                    <a:pt x="540" y="149"/>
                    <a:pt x="1086" y="305"/>
                    <a:pt x="1575" y="575"/>
                  </a:cubicBezTo>
                  <a:cubicBezTo>
                    <a:pt x="2071" y="837"/>
                    <a:pt x="2504" y="1241"/>
                    <a:pt x="2716" y="1759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4"/>
            <p:cNvSpPr/>
            <p:nvPr/>
          </p:nvSpPr>
          <p:spPr>
            <a:xfrm>
              <a:off x="5374079" y="1170074"/>
              <a:ext cx="83329" cy="72625"/>
            </a:xfrm>
            <a:custGeom>
              <a:avLst/>
              <a:gdLst/>
              <a:ahLst/>
              <a:cxnLst/>
              <a:rect l="l" t="t" r="r" b="b"/>
              <a:pathLst>
                <a:path w="2320" h="2022" fill="none" extrusionOk="0">
                  <a:moveTo>
                    <a:pt x="1" y="2022"/>
                  </a:moveTo>
                  <a:cubicBezTo>
                    <a:pt x="511" y="1107"/>
                    <a:pt x="1348" y="384"/>
                    <a:pt x="2319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4"/>
            <p:cNvSpPr/>
            <p:nvPr/>
          </p:nvSpPr>
          <p:spPr>
            <a:xfrm>
              <a:off x="5322394" y="1218635"/>
              <a:ext cx="66232" cy="62281"/>
            </a:xfrm>
            <a:custGeom>
              <a:avLst/>
              <a:gdLst/>
              <a:ahLst/>
              <a:cxnLst/>
              <a:rect l="l" t="t" r="r" b="b"/>
              <a:pathLst>
                <a:path w="1844" h="1734" extrusionOk="0">
                  <a:moveTo>
                    <a:pt x="930" y="1"/>
                  </a:moveTo>
                  <a:cubicBezTo>
                    <a:pt x="749" y="1"/>
                    <a:pt x="568" y="54"/>
                    <a:pt x="418" y="159"/>
                  </a:cubicBezTo>
                  <a:cubicBezTo>
                    <a:pt x="142" y="358"/>
                    <a:pt x="0" y="740"/>
                    <a:pt x="85" y="1074"/>
                  </a:cubicBezTo>
                  <a:cubicBezTo>
                    <a:pt x="170" y="1407"/>
                    <a:pt x="468" y="1676"/>
                    <a:pt x="808" y="1726"/>
                  </a:cubicBezTo>
                  <a:cubicBezTo>
                    <a:pt x="845" y="1731"/>
                    <a:pt x="882" y="1734"/>
                    <a:pt x="919" y="1734"/>
                  </a:cubicBezTo>
                  <a:cubicBezTo>
                    <a:pt x="1182" y="1734"/>
                    <a:pt x="1447" y="1603"/>
                    <a:pt x="1603" y="1386"/>
                  </a:cubicBezTo>
                  <a:cubicBezTo>
                    <a:pt x="1844" y="1045"/>
                    <a:pt x="1844" y="414"/>
                    <a:pt x="1390" y="131"/>
                  </a:cubicBezTo>
                  <a:cubicBezTo>
                    <a:pt x="1253" y="44"/>
                    <a:pt x="1092" y="1"/>
                    <a:pt x="9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25"/>
          <p:cNvSpPr txBox="1">
            <a:spLocks noGrp="1"/>
          </p:cNvSpPr>
          <p:nvPr>
            <p:ph type="subTitle" idx="1"/>
          </p:nvPr>
        </p:nvSpPr>
        <p:spPr>
          <a:xfrm>
            <a:off x="828826" y="2950125"/>
            <a:ext cx="2240400" cy="8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25"/>
          <p:cNvSpPr txBox="1">
            <a:spLocks noGrp="1"/>
          </p:cNvSpPr>
          <p:nvPr>
            <p:ph type="subTitle" idx="2"/>
          </p:nvPr>
        </p:nvSpPr>
        <p:spPr>
          <a:xfrm>
            <a:off x="3451797" y="2950125"/>
            <a:ext cx="2240400" cy="8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0" name="Google Shape;600;p25"/>
          <p:cNvSpPr txBox="1">
            <a:spLocks noGrp="1"/>
          </p:cNvSpPr>
          <p:nvPr>
            <p:ph type="subTitle" idx="3"/>
          </p:nvPr>
        </p:nvSpPr>
        <p:spPr>
          <a:xfrm>
            <a:off x="6074774" y="2950125"/>
            <a:ext cx="2240400" cy="8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25"/>
          <p:cNvSpPr txBox="1">
            <a:spLocks noGrp="1"/>
          </p:cNvSpPr>
          <p:nvPr>
            <p:ph type="subTitle" idx="4"/>
          </p:nvPr>
        </p:nvSpPr>
        <p:spPr>
          <a:xfrm>
            <a:off x="828826" y="2495550"/>
            <a:ext cx="2240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02" name="Google Shape;602;p25"/>
          <p:cNvSpPr txBox="1">
            <a:spLocks noGrp="1"/>
          </p:cNvSpPr>
          <p:nvPr>
            <p:ph type="subTitle" idx="5"/>
          </p:nvPr>
        </p:nvSpPr>
        <p:spPr>
          <a:xfrm>
            <a:off x="3451799" y="2495550"/>
            <a:ext cx="2240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03" name="Google Shape;603;p25"/>
          <p:cNvSpPr txBox="1">
            <a:spLocks noGrp="1"/>
          </p:cNvSpPr>
          <p:nvPr>
            <p:ph type="subTitle" idx="6"/>
          </p:nvPr>
        </p:nvSpPr>
        <p:spPr>
          <a:xfrm>
            <a:off x="6074773" y="2495550"/>
            <a:ext cx="2240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604" name="Google Shape;604;p25"/>
          <p:cNvGrpSpPr/>
          <p:nvPr/>
        </p:nvGrpSpPr>
        <p:grpSpPr>
          <a:xfrm rot="911434" flipH="1">
            <a:off x="54027" y="3929772"/>
            <a:ext cx="909063" cy="1348460"/>
            <a:chOff x="5715870" y="317393"/>
            <a:chExt cx="538188" cy="798231"/>
          </a:xfrm>
        </p:grpSpPr>
        <p:sp>
          <p:nvSpPr>
            <p:cNvPr id="605" name="Google Shape;605;p25"/>
            <p:cNvSpPr/>
            <p:nvPr/>
          </p:nvSpPr>
          <p:spPr>
            <a:xfrm>
              <a:off x="5715870" y="317393"/>
              <a:ext cx="538188" cy="798231"/>
            </a:xfrm>
            <a:custGeom>
              <a:avLst/>
              <a:gdLst/>
              <a:ahLst/>
              <a:cxnLst/>
              <a:rect l="l" t="t" r="r" b="b"/>
              <a:pathLst>
                <a:path w="14984" h="22224" extrusionOk="0">
                  <a:moveTo>
                    <a:pt x="3921" y="1"/>
                  </a:moveTo>
                  <a:cubicBezTo>
                    <a:pt x="2730" y="1"/>
                    <a:pt x="1560" y="660"/>
                    <a:pt x="872" y="1717"/>
                  </a:cubicBezTo>
                  <a:cubicBezTo>
                    <a:pt x="305" y="2596"/>
                    <a:pt x="71" y="3716"/>
                    <a:pt x="213" y="4865"/>
                  </a:cubicBezTo>
                  <a:cubicBezTo>
                    <a:pt x="404" y="6404"/>
                    <a:pt x="1241" y="7893"/>
                    <a:pt x="2567" y="9063"/>
                  </a:cubicBezTo>
                  <a:cubicBezTo>
                    <a:pt x="3376" y="9779"/>
                    <a:pt x="4361" y="10382"/>
                    <a:pt x="5637" y="10942"/>
                  </a:cubicBezTo>
                  <a:cubicBezTo>
                    <a:pt x="5723" y="11091"/>
                    <a:pt x="5808" y="11247"/>
                    <a:pt x="5886" y="11403"/>
                  </a:cubicBezTo>
                  <a:cubicBezTo>
                    <a:pt x="5453" y="11247"/>
                    <a:pt x="5021" y="11155"/>
                    <a:pt x="4588" y="11112"/>
                  </a:cubicBezTo>
                  <a:cubicBezTo>
                    <a:pt x="4439" y="11098"/>
                    <a:pt x="4290" y="11091"/>
                    <a:pt x="4141" y="11091"/>
                  </a:cubicBezTo>
                  <a:cubicBezTo>
                    <a:pt x="3092" y="11091"/>
                    <a:pt x="2120" y="11438"/>
                    <a:pt x="1411" y="12084"/>
                  </a:cubicBezTo>
                  <a:cubicBezTo>
                    <a:pt x="376" y="13005"/>
                    <a:pt x="0" y="14452"/>
                    <a:pt x="468" y="15679"/>
                  </a:cubicBezTo>
                  <a:cubicBezTo>
                    <a:pt x="752" y="16430"/>
                    <a:pt x="1333" y="17061"/>
                    <a:pt x="2227" y="17614"/>
                  </a:cubicBezTo>
                  <a:cubicBezTo>
                    <a:pt x="3553" y="18430"/>
                    <a:pt x="5077" y="18862"/>
                    <a:pt x="6637" y="18862"/>
                  </a:cubicBezTo>
                  <a:cubicBezTo>
                    <a:pt x="7410" y="18862"/>
                    <a:pt x="8176" y="18756"/>
                    <a:pt x="8920" y="18550"/>
                  </a:cubicBezTo>
                  <a:cubicBezTo>
                    <a:pt x="9211" y="19422"/>
                    <a:pt x="9474" y="20302"/>
                    <a:pt x="9708" y="21174"/>
                  </a:cubicBezTo>
                  <a:cubicBezTo>
                    <a:pt x="9821" y="21578"/>
                    <a:pt x="10098" y="21911"/>
                    <a:pt x="10473" y="22089"/>
                  </a:cubicBezTo>
                  <a:cubicBezTo>
                    <a:pt x="10665" y="22181"/>
                    <a:pt x="10870" y="22223"/>
                    <a:pt x="11076" y="22223"/>
                  </a:cubicBezTo>
                  <a:cubicBezTo>
                    <a:pt x="11275" y="22223"/>
                    <a:pt x="11473" y="22181"/>
                    <a:pt x="11657" y="22103"/>
                  </a:cubicBezTo>
                  <a:cubicBezTo>
                    <a:pt x="11757" y="22053"/>
                    <a:pt x="11877" y="22003"/>
                    <a:pt x="11948" y="21975"/>
                  </a:cubicBezTo>
                  <a:cubicBezTo>
                    <a:pt x="12381" y="21847"/>
                    <a:pt x="12742" y="21521"/>
                    <a:pt x="12891" y="21075"/>
                  </a:cubicBezTo>
                  <a:cubicBezTo>
                    <a:pt x="12983" y="20798"/>
                    <a:pt x="12991" y="20507"/>
                    <a:pt x="12913" y="20238"/>
                  </a:cubicBezTo>
                  <a:cubicBezTo>
                    <a:pt x="12289" y="17940"/>
                    <a:pt x="11473" y="15686"/>
                    <a:pt x="10488" y="13516"/>
                  </a:cubicBezTo>
                  <a:cubicBezTo>
                    <a:pt x="11416" y="12899"/>
                    <a:pt x="12189" y="12261"/>
                    <a:pt x="12870" y="11552"/>
                  </a:cubicBezTo>
                  <a:cubicBezTo>
                    <a:pt x="13615" y="10779"/>
                    <a:pt x="14139" y="10020"/>
                    <a:pt x="14465" y="9247"/>
                  </a:cubicBezTo>
                  <a:cubicBezTo>
                    <a:pt x="14912" y="8169"/>
                    <a:pt x="14983" y="7021"/>
                    <a:pt x="14664" y="6021"/>
                  </a:cubicBezTo>
                  <a:cubicBezTo>
                    <a:pt x="14267" y="4766"/>
                    <a:pt x="13260" y="3816"/>
                    <a:pt x="12047" y="3546"/>
                  </a:cubicBezTo>
                  <a:cubicBezTo>
                    <a:pt x="11813" y="3497"/>
                    <a:pt x="11572" y="3468"/>
                    <a:pt x="11324" y="3468"/>
                  </a:cubicBezTo>
                  <a:cubicBezTo>
                    <a:pt x="10303" y="3468"/>
                    <a:pt x="9282" y="3922"/>
                    <a:pt x="8516" y="4716"/>
                  </a:cubicBezTo>
                  <a:cubicBezTo>
                    <a:pt x="8431" y="4808"/>
                    <a:pt x="8346" y="4901"/>
                    <a:pt x="8261" y="5000"/>
                  </a:cubicBezTo>
                  <a:cubicBezTo>
                    <a:pt x="8197" y="4674"/>
                    <a:pt x="8126" y="4340"/>
                    <a:pt x="8034" y="4014"/>
                  </a:cubicBezTo>
                  <a:cubicBezTo>
                    <a:pt x="7850" y="3298"/>
                    <a:pt x="7545" y="2376"/>
                    <a:pt x="6907" y="1561"/>
                  </a:cubicBezTo>
                  <a:cubicBezTo>
                    <a:pt x="6162" y="604"/>
                    <a:pt x="5106" y="36"/>
                    <a:pt x="4014" y="8"/>
                  </a:cubicBezTo>
                  <a:cubicBezTo>
                    <a:pt x="3985" y="1"/>
                    <a:pt x="3950" y="1"/>
                    <a:pt x="39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5"/>
            <p:cNvSpPr/>
            <p:nvPr/>
          </p:nvSpPr>
          <p:spPr>
            <a:xfrm>
              <a:off x="5770608" y="368324"/>
              <a:ext cx="204802" cy="305155"/>
            </a:xfrm>
            <a:custGeom>
              <a:avLst/>
              <a:gdLst/>
              <a:ahLst/>
              <a:cxnLst/>
              <a:rect l="l" t="t" r="r" b="b"/>
              <a:pathLst>
                <a:path w="5702" h="8496" extrusionOk="0">
                  <a:moveTo>
                    <a:pt x="2402" y="0"/>
                  </a:moveTo>
                  <a:cubicBezTo>
                    <a:pt x="1656" y="0"/>
                    <a:pt x="949" y="448"/>
                    <a:pt x="540" y="1072"/>
                  </a:cubicBezTo>
                  <a:cubicBezTo>
                    <a:pt x="121" y="1717"/>
                    <a:pt x="1" y="2518"/>
                    <a:pt x="93" y="3277"/>
                  </a:cubicBezTo>
                  <a:cubicBezTo>
                    <a:pt x="256" y="4560"/>
                    <a:pt x="1008" y="5723"/>
                    <a:pt x="1979" y="6581"/>
                  </a:cubicBezTo>
                  <a:cubicBezTo>
                    <a:pt x="2951" y="7439"/>
                    <a:pt x="4135" y="8021"/>
                    <a:pt x="5340" y="8496"/>
                  </a:cubicBezTo>
                  <a:cubicBezTo>
                    <a:pt x="5702" y="6681"/>
                    <a:pt x="5624" y="4766"/>
                    <a:pt x="5142" y="2958"/>
                  </a:cubicBezTo>
                  <a:cubicBezTo>
                    <a:pt x="4957" y="2270"/>
                    <a:pt x="4709" y="1575"/>
                    <a:pt x="4269" y="1015"/>
                  </a:cubicBezTo>
                  <a:cubicBezTo>
                    <a:pt x="3823" y="455"/>
                    <a:pt x="3163" y="22"/>
                    <a:pt x="2454" y="1"/>
                  </a:cubicBezTo>
                  <a:cubicBezTo>
                    <a:pt x="2437" y="1"/>
                    <a:pt x="2420" y="0"/>
                    <a:pt x="24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5"/>
            <p:cNvSpPr/>
            <p:nvPr/>
          </p:nvSpPr>
          <p:spPr>
            <a:xfrm>
              <a:off x="6002635" y="492778"/>
              <a:ext cx="199953" cy="294811"/>
            </a:xfrm>
            <a:custGeom>
              <a:avLst/>
              <a:gdLst/>
              <a:ahLst/>
              <a:cxnLst/>
              <a:rect l="l" t="t" r="r" b="b"/>
              <a:pathLst>
                <a:path w="5567" h="8208" extrusionOk="0">
                  <a:moveTo>
                    <a:pt x="3343" y="1"/>
                  </a:moveTo>
                  <a:cubicBezTo>
                    <a:pt x="2678" y="1"/>
                    <a:pt x="2017" y="332"/>
                    <a:pt x="1553" y="819"/>
                  </a:cubicBezTo>
                  <a:cubicBezTo>
                    <a:pt x="986" y="1407"/>
                    <a:pt x="667" y="2187"/>
                    <a:pt x="461" y="2967"/>
                  </a:cubicBezTo>
                  <a:cubicBezTo>
                    <a:pt x="0" y="4676"/>
                    <a:pt x="8" y="6506"/>
                    <a:pt x="483" y="8207"/>
                  </a:cubicBezTo>
                  <a:cubicBezTo>
                    <a:pt x="1816" y="7456"/>
                    <a:pt x="2929" y="6655"/>
                    <a:pt x="3865" y="5683"/>
                  </a:cubicBezTo>
                  <a:cubicBezTo>
                    <a:pt x="4397" y="5137"/>
                    <a:pt x="4879" y="4520"/>
                    <a:pt x="5170" y="3818"/>
                  </a:cubicBezTo>
                  <a:cubicBezTo>
                    <a:pt x="5467" y="3109"/>
                    <a:pt x="5567" y="2301"/>
                    <a:pt x="5333" y="1570"/>
                  </a:cubicBezTo>
                  <a:cubicBezTo>
                    <a:pt x="5099" y="847"/>
                    <a:pt x="4503" y="216"/>
                    <a:pt x="3759" y="46"/>
                  </a:cubicBezTo>
                  <a:cubicBezTo>
                    <a:pt x="3621" y="15"/>
                    <a:pt x="3482" y="1"/>
                    <a:pt x="33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5"/>
            <p:cNvSpPr/>
            <p:nvPr/>
          </p:nvSpPr>
          <p:spPr>
            <a:xfrm>
              <a:off x="6019947" y="587887"/>
              <a:ext cx="101898" cy="199701"/>
            </a:xfrm>
            <a:custGeom>
              <a:avLst/>
              <a:gdLst/>
              <a:ahLst/>
              <a:cxnLst/>
              <a:rect l="l" t="t" r="r" b="b"/>
              <a:pathLst>
                <a:path w="2837" h="5560" fill="none" extrusionOk="0">
                  <a:moveTo>
                    <a:pt x="1" y="5559"/>
                  </a:moveTo>
                  <a:cubicBezTo>
                    <a:pt x="405" y="3524"/>
                    <a:pt x="1497" y="1589"/>
                    <a:pt x="2837" y="0"/>
                  </a:cubicBezTo>
                </a:path>
              </a:pathLst>
            </a:custGeom>
            <a:noFill/>
            <a:ln w="2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5"/>
            <p:cNvSpPr/>
            <p:nvPr/>
          </p:nvSpPr>
          <p:spPr>
            <a:xfrm>
              <a:off x="5770608" y="766577"/>
              <a:ext cx="300809" cy="177397"/>
            </a:xfrm>
            <a:custGeom>
              <a:avLst/>
              <a:gdLst/>
              <a:ahLst/>
              <a:cxnLst/>
              <a:rect l="l" t="t" r="r" b="b"/>
              <a:pathLst>
                <a:path w="8375" h="4939" extrusionOk="0">
                  <a:moveTo>
                    <a:pt x="2607" y="0"/>
                  </a:moveTo>
                  <a:cubicBezTo>
                    <a:pt x="1962" y="0"/>
                    <a:pt x="1310" y="202"/>
                    <a:pt x="830" y="627"/>
                  </a:cubicBezTo>
                  <a:cubicBezTo>
                    <a:pt x="277" y="1130"/>
                    <a:pt x="1" y="1967"/>
                    <a:pt x="270" y="2669"/>
                  </a:cubicBezTo>
                  <a:cubicBezTo>
                    <a:pt x="476" y="3208"/>
                    <a:pt x="958" y="3598"/>
                    <a:pt x="1447" y="3903"/>
                  </a:cubicBezTo>
                  <a:cubicBezTo>
                    <a:pt x="2541" y="4574"/>
                    <a:pt x="3810" y="4939"/>
                    <a:pt x="5118" y="4939"/>
                  </a:cubicBezTo>
                  <a:cubicBezTo>
                    <a:pt x="6203" y="4939"/>
                    <a:pt x="7314" y="4688"/>
                    <a:pt x="8375" y="4151"/>
                  </a:cubicBezTo>
                  <a:cubicBezTo>
                    <a:pt x="7474" y="2832"/>
                    <a:pt x="6375" y="1627"/>
                    <a:pt x="5021" y="790"/>
                  </a:cubicBezTo>
                  <a:cubicBezTo>
                    <a:pt x="4383" y="400"/>
                    <a:pt x="3674" y="88"/>
                    <a:pt x="2929" y="17"/>
                  </a:cubicBezTo>
                  <a:cubicBezTo>
                    <a:pt x="2823" y="6"/>
                    <a:pt x="2715" y="0"/>
                    <a:pt x="2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5"/>
            <p:cNvSpPr/>
            <p:nvPr/>
          </p:nvSpPr>
          <p:spPr>
            <a:xfrm>
              <a:off x="5875056" y="855796"/>
              <a:ext cx="196361" cy="59910"/>
            </a:xfrm>
            <a:custGeom>
              <a:avLst/>
              <a:gdLst/>
              <a:ahLst/>
              <a:cxnLst/>
              <a:rect l="l" t="t" r="r" b="b"/>
              <a:pathLst>
                <a:path w="5467" h="1668" fill="none" extrusionOk="0">
                  <a:moveTo>
                    <a:pt x="0" y="1"/>
                  </a:moveTo>
                  <a:cubicBezTo>
                    <a:pt x="2063" y="100"/>
                    <a:pt x="3815" y="426"/>
                    <a:pt x="5467" y="1667"/>
                  </a:cubicBezTo>
                </a:path>
              </a:pathLst>
            </a:custGeom>
            <a:noFill/>
            <a:ln w="2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5"/>
            <p:cNvSpPr/>
            <p:nvPr/>
          </p:nvSpPr>
          <p:spPr>
            <a:xfrm>
              <a:off x="5850596" y="503338"/>
              <a:ext cx="280192" cy="561355"/>
            </a:xfrm>
            <a:custGeom>
              <a:avLst/>
              <a:gdLst/>
              <a:ahLst/>
              <a:cxnLst/>
              <a:rect l="l" t="t" r="r" b="b"/>
              <a:pathLst>
                <a:path w="7801" h="15629" extrusionOk="0">
                  <a:moveTo>
                    <a:pt x="7800" y="15436"/>
                  </a:moveTo>
                  <a:cubicBezTo>
                    <a:pt x="7800" y="15436"/>
                    <a:pt x="7800" y="15436"/>
                    <a:pt x="7800" y="15437"/>
                  </a:cubicBezTo>
                  <a:cubicBezTo>
                    <a:pt x="7800" y="15436"/>
                    <a:pt x="7800" y="15436"/>
                    <a:pt x="7800" y="15436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cubicBezTo>
                    <a:pt x="3326" y="4730"/>
                    <a:pt x="5815" y="10048"/>
                    <a:pt x="7325" y="15628"/>
                  </a:cubicBezTo>
                  <a:cubicBezTo>
                    <a:pt x="7325" y="15628"/>
                    <a:pt x="7762" y="15435"/>
                    <a:pt x="7798" y="15435"/>
                  </a:cubicBezTo>
                  <a:cubicBezTo>
                    <a:pt x="7799" y="15435"/>
                    <a:pt x="7799" y="15435"/>
                    <a:pt x="7800" y="15436"/>
                  </a:cubicBezTo>
                  <a:lnTo>
                    <a:pt x="7800" y="15436"/>
                  </a:lnTo>
                  <a:cubicBezTo>
                    <a:pt x="6240" y="9763"/>
                    <a:pt x="3545" y="441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2" name="Google Shape;612;p25"/>
          <p:cNvGrpSpPr/>
          <p:nvPr/>
        </p:nvGrpSpPr>
        <p:grpSpPr>
          <a:xfrm rot="10800000" flipH="1">
            <a:off x="8468106" y="-75325"/>
            <a:ext cx="590654" cy="1091297"/>
            <a:chOff x="5166512" y="1063363"/>
            <a:chExt cx="373147" cy="689472"/>
          </a:xfrm>
        </p:grpSpPr>
        <p:sp>
          <p:nvSpPr>
            <p:cNvPr id="613" name="Google Shape;613;p25"/>
            <p:cNvSpPr/>
            <p:nvPr/>
          </p:nvSpPr>
          <p:spPr>
            <a:xfrm>
              <a:off x="5166512" y="1063363"/>
              <a:ext cx="373147" cy="689472"/>
            </a:xfrm>
            <a:custGeom>
              <a:avLst/>
              <a:gdLst/>
              <a:ahLst/>
              <a:cxnLst/>
              <a:rect l="l" t="t" r="r" b="b"/>
              <a:pathLst>
                <a:path w="10389" h="19196" extrusionOk="0">
                  <a:moveTo>
                    <a:pt x="5255" y="1"/>
                  </a:moveTo>
                  <a:cubicBezTo>
                    <a:pt x="4978" y="1"/>
                    <a:pt x="4709" y="22"/>
                    <a:pt x="4432" y="64"/>
                  </a:cubicBezTo>
                  <a:lnTo>
                    <a:pt x="4340" y="64"/>
                  </a:lnTo>
                  <a:cubicBezTo>
                    <a:pt x="4071" y="64"/>
                    <a:pt x="3801" y="135"/>
                    <a:pt x="3574" y="277"/>
                  </a:cubicBezTo>
                  <a:cubicBezTo>
                    <a:pt x="2681" y="582"/>
                    <a:pt x="1887" y="1128"/>
                    <a:pt x="1312" y="1830"/>
                  </a:cubicBezTo>
                  <a:cubicBezTo>
                    <a:pt x="1078" y="2114"/>
                    <a:pt x="880" y="2426"/>
                    <a:pt x="717" y="2773"/>
                  </a:cubicBezTo>
                  <a:cubicBezTo>
                    <a:pt x="539" y="2993"/>
                    <a:pt x="433" y="3270"/>
                    <a:pt x="412" y="3574"/>
                  </a:cubicBezTo>
                  <a:cubicBezTo>
                    <a:pt x="1" y="4985"/>
                    <a:pt x="206" y="6510"/>
                    <a:pt x="979" y="7715"/>
                  </a:cubicBezTo>
                  <a:cubicBezTo>
                    <a:pt x="1249" y="8127"/>
                    <a:pt x="1582" y="8502"/>
                    <a:pt x="1979" y="8822"/>
                  </a:cubicBezTo>
                  <a:cubicBezTo>
                    <a:pt x="2135" y="9006"/>
                    <a:pt x="2341" y="9155"/>
                    <a:pt x="2582" y="9247"/>
                  </a:cubicBezTo>
                  <a:cubicBezTo>
                    <a:pt x="3149" y="9594"/>
                    <a:pt x="3794" y="9828"/>
                    <a:pt x="4446" y="9935"/>
                  </a:cubicBezTo>
                  <a:cubicBezTo>
                    <a:pt x="4510" y="10424"/>
                    <a:pt x="4567" y="10913"/>
                    <a:pt x="4610" y="11403"/>
                  </a:cubicBezTo>
                  <a:cubicBezTo>
                    <a:pt x="4283" y="11317"/>
                    <a:pt x="3943" y="11268"/>
                    <a:pt x="3603" y="11268"/>
                  </a:cubicBezTo>
                  <a:cubicBezTo>
                    <a:pt x="2823" y="11268"/>
                    <a:pt x="2085" y="11502"/>
                    <a:pt x="1483" y="11934"/>
                  </a:cubicBezTo>
                  <a:cubicBezTo>
                    <a:pt x="1149" y="12175"/>
                    <a:pt x="937" y="12544"/>
                    <a:pt x="894" y="12948"/>
                  </a:cubicBezTo>
                  <a:cubicBezTo>
                    <a:pt x="859" y="13353"/>
                    <a:pt x="993" y="13757"/>
                    <a:pt x="1263" y="14055"/>
                  </a:cubicBezTo>
                  <a:cubicBezTo>
                    <a:pt x="1483" y="14281"/>
                    <a:pt x="1667" y="14530"/>
                    <a:pt x="1787" y="14757"/>
                  </a:cubicBezTo>
                  <a:cubicBezTo>
                    <a:pt x="1844" y="14849"/>
                    <a:pt x="1901" y="14962"/>
                    <a:pt x="1958" y="15083"/>
                  </a:cubicBezTo>
                  <a:cubicBezTo>
                    <a:pt x="2085" y="15345"/>
                    <a:pt x="2234" y="15650"/>
                    <a:pt x="2447" y="15948"/>
                  </a:cubicBezTo>
                  <a:cubicBezTo>
                    <a:pt x="2972" y="16692"/>
                    <a:pt x="3695" y="17132"/>
                    <a:pt x="4482" y="17196"/>
                  </a:cubicBezTo>
                  <a:lnTo>
                    <a:pt x="4503" y="17196"/>
                  </a:lnTo>
                  <a:cubicBezTo>
                    <a:pt x="4489" y="17309"/>
                    <a:pt x="4475" y="17408"/>
                    <a:pt x="4461" y="17515"/>
                  </a:cubicBezTo>
                  <a:cubicBezTo>
                    <a:pt x="4354" y="18323"/>
                    <a:pt x="4936" y="19075"/>
                    <a:pt x="5744" y="19181"/>
                  </a:cubicBezTo>
                  <a:cubicBezTo>
                    <a:pt x="5815" y="19188"/>
                    <a:pt x="5879" y="19195"/>
                    <a:pt x="5943" y="19195"/>
                  </a:cubicBezTo>
                  <a:cubicBezTo>
                    <a:pt x="6687" y="19195"/>
                    <a:pt x="7318" y="18635"/>
                    <a:pt x="7417" y="17898"/>
                  </a:cubicBezTo>
                  <a:cubicBezTo>
                    <a:pt x="7453" y="17635"/>
                    <a:pt x="7481" y="17359"/>
                    <a:pt x="7517" y="17026"/>
                  </a:cubicBezTo>
                  <a:cubicBezTo>
                    <a:pt x="7517" y="17004"/>
                    <a:pt x="7524" y="16983"/>
                    <a:pt x="7524" y="16962"/>
                  </a:cubicBezTo>
                  <a:cubicBezTo>
                    <a:pt x="7581" y="16359"/>
                    <a:pt x="7630" y="15749"/>
                    <a:pt x="7651" y="15154"/>
                  </a:cubicBezTo>
                  <a:cubicBezTo>
                    <a:pt x="7651" y="15154"/>
                    <a:pt x="7651" y="15146"/>
                    <a:pt x="7651" y="15139"/>
                  </a:cubicBezTo>
                  <a:cubicBezTo>
                    <a:pt x="7666" y="14728"/>
                    <a:pt x="7722" y="14317"/>
                    <a:pt x="7807" y="13906"/>
                  </a:cubicBezTo>
                  <a:cubicBezTo>
                    <a:pt x="8290" y="13771"/>
                    <a:pt x="8743" y="13501"/>
                    <a:pt x="9084" y="13140"/>
                  </a:cubicBezTo>
                  <a:cubicBezTo>
                    <a:pt x="9630" y="12565"/>
                    <a:pt x="9942" y="11793"/>
                    <a:pt x="10055" y="10786"/>
                  </a:cubicBezTo>
                  <a:cubicBezTo>
                    <a:pt x="10077" y="10623"/>
                    <a:pt x="10084" y="10474"/>
                    <a:pt x="10098" y="10325"/>
                  </a:cubicBezTo>
                  <a:cubicBezTo>
                    <a:pt x="10126" y="9956"/>
                    <a:pt x="10155" y="9637"/>
                    <a:pt x="10254" y="9339"/>
                  </a:cubicBezTo>
                  <a:cubicBezTo>
                    <a:pt x="10389" y="8956"/>
                    <a:pt x="10346" y="8531"/>
                    <a:pt x="10140" y="8176"/>
                  </a:cubicBezTo>
                  <a:cubicBezTo>
                    <a:pt x="9991" y="7914"/>
                    <a:pt x="9765" y="7708"/>
                    <a:pt x="9495" y="7588"/>
                  </a:cubicBezTo>
                  <a:cubicBezTo>
                    <a:pt x="9538" y="7517"/>
                    <a:pt x="9573" y="7439"/>
                    <a:pt x="9594" y="7361"/>
                  </a:cubicBezTo>
                  <a:cubicBezTo>
                    <a:pt x="9956" y="6709"/>
                    <a:pt x="10162" y="5992"/>
                    <a:pt x="10204" y="5283"/>
                  </a:cubicBezTo>
                  <a:cubicBezTo>
                    <a:pt x="10261" y="4326"/>
                    <a:pt x="10013" y="3340"/>
                    <a:pt x="9502" y="2475"/>
                  </a:cubicBezTo>
                  <a:cubicBezTo>
                    <a:pt x="9502" y="2461"/>
                    <a:pt x="9495" y="2447"/>
                    <a:pt x="9488" y="2426"/>
                  </a:cubicBezTo>
                  <a:cubicBezTo>
                    <a:pt x="9389" y="2185"/>
                    <a:pt x="9240" y="1979"/>
                    <a:pt x="9048" y="1823"/>
                  </a:cubicBezTo>
                  <a:cubicBezTo>
                    <a:pt x="8495" y="1142"/>
                    <a:pt x="7793" y="625"/>
                    <a:pt x="7006" y="320"/>
                  </a:cubicBezTo>
                  <a:cubicBezTo>
                    <a:pt x="6453" y="107"/>
                    <a:pt x="5865" y="1"/>
                    <a:pt x="5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5"/>
            <p:cNvSpPr/>
            <p:nvPr/>
          </p:nvSpPr>
          <p:spPr>
            <a:xfrm>
              <a:off x="5367219" y="1341221"/>
              <a:ext cx="28052" cy="358133"/>
            </a:xfrm>
            <a:custGeom>
              <a:avLst/>
              <a:gdLst/>
              <a:ahLst/>
              <a:cxnLst/>
              <a:rect l="l" t="t" r="r" b="b"/>
              <a:pathLst>
                <a:path w="781" h="9971" fill="none" extrusionOk="0">
                  <a:moveTo>
                    <a:pt x="0" y="1"/>
                  </a:moveTo>
                  <a:cubicBezTo>
                    <a:pt x="660" y="3277"/>
                    <a:pt x="780" y="6659"/>
                    <a:pt x="355" y="9970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5"/>
            <p:cNvSpPr/>
            <p:nvPr/>
          </p:nvSpPr>
          <p:spPr>
            <a:xfrm>
              <a:off x="5249301" y="1519013"/>
              <a:ext cx="127112" cy="111165"/>
            </a:xfrm>
            <a:custGeom>
              <a:avLst/>
              <a:gdLst/>
              <a:ahLst/>
              <a:cxnLst/>
              <a:rect l="l" t="t" r="r" b="b"/>
              <a:pathLst>
                <a:path w="3539" h="3095" extrusionOk="0">
                  <a:moveTo>
                    <a:pt x="1299" y="1"/>
                  </a:moveTo>
                  <a:cubicBezTo>
                    <a:pt x="837" y="1"/>
                    <a:pt x="376" y="133"/>
                    <a:pt x="0" y="404"/>
                  </a:cubicBezTo>
                  <a:cubicBezTo>
                    <a:pt x="262" y="681"/>
                    <a:pt x="525" y="1021"/>
                    <a:pt x="723" y="1376"/>
                  </a:cubicBezTo>
                  <a:cubicBezTo>
                    <a:pt x="922" y="1730"/>
                    <a:pt x="1071" y="2113"/>
                    <a:pt x="1305" y="2446"/>
                  </a:cubicBezTo>
                  <a:cubicBezTo>
                    <a:pt x="1539" y="2780"/>
                    <a:pt x="1879" y="3063"/>
                    <a:pt x="2283" y="3092"/>
                  </a:cubicBezTo>
                  <a:cubicBezTo>
                    <a:pt x="2307" y="3093"/>
                    <a:pt x="2330" y="3094"/>
                    <a:pt x="2354" y="3094"/>
                  </a:cubicBezTo>
                  <a:cubicBezTo>
                    <a:pt x="2872" y="3094"/>
                    <a:pt x="3337" y="2650"/>
                    <a:pt x="3439" y="2141"/>
                  </a:cubicBezTo>
                  <a:cubicBezTo>
                    <a:pt x="3538" y="1603"/>
                    <a:pt x="3304" y="1042"/>
                    <a:pt x="2921" y="652"/>
                  </a:cubicBezTo>
                  <a:cubicBezTo>
                    <a:pt x="2501" y="224"/>
                    <a:pt x="1899" y="1"/>
                    <a:pt x="12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5"/>
            <p:cNvSpPr/>
            <p:nvPr/>
          </p:nvSpPr>
          <p:spPr>
            <a:xfrm>
              <a:off x="5301238" y="1554894"/>
              <a:ext cx="82287" cy="113392"/>
            </a:xfrm>
            <a:custGeom>
              <a:avLst/>
              <a:gdLst/>
              <a:ahLst/>
              <a:cxnLst/>
              <a:rect l="l" t="t" r="r" b="b"/>
              <a:pathLst>
                <a:path w="2291" h="3157" fill="none" extrusionOk="0">
                  <a:moveTo>
                    <a:pt x="1" y="1"/>
                  </a:moveTo>
                  <a:cubicBezTo>
                    <a:pt x="1178" y="639"/>
                    <a:pt x="2036" y="1837"/>
                    <a:pt x="2291" y="3156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5"/>
            <p:cNvSpPr/>
            <p:nvPr/>
          </p:nvSpPr>
          <p:spPr>
            <a:xfrm>
              <a:off x="5382484" y="1380874"/>
              <a:ext cx="104197" cy="134691"/>
            </a:xfrm>
            <a:custGeom>
              <a:avLst/>
              <a:gdLst/>
              <a:ahLst/>
              <a:cxnLst/>
              <a:rect l="l" t="t" r="r" b="b"/>
              <a:pathLst>
                <a:path w="2901" h="3750" extrusionOk="0">
                  <a:moveTo>
                    <a:pt x="2443" y="0"/>
                  </a:moveTo>
                  <a:cubicBezTo>
                    <a:pt x="1873" y="0"/>
                    <a:pt x="1301" y="203"/>
                    <a:pt x="866" y="577"/>
                  </a:cubicBezTo>
                  <a:cubicBezTo>
                    <a:pt x="320" y="1052"/>
                    <a:pt x="1" y="1783"/>
                    <a:pt x="29" y="2506"/>
                  </a:cubicBezTo>
                  <a:cubicBezTo>
                    <a:pt x="43" y="2917"/>
                    <a:pt x="185" y="3350"/>
                    <a:pt x="525" y="3584"/>
                  </a:cubicBezTo>
                  <a:cubicBezTo>
                    <a:pt x="691" y="3698"/>
                    <a:pt x="883" y="3750"/>
                    <a:pt x="1080" y="3750"/>
                  </a:cubicBezTo>
                  <a:cubicBezTo>
                    <a:pt x="1432" y="3750"/>
                    <a:pt x="1797" y="3585"/>
                    <a:pt x="2043" y="3321"/>
                  </a:cubicBezTo>
                  <a:cubicBezTo>
                    <a:pt x="2426" y="2917"/>
                    <a:pt x="2574" y="2343"/>
                    <a:pt x="2631" y="1790"/>
                  </a:cubicBezTo>
                  <a:cubicBezTo>
                    <a:pt x="2695" y="1230"/>
                    <a:pt x="2688" y="662"/>
                    <a:pt x="2901" y="45"/>
                  </a:cubicBezTo>
                  <a:cubicBezTo>
                    <a:pt x="2750" y="15"/>
                    <a:pt x="2596" y="0"/>
                    <a:pt x="2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5"/>
            <p:cNvSpPr/>
            <p:nvPr/>
          </p:nvSpPr>
          <p:spPr>
            <a:xfrm>
              <a:off x="5387835" y="1431374"/>
              <a:ext cx="60916" cy="174236"/>
            </a:xfrm>
            <a:custGeom>
              <a:avLst/>
              <a:gdLst/>
              <a:ahLst/>
              <a:cxnLst/>
              <a:rect l="l" t="t" r="r" b="b"/>
              <a:pathLst>
                <a:path w="1696" h="4851" fill="none" extrusionOk="0">
                  <a:moveTo>
                    <a:pt x="1695" y="1"/>
                  </a:moveTo>
                  <a:cubicBezTo>
                    <a:pt x="667" y="1405"/>
                    <a:pt x="64" y="3114"/>
                    <a:pt x="0" y="485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5"/>
            <p:cNvSpPr/>
            <p:nvPr/>
          </p:nvSpPr>
          <p:spPr>
            <a:xfrm>
              <a:off x="5215395" y="1114258"/>
              <a:ext cx="269776" cy="257421"/>
            </a:xfrm>
            <a:custGeom>
              <a:avLst/>
              <a:gdLst/>
              <a:ahLst/>
              <a:cxnLst/>
              <a:rect l="l" t="t" r="r" b="b"/>
              <a:pathLst>
                <a:path w="7511" h="7167" extrusionOk="0">
                  <a:moveTo>
                    <a:pt x="3888" y="0"/>
                  </a:moveTo>
                  <a:cubicBezTo>
                    <a:pt x="2813" y="0"/>
                    <a:pt x="1731" y="473"/>
                    <a:pt x="1050" y="1307"/>
                  </a:cubicBezTo>
                  <a:cubicBezTo>
                    <a:pt x="100" y="2476"/>
                    <a:pt x="1" y="4263"/>
                    <a:pt x="816" y="5526"/>
                  </a:cubicBezTo>
                  <a:cubicBezTo>
                    <a:pt x="1474" y="6549"/>
                    <a:pt x="2685" y="7167"/>
                    <a:pt x="3891" y="7167"/>
                  </a:cubicBezTo>
                  <a:cubicBezTo>
                    <a:pt x="4181" y="7167"/>
                    <a:pt x="4470" y="7131"/>
                    <a:pt x="4752" y="7057"/>
                  </a:cubicBezTo>
                  <a:cubicBezTo>
                    <a:pt x="6205" y="6674"/>
                    <a:pt x="7340" y="5284"/>
                    <a:pt x="7425" y="3781"/>
                  </a:cubicBezTo>
                  <a:cubicBezTo>
                    <a:pt x="7510" y="2278"/>
                    <a:pt x="6546" y="775"/>
                    <a:pt x="5135" y="229"/>
                  </a:cubicBezTo>
                  <a:cubicBezTo>
                    <a:pt x="4737" y="74"/>
                    <a:pt x="4313" y="0"/>
                    <a:pt x="38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5"/>
            <p:cNvSpPr/>
            <p:nvPr/>
          </p:nvSpPr>
          <p:spPr>
            <a:xfrm>
              <a:off x="5322394" y="1119143"/>
              <a:ext cx="36456" cy="121760"/>
            </a:xfrm>
            <a:custGeom>
              <a:avLst/>
              <a:gdLst/>
              <a:ahLst/>
              <a:cxnLst/>
              <a:rect l="l" t="t" r="r" b="b"/>
              <a:pathLst>
                <a:path w="1015" h="3390" fill="none" extrusionOk="0">
                  <a:moveTo>
                    <a:pt x="1014" y="3390"/>
                  </a:moveTo>
                  <a:cubicBezTo>
                    <a:pt x="1014" y="2192"/>
                    <a:pt x="652" y="1000"/>
                    <a:pt x="0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5"/>
            <p:cNvSpPr/>
            <p:nvPr/>
          </p:nvSpPr>
          <p:spPr>
            <a:xfrm>
              <a:off x="5234503" y="1195791"/>
              <a:ext cx="118743" cy="46154"/>
            </a:xfrm>
            <a:custGeom>
              <a:avLst/>
              <a:gdLst/>
              <a:ahLst/>
              <a:cxnLst/>
              <a:rect l="l" t="t" r="r" b="b"/>
              <a:pathLst>
                <a:path w="3306" h="1285" fill="none" extrusionOk="0">
                  <a:moveTo>
                    <a:pt x="1" y="1"/>
                  </a:moveTo>
                  <a:cubicBezTo>
                    <a:pt x="1206" y="8"/>
                    <a:pt x="2405" y="476"/>
                    <a:pt x="3305" y="128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5"/>
            <p:cNvSpPr/>
            <p:nvPr/>
          </p:nvSpPr>
          <p:spPr>
            <a:xfrm>
              <a:off x="5278574" y="1242663"/>
              <a:ext cx="81533" cy="103191"/>
            </a:xfrm>
            <a:custGeom>
              <a:avLst/>
              <a:gdLst/>
              <a:ahLst/>
              <a:cxnLst/>
              <a:rect l="l" t="t" r="r" b="b"/>
              <a:pathLst>
                <a:path w="2270" h="2873" fill="none" extrusionOk="0">
                  <a:moveTo>
                    <a:pt x="2270" y="1"/>
                  </a:moveTo>
                  <a:cubicBezTo>
                    <a:pt x="1227" y="674"/>
                    <a:pt x="419" y="1702"/>
                    <a:pt x="0" y="2872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5"/>
            <p:cNvSpPr/>
            <p:nvPr/>
          </p:nvSpPr>
          <p:spPr>
            <a:xfrm>
              <a:off x="5352923" y="1255666"/>
              <a:ext cx="47663" cy="106244"/>
            </a:xfrm>
            <a:custGeom>
              <a:avLst/>
              <a:gdLst/>
              <a:ahLst/>
              <a:cxnLst/>
              <a:rect l="l" t="t" r="r" b="b"/>
              <a:pathLst>
                <a:path w="1327" h="2958" fill="none" extrusionOk="0">
                  <a:moveTo>
                    <a:pt x="1" y="0"/>
                  </a:moveTo>
                  <a:cubicBezTo>
                    <a:pt x="774" y="787"/>
                    <a:pt x="1249" y="1851"/>
                    <a:pt x="1327" y="2957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5"/>
            <p:cNvSpPr/>
            <p:nvPr/>
          </p:nvSpPr>
          <p:spPr>
            <a:xfrm>
              <a:off x="5363124" y="1247261"/>
              <a:ext cx="97588" cy="63179"/>
            </a:xfrm>
            <a:custGeom>
              <a:avLst/>
              <a:gdLst/>
              <a:ahLst/>
              <a:cxnLst/>
              <a:rect l="l" t="t" r="r" b="b"/>
              <a:pathLst>
                <a:path w="2717" h="1759" fill="none" extrusionOk="0">
                  <a:moveTo>
                    <a:pt x="1" y="0"/>
                  </a:moveTo>
                  <a:cubicBezTo>
                    <a:pt x="540" y="149"/>
                    <a:pt x="1086" y="305"/>
                    <a:pt x="1575" y="575"/>
                  </a:cubicBezTo>
                  <a:cubicBezTo>
                    <a:pt x="2071" y="837"/>
                    <a:pt x="2504" y="1241"/>
                    <a:pt x="2716" y="1759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5"/>
            <p:cNvSpPr/>
            <p:nvPr/>
          </p:nvSpPr>
          <p:spPr>
            <a:xfrm>
              <a:off x="5374079" y="1170074"/>
              <a:ext cx="83329" cy="72625"/>
            </a:xfrm>
            <a:custGeom>
              <a:avLst/>
              <a:gdLst/>
              <a:ahLst/>
              <a:cxnLst/>
              <a:rect l="l" t="t" r="r" b="b"/>
              <a:pathLst>
                <a:path w="2320" h="2022" fill="none" extrusionOk="0">
                  <a:moveTo>
                    <a:pt x="1" y="2022"/>
                  </a:moveTo>
                  <a:cubicBezTo>
                    <a:pt x="511" y="1107"/>
                    <a:pt x="1348" y="384"/>
                    <a:pt x="2319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5322394" y="1218635"/>
              <a:ext cx="66232" cy="62281"/>
            </a:xfrm>
            <a:custGeom>
              <a:avLst/>
              <a:gdLst/>
              <a:ahLst/>
              <a:cxnLst/>
              <a:rect l="l" t="t" r="r" b="b"/>
              <a:pathLst>
                <a:path w="1844" h="1734" extrusionOk="0">
                  <a:moveTo>
                    <a:pt x="930" y="1"/>
                  </a:moveTo>
                  <a:cubicBezTo>
                    <a:pt x="749" y="1"/>
                    <a:pt x="568" y="54"/>
                    <a:pt x="418" y="159"/>
                  </a:cubicBezTo>
                  <a:cubicBezTo>
                    <a:pt x="142" y="358"/>
                    <a:pt x="0" y="740"/>
                    <a:pt x="85" y="1074"/>
                  </a:cubicBezTo>
                  <a:cubicBezTo>
                    <a:pt x="170" y="1407"/>
                    <a:pt x="468" y="1676"/>
                    <a:pt x="808" y="1726"/>
                  </a:cubicBezTo>
                  <a:cubicBezTo>
                    <a:pt x="845" y="1731"/>
                    <a:pt x="882" y="1734"/>
                    <a:pt x="919" y="1734"/>
                  </a:cubicBezTo>
                  <a:cubicBezTo>
                    <a:pt x="1182" y="1734"/>
                    <a:pt x="1447" y="1603"/>
                    <a:pt x="1603" y="1386"/>
                  </a:cubicBezTo>
                  <a:cubicBezTo>
                    <a:pt x="1844" y="1045"/>
                    <a:pt x="1844" y="414"/>
                    <a:pt x="1390" y="131"/>
                  </a:cubicBezTo>
                  <a:cubicBezTo>
                    <a:pt x="1253" y="44"/>
                    <a:pt x="1092" y="1"/>
                    <a:pt x="9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2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662" name="Google Shape;662;p27"/>
          <p:cNvSpPr txBox="1">
            <a:spLocks noGrp="1"/>
          </p:cNvSpPr>
          <p:nvPr>
            <p:ph type="subTitle" idx="1"/>
          </p:nvPr>
        </p:nvSpPr>
        <p:spPr>
          <a:xfrm>
            <a:off x="713225" y="3040369"/>
            <a:ext cx="1860300" cy="6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3" name="Google Shape;663;p27"/>
          <p:cNvSpPr txBox="1">
            <a:spLocks noGrp="1"/>
          </p:cNvSpPr>
          <p:nvPr>
            <p:ph type="subTitle" idx="2"/>
          </p:nvPr>
        </p:nvSpPr>
        <p:spPr>
          <a:xfrm>
            <a:off x="2665619" y="3040369"/>
            <a:ext cx="1860300" cy="6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27"/>
          <p:cNvSpPr txBox="1">
            <a:spLocks noGrp="1"/>
          </p:cNvSpPr>
          <p:nvPr>
            <p:ph type="subTitle" idx="3"/>
          </p:nvPr>
        </p:nvSpPr>
        <p:spPr>
          <a:xfrm>
            <a:off x="4618041" y="3040300"/>
            <a:ext cx="1860300" cy="6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5" name="Google Shape;665;p27"/>
          <p:cNvSpPr txBox="1">
            <a:spLocks noGrp="1"/>
          </p:cNvSpPr>
          <p:nvPr>
            <p:ph type="subTitle" idx="4"/>
          </p:nvPr>
        </p:nvSpPr>
        <p:spPr>
          <a:xfrm>
            <a:off x="6570473" y="3040300"/>
            <a:ext cx="1860300" cy="6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6" name="Google Shape;666;p27"/>
          <p:cNvSpPr txBox="1">
            <a:spLocks noGrp="1"/>
          </p:cNvSpPr>
          <p:nvPr>
            <p:ph type="subTitle" idx="5"/>
          </p:nvPr>
        </p:nvSpPr>
        <p:spPr>
          <a:xfrm>
            <a:off x="713225" y="2680575"/>
            <a:ext cx="1860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6"/>
          </p:nvPr>
        </p:nvSpPr>
        <p:spPr>
          <a:xfrm>
            <a:off x="4618050" y="2680575"/>
            <a:ext cx="1860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8" name="Google Shape;668;p27"/>
          <p:cNvSpPr txBox="1">
            <a:spLocks noGrp="1"/>
          </p:cNvSpPr>
          <p:nvPr>
            <p:ph type="subTitle" idx="7"/>
          </p:nvPr>
        </p:nvSpPr>
        <p:spPr>
          <a:xfrm>
            <a:off x="2665637" y="2680575"/>
            <a:ext cx="1860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9" name="Google Shape;669;p27"/>
          <p:cNvSpPr txBox="1">
            <a:spLocks noGrp="1"/>
          </p:cNvSpPr>
          <p:nvPr>
            <p:ph type="subTitle" idx="8"/>
          </p:nvPr>
        </p:nvSpPr>
        <p:spPr>
          <a:xfrm>
            <a:off x="6570462" y="2680575"/>
            <a:ext cx="1860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670" name="Google Shape;670;p27"/>
          <p:cNvGrpSpPr/>
          <p:nvPr/>
        </p:nvGrpSpPr>
        <p:grpSpPr>
          <a:xfrm rot="-899920">
            <a:off x="8388504" y="4122512"/>
            <a:ext cx="679169" cy="1106040"/>
            <a:chOff x="4236428" y="407582"/>
            <a:chExt cx="456655" cy="743672"/>
          </a:xfrm>
        </p:grpSpPr>
        <p:sp>
          <p:nvSpPr>
            <p:cNvPr id="671" name="Google Shape;671;p27"/>
            <p:cNvSpPr/>
            <p:nvPr/>
          </p:nvSpPr>
          <p:spPr>
            <a:xfrm>
              <a:off x="4236428" y="407582"/>
              <a:ext cx="456655" cy="743672"/>
            </a:xfrm>
            <a:custGeom>
              <a:avLst/>
              <a:gdLst/>
              <a:ahLst/>
              <a:cxnLst/>
              <a:rect l="l" t="t" r="r" b="b"/>
              <a:pathLst>
                <a:path w="12714" h="20705" extrusionOk="0">
                  <a:moveTo>
                    <a:pt x="4489" y="0"/>
                  </a:moveTo>
                  <a:cubicBezTo>
                    <a:pt x="4354" y="0"/>
                    <a:pt x="4219" y="21"/>
                    <a:pt x="4084" y="64"/>
                  </a:cubicBezTo>
                  <a:cubicBezTo>
                    <a:pt x="3872" y="128"/>
                    <a:pt x="3659" y="206"/>
                    <a:pt x="3446" y="291"/>
                  </a:cubicBezTo>
                  <a:cubicBezTo>
                    <a:pt x="2496" y="695"/>
                    <a:pt x="1645" y="1333"/>
                    <a:pt x="901" y="2191"/>
                  </a:cubicBezTo>
                  <a:cubicBezTo>
                    <a:pt x="546" y="2595"/>
                    <a:pt x="454" y="3162"/>
                    <a:pt x="660" y="3659"/>
                  </a:cubicBezTo>
                  <a:cubicBezTo>
                    <a:pt x="674" y="3680"/>
                    <a:pt x="681" y="3701"/>
                    <a:pt x="688" y="3723"/>
                  </a:cubicBezTo>
                  <a:cubicBezTo>
                    <a:pt x="709" y="3772"/>
                    <a:pt x="738" y="3836"/>
                    <a:pt x="766" y="3893"/>
                  </a:cubicBezTo>
                  <a:cubicBezTo>
                    <a:pt x="801" y="3964"/>
                    <a:pt x="830" y="4028"/>
                    <a:pt x="858" y="4077"/>
                  </a:cubicBezTo>
                  <a:cubicBezTo>
                    <a:pt x="865" y="4091"/>
                    <a:pt x="872" y="4106"/>
                    <a:pt x="879" y="4120"/>
                  </a:cubicBezTo>
                  <a:cubicBezTo>
                    <a:pt x="915" y="4176"/>
                    <a:pt x="950" y="4240"/>
                    <a:pt x="993" y="4297"/>
                  </a:cubicBezTo>
                  <a:cubicBezTo>
                    <a:pt x="589" y="5453"/>
                    <a:pt x="305" y="6594"/>
                    <a:pt x="149" y="7686"/>
                  </a:cubicBezTo>
                  <a:cubicBezTo>
                    <a:pt x="121" y="7878"/>
                    <a:pt x="135" y="8069"/>
                    <a:pt x="185" y="8254"/>
                  </a:cubicBezTo>
                  <a:cubicBezTo>
                    <a:pt x="99" y="8424"/>
                    <a:pt x="50" y="8615"/>
                    <a:pt x="36" y="8814"/>
                  </a:cubicBezTo>
                  <a:cubicBezTo>
                    <a:pt x="7" y="9218"/>
                    <a:pt x="0" y="9629"/>
                    <a:pt x="7" y="10019"/>
                  </a:cubicBezTo>
                  <a:cubicBezTo>
                    <a:pt x="21" y="10438"/>
                    <a:pt x="57" y="10863"/>
                    <a:pt x="107" y="11288"/>
                  </a:cubicBezTo>
                  <a:cubicBezTo>
                    <a:pt x="135" y="11480"/>
                    <a:pt x="199" y="11664"/>
                    <a:pt x="291" y="11827"/>
                  </a:cubicBezTo>
                  <a:cubicBezTo>
                    <a:pt x="255" y="12012"/>
                    <a:pt x="263" y="12203"/>
                    <a:pt x="305" y="12395"/>
                  </a:cubicBezTo>
                  <a:cubicBezTo>
                    <a:pt x="575" y="13586"/>
                    <a:pt x="1014" y="14678"/>
                    <a:pt x="1624" y="15649"/>
                  </a:cubicBezTo>
                  <a:cubicBezTo>
                    <a:pt x="1716" y="15798"/>
                    <a:pt x="1837" y="15926"/>
                    <a:pt x="1978" y="16032"/>
                  </a:cubicBezTo>
                  <a:cubicBezTo>
                    <a:pt x="2028" y="16195"/>
                    <a:pt x="2106" y="16351"/>
                    <a:pt x="2220" y="16493"/>
                  </a:cubicBezTo>
                  <a:cubicBezTo>
                    <a:pt x="3397" y="17975"/>
                    <a:pt x="4893" y="19024"/>
                    <a:pt x="6495" y="19492"/>
                  </a:cubicBezTo>
                  <a:cubicBezTo>
                    <a:pt x="6609" y="19677"/>
                    <a:pt x="6715" y="19847"/>
                    <a:pt x="6821" y="20017"/>
                  </a:cubicBezTo>
                  <a:cubicBezTo>
                    <a:pt x="7098" y="20450"/>
                    <a:pt x="7566" y="20705"/>
                    <a:pt x="8084" y="20705"/>
                  </a:cubicBezTo>
                  <a:cubicBezTo>
                    <a:pt x="8367" y="20705"/>
                    <a:pt x="8644" y="20627"/>
                    <a:pt x="8878" y="20471"/>
                  </a:cubicBezTo>
                  <a:cubicBezTo>
                    <a:pt x="9211" y="20258"/>
                    <a:pt x="9445" y="19932"/>
                    <a:pt x="9530" y="19542"/>
                  </a:cubicBezTo>
                  <a:cubicBezTo>
                    <a:pt x="9622" y="19152"/>
                    <a:pt x="9551" y="18755"/>
                    <a:pt x="9339" y="18415"/>
                  </a:cubicBezTo>
                  <a:cubicBezTo>
                    <a:pt x="9310" y="18379"/>
                    <a:pt x="9282" y="18337"/>
                    <a:pt x="9261" y="18294"/>
                  </a:cubicBezTo>
                  <a:cubicBezTo>
                    <a:pt x="9573" y="17798"/>
                    <a:pt x="9828" y="17245"/>
                    <a:pt x="10019" y="16656"/>
                  </a:cubicBezTo>
                  <a:cubicBezTo>
                    <a:pt x="10062" y="16592"/>
                    <a:pt x="10104" y="16521"/>
                    <a:pt x="10133" y="16443"/>
                  </a:cubicBezTo>
                  <a:cubicBezTo>
                    <a:pt x="11040" y="14309"/>
                    <a:pt x="11976" y="12097"/>
                    <a:pt x="12317" y="9658"/>
                  </a:cubicBezTo>
                  <a:cubicBezTo>
                    <a:pt x="12714" y="6757"/>
                    <a:pt x="12104" y="4091"/>
                    <a:pt x="10608" y="2163"/>
                  </a:cubicBezTo>
                  <a:cubicBezTo>
                    <a:pt x="9977" y="1354"/>
                    <a:pt x="9268" y="794"/>
                    <a:pt x="8488" y="489"/>
                  </a:cubicBezTo>
                  <a:cubicBezTo>
                    <a:pt x="8062" y="326"/>
                    <a:pt x="7609" y="241"/>
                    <a:pt x="7155" y="241"/>
                  </a:cubicBezTo>
                  <a:cubicBezTo>
                    <a:pt x="6616" y="241"/>
                    <a:pt x="6098" y="362"/>
                    <a:pt x="5644" y="596"/>
                  </a:cubicBezTo>
                  <a:cubicBezTo>
                    <a:pt x="5375" y="220"/>
                    <a:pt x="4942" y="0"/>
                    <a:pt x="4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4414938" y="467061"/>
              <a:ext cx="224413" cy="511286"/>
            </a:xfrm>
            <a:custGeom>
              <a:avLst/>
              <a:gdLst/>
              <a:ahLst/>
              <a:cxnLst/>
              <a:rect l="l" t="t" r="r" b="b"/>
              <a:pathLst>
                <a:path w="6248" h="14235" extrusionOk="0">
                  <a:moveTo>
                    <a:pt x="2188" y="0"/>
                  </a:moveTo>
                  <a:cubicBezTo>
                    <a:pt x="1805" y="0"/>
                    <a:pt x="1429" y="101"/>
                    <a:pt x="1121" y="322"/>
                  </a:cubicBezTo>
                  <a:cubicBezTo>
                    <a:pt x="689" y="641"/>
                    <a:pt x="440" y="1159"/>
                    <a:pt x="313" y="1677"/>
                  </a:cubicBezTo>
                  <a:cubicBezTo>
                    <a:pt x="1" y="2932"/>
                    <a:pt x="291" y="4244"/>
                    <a:pt x="490" y="5520"/>
                  </a:cubicBezTo>
                  <a:cubicBezTo>
                    <a:pt x="887" y="8115"/>
                    <a:pt x="880" y="10774"/>
                    <a:pt x="476" y="13376"/>
                  </a:cubicBezTo>
                  <a:lnTo>
                    <a:pt x="3858" y="14234"/>
                  </a:lnTo>
                  <a:cubicBezTo>
                    <a:pt x="4744" y="12157"/>
                    <a:pt x="5631" y="10051"/>
                    <a:pt x="5936" y="7810"/>
                  </a:cubicBezTo>
                  <a:cubicBezTo>
                    <a:pt x="6248" y="5577"/>
                    <a:pt x="5900" y="3159"/>
                    <a:pt x="4518" y="1379"/>
                  </a:cubicBezTo>
                  <a:cubicBezTo>
                    <a:pt x="4113" y="861"/>
                    <a:pt x="3617" y="393"/>
                    <a:pt x="3007" y="152"/>
                  </a:cubicBezTo>
                  <a:cubicBezTo>
                    <a:pt x="2747" y="54"/>
                    <a:pt x="2466" y="0"/>
                    <a:pt x="2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4493885" y="546618"/>
              <a:ext cx="51003" cy="432231"/>
            </a:xfrm>
            <a:custGeom>
              <a:avLst/>
              <a:gdLst/>
              <a:ahLst/>
              <a:cxnLst/>
              <a:rect l="l" t="t" r="r" b="b"/>
              <a:pathLst>
                <a:path w="1420" h="12034" fill="none" extrusionOk="0">
                  <a:moveTo>
                    <a:pt x="384" y="1"/>
                  </a:moveTo>
                  <a:cubicBezTo>
                    <a:pt x="1419" y="3936"/>
                    <a:pt x="1284" y="8176"/>
                    <a:pt x="1" y="1203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4523696" y="541267"/>
              <a:ext cx="50213" cy="83077"/>
            </a:xfrm>
            <a:custGeom>
              <a:avLst/>
              <a:gdLst/>
              <a:ahLst/>
              <a:cxnLst/>
              <a:rect l="l" t="t" r="r" b="b"/>
              <a:pathLst>
                <a:path w="1398" h="2313" fill="none" extrusionOk="0">
                  <a:moveTo>
                    <a:pt x="1" y="2312"/>
                  </a:moveTo>
                  <a:cubicBezTo>
                    <a:pt x="610" y="1646"/>
                    <a:pt x="1092" y="852"/>
                    <a:pt x="1397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4451610" y="614107"/>
              <a:ext cx="77977" cy="58115"/>
            </a:xfrm>
            <a:custGeom>
              <a:avLst/>
              <a:gdLst/>
              <a:ahLst/>
              <a:cxnLst/>
              <a:rect l="l" t="t" r="r" b="b"/>
              <a:pathLst>
                <a:path w="2171" h="1618" fill="none" extrusionOk="0">
                  <a:moveTo>
                    <a:pt x="2171" y="1617"/>
                  </a:moveTo>
                  <a:cubicBezTo>
                    <a:pt x="1419" y="1121"/>
                    <a:pt x="696" y="582"/>
                    <a:pt x="1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4530305" y="727966"/>
              <a:ext cx="54056" cy="66232"/>
            </a:xfrm>
            <a:custGeom>
              <a:avLst/>
              <a:gdLst/>
              <a:ahLst/>
              <a:cxnLst/>
              <a:rect l="l" t="t" r="r" b="b"/>
              <a:pathLst>
                <a:path w="1505" h="1844" fill="none" extrusionOk="0">
                  <a:moveTo>
                    <a:pt x="1504" y="0"/>
                  </a:moveTo>
                  <a:cubicBezTo>
                    <a:pt x="1043" y="645"/>
                    <a:pt x="540" y="1262"/>
                    <a:pt x="1" y="184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7"/>
            <p:cNvSpPr/>
            <p:nvPr/>
          </p:nvSpPr>
          <p:spPr>
            <a:xfrm>
              <a:off x="4387713" y="550964"/>
              <a:ext cx="39509" cy="108004"/>
            </a:xfrm>
            <a:custGeom>
              <a:avLst/>
              <a:gdLst/>
              <a:ahLst/>
              <a:cxnLst/>
              <a:rect l="l" t="t" r="r" b="b"/>
              <a:pathLst>
                <a:path w="1100" h="3007" fill="none" extrusionOk="0">
                  <a:moveTo>
                    <a:pt x="0" y="0"/>
                  </a:moveTo>
                  <a:cubicBezTo>
                    <a:pt x="596" y="894"/>
                    <a:pt x="971" y="1936"/>
                    <a:pt x="1099" y="3007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7"/>
            <p:cNvSpPr/>
            <p:nvPr/>
          </p:nvSpPr>
          <p:spPr>
            <a:xfrm>
              <a:off x="4307221" y="458513"/>
              <a:ext cx="112350" cy="110734"/>
            </a:xfrm>
            <a:custGeom>
              <a:avLst/>
              <a:gdLst/>
              <a:ahLst/>
              <a:cxnLst/>
              <a:rect l="l" t="t" r="r" b="b"/>
              <a:pathLst>
                <a:path w="3128" h="3083" extrusionOk="0">
                  <a:moveTo>
                    <a:pt x="2518" y="0"/>
                  </a:moveTo>
                  <a:cubicBezTo>
                    <a:pt x="1575" y="284"/>
                    <a:pt x="724" y="865"/>
                    <a:pt x="0" y="1702"/>
                  </a:cubicBezTo>
                  <a:cubicBezTo>
                    <a:pt x="192" y="2163"/>
                    <a:pt x="497" y="2588"/>
                    <a:pt x="929" y="2851"/>
                  </a:cubicBezTo>
                  <a:cubicBezTo>
                    <a:pt x="1176" y="2999"/>
                    <a:pt x="1468" y="3082"/>
                    <a:pt x="1756" y="3082"/>
                  </a:cubicBezTo>
                  <a:cubicBezTo>
                    <a:pt x="1966" y="3082"/>
                    <a:pt x="2174" y="3038"/>
                    <a:pt x="2362" y="2943"/>
                  </a:cubicBezTo>
                  <a:cubicBezTo>
                    <a:pt x="2830" y="2702"/>
                    <a:pt x="3099" y="2163"/>
                    <a:pt x="3113" y="1638"/>
                  </a:cubicBezTo>
                  <a:cubicBezTo>
                    <a:pt x="3127" y="1113"/>
                    <a:pt x="2908" y="603"/>
                    <a:pt x="25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7"/>
            <p:cNvSpPr/>
            <p:nvPr/>
          </p:nvSpPr>
          <p:spPr>
            <a:xfrm>
              <a:off x="4287359" y="571581"/>
              <a:ext cx="273799" cy="492321"/>
            </a:xfrm>
            <a:custGeom>
              <a:avLst/>
              <a:gdLst/>
              <a:ahLst/>
              <a:cxnLst/>
              <a:rect l="l" t="t" r="r" b="b"/>
              <a:pathLst>
                <a:path w="7623" h="13707" extrusionOk="0">
                  <a:moveTo>
                    <a:pt x="979" y="0"/>
                  </a:moveTo>
                  <a:cubicBezTo>
                    <a:pt x="596" y="1071"/>
                    <a:pt x="298" y="2184"/>
                    <a:pt x="135" y="3319"/>
                  </a:cubicBezTo>
                  <a:cubicBezTo>
                    <a:pt x="553" y="3950"/>
                    <a:pt x="1021" y="4553"/>
                    <a:pt x="1525" y="5120"/>
                  </a:cubicBezTo>
                  <a:cubicBezTo>
                    <a:pt x="986" y="4950"/>
                    <a:pt x="504" y="4652"/>
                    <a:pt x="36" y="4333"/>
                  </a:cubicBezTo>
                  <a:cubicBezTo>
                    <a:pt x="7" y="4695"/>
                    <a:pt x="0" y="5056"/>
                    <a:pt x="7" y="5418"/>
                  </a:cubicBezTo>
                  <a:cubicBezTo>
                    <a:pt x="22" y="5794"/>
                    <a:pt x="50" y="6169"/>
                    <a:pt x="100" y="6545"/>
                  </a:cubicBezTo>
                  <a:cubicBezTo>
                    <a:pt x="929" y="7233"/>
                    <a:pt x="1816" y="7864"/>
                    <a:pt x="2737" y="8431"/>
                  </a:cubicBezTo>
                  <a:cubicBezTo>
                    <a:pt x="1879" y="8247"/>
                    <a:pt x="1064" y="7885"/>
                    <a:pt x="270" y="7517"/>
                  </a:cubicBezTo>
                  <a:lnTo>
                    <a:pt x="270" y="7517"/>
                  </a:lnTo>
                  <a:cubicBezTo>
                    <a:pt x="497" y="8509"/>
                    <a:pt x="865" y="9467"/>
                    <a:pt x="1404" y="10332"/>
                  </a:cubicBezTo>
                  <a:cubicBezTo>
                    <a:pt x="2206" y="10750"/>
                    <a:pt x="3028" y="11112"/>
                    <a:pt x="3872" y="11424"/>
                  </a:cubicBezTo>
                  <a:cubicBezTo>
                    <a:pt x="3212" y="11360"/>
                    <a:pt x="2560" y="11218"/>
                    <a:pt x="1915" y="11048"/>
                  </a:cubicBezTo>
                  <a:lnTo>
                    <a:pt x="1915" y="11048"/>
                  </a:lnTo>
                  <a:cubicBezTo>
                    <a:pt x="2957" y="12360"/>
                    <a:pt x="4411" y="13416"/>
                    <a:pt x="6084" y="13707"/>
                  </a:cubicBezTo>
                  <a:cubicBezTo>
                    <a:pt x="6885" y="12835"/>
                    <a:pt x="7382" y="11615"/>
                    <a:pt x="7531" y="10431"/>
                  </a:cubicBezTo>
                  <a:cubicBezTo>
                    <a:pt x="7623" y="9701"/>
                    <a:pt x="7587" y="8956"/>
                    <a:pt x="7474" y="8226"/>
                  </a:cubicBezTo>
                  <a:cubicBezTo>
                    <a:pt x="7382" y="8382"/>
                    <a:pt x="7261" y="8524"/>
                    <a:pt x="7134" y="8658"/>
                  </a:cubicBezTo>
                  <a:lnTo>
                    <a:pt x="5793" y="10197"/>
                  </a:lnTo>
                  <a:cubicBezTo>
                    <a:pt x="6269" y="9155"/>
                    <a:pt x="6737" y="8112"/>
                    <a:pt x="7212" y="7070"/>
                  </a:cubicBezTo>
                  <a:cubicBezTo>
                    <a:pt x="7197" y="7020"/>
                    <a:pt x="7183" y="6971"/>
                    <a:pt x="7169" y="6921"/>
                  </a:cubicBezTo>
                  <a:cubicBezTo>
                    <a:pt x="6914" y="6077"/>
                    <a:pt x="6559" y="5269"/>
                    <a:pt x="6113" y="4510"/>
                  </a:cubicBezTo>
                  <a:cubicBezTo>
                    <a:pt x="6084" y="4567"/>
                    <a:pt x="6049" y="4624"/>
                    <a:pt x="6013" y="4680"/>
                  </a:cubicBezTo>
                  <a:cubicBezTo>
                    <a:pt x="5474" y="5517"/>
                    <a:pt x="4928" y="6354"/>
                    <a:pt x="4389" y="7190"/>
                  </a:cubicBezTo>
                  <a:cubicBezTo>
                    <a:pt x="4765" y="5992"/>
                    <a:pt x="5141" y="4794"/>
                    <a:pt x="5517" y="3603"/>
                  </a:cubicBezTo>
                  <a:cubicBezTo>
                    <a:pt x="5021" y="2915"/>
                    <a:pt x="4439" y="2284"/>
                    <a:pt x="3787" y="1731"/>
                  </a:cubicBezTo>
                  <a:cubicBezTo>
                    <a:pt x="3524" y="2404"/>
                    <a:pt x="3184" y="3057"/>
                    <a:pt x="2787" y="3666"/>
                  </a:cubicBezTo>
                  <a:cubicBezTo>
                    <a:pt x="2943" y="2851"/>
                    <a:pt x="3049" y="2021"/>
                    <a:pt x="3113" y="1199"/>
                  </a:cubicBezTo>
                  <a:cubicBezTo>
                    <a:pt x="2461" y="724"/>
                    <a:pt x="1745" y="320"/>
                    <a:pt x="9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4367060" y="731270"/>
              <a:ext cx="159474" cy="366502"/>
            </a:xfrm>
            <a:custGeom>
              <a:avLst/>
              <a:gdLst/>
              <a:ahLst/>
              <a:cxnLst/>
              <a:rect l="l" t="t" r="r" b="b"/>
              <a:pathLst>
                <a:path w="4440" h="10204" fill="none" extrusionOk="0">
                  <a:moveTo>
                    <a:pt x="1" y="0"/>
                  </a:moveTo>
                  <a:cubicBezTo>
                    <a:pt x="944" y="3602"/>
                    <a:pt x="2447" y="7063"/>
                    <a:pt x="4440" y="1020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1" name="Google Shape;681;p27"/>
          <p:cNvGrpSpPr/>
          <p:nvPr/>
        </p:nvGrpSpPr>
        <p:grpSpPr>
          <a:xfrm rot="10800000" flipH="1">
            <a:off x="29004" y="-76181"/>
            <a:ext cx="733870" cy="981368"/>
            <a:chOff x="3615486" y="1467543"/>
            <a:chExt cx="647952" cy="866474"/>
          </a:xfrm>
        </p:grpSpPr>
        <p:sp>
          <p:nvSpPr>
            <p:cNvPr id="682" name="Google Shape;682;p27"/>
            <p:cNvSpPr/>
            <p:nvPr/>
          </p:nvSpPr>
          <p:spPr>
            <a:xfrm>
              <a:off x="3615486" y="1467543"/>
              <a:ext cx="647952" cy="866474"/>
            </a:xfrm>
            <a:custGeom>
              <a:avLst/>
              <a:gdLst/>
              <a:ahLst/>
              <a:cxnLst/>
              <a:rect l="l" t="t" r="r" b="b"/>
              <a:pathLst>
                <a:path w="18040" h="24124" extrusionOk="0">
                  <a:moveTo>
                    <a:pt x="10325" y="1"/>
                  </a:moveTo>
                  <a:cubicBezTo>
                    <a:pt x="9503" y="1"/>
                    <a:pt x="8715" y="213"/>
                    <a:pt x="8035" y="625"/>
                  </a:cubicBezTo>
                  <a:cubicBezTo>
                    <a:pt x="7233" y="1107"/>
                    <a:pt x="6609" y="1837"/>
                    <a:pt x="6220" y="2681"/>
                  </a:cubicBezTo>
                  <a:cubicBezTo>
                    <a:pt x="6085" y="2646"/>
                    <a:pt x="5943" y="2617"/>
                    <a:pt x="5801" y="2596"/>
                  </a:cubicBezTo>
                  <a:cubicBezTo>
                    <a:pt x="5666" y="2575"/>
                    <a:pt x="5532" y="2568"/>
                    <a:pt x="5397" y="2568"/>
                  </a:cubicBezTo>
                  <a:cubicBezTo>
                    <a:pt x="4362" y="2568"/>
                    <a:pt x="3362" y="3092"/>
                    <a:pt x="2780" y="3936"/>
                  </a:cubicBezTo>
                  <a:cubicBezTo>
                    <a:pt x="2320" y="4603"/>
                    <a:pt x="2114" y="5432"/>
                    <a:pt x="2149" y="6467"/>
                  </a:cubicBezTo>
                  <a:cubicBezTo>
                    <a:pt x="2171" y="7099"/>
                    <a:pt x="2270" y="7715"/>
                    <a:pt x="2440" y="8311"/>
                  </a:cubicBezTo>
                  <a:cubicBezTo>
                    <a:pt x="1646" y="8552"/>
                    <a:pt x="979" y="9070"/>
                    <a:pt x="597" y="9758"/>
                  </a:cubicBezTo>
                  <a:cubicBezTo>
                    <a:pt x="51" y="10757"/>
                    <a:pt x="221" y="11835"/>
                    <a:pt x="398" y="12565"/>
                  </a:cubicBezTo>
                  <a:cubicBezTo>
                    <a:pt x="675" y="13728"/>
                    <a:pt x="1135" y="14835"/>
                    <a:pt x="1752" y="15848"/>
                  </a:cubicBezTo>
                  <a:cubicBezTo>
                    <a:pt x="1228" y="16168"/>
                    <a:pt x="795" y="16614"/>
                    <a:pt x="519" y="17139"/>
                  </a:cubicBezTo>
                  <a:cubicBezTo>
                    <a:pt x="121" y="17891"/>
                    <a:pt x="1" y="18777"/>
                    <a:pt x="164" y="19692"/>
                  </a:cubicBezTo>
                  <a:lnTo>
                    <a:pt x="164" y="19706"/>
                  </a:lnTo>
                  <a:cubicBezTo>
                    <a:pt x="171" y="19727"/>
                    <a:pt x="178" y="19755"/>
                    <a:pt x="178" y="19777"/>
                  </a:cubicBezTo>
                  <a:cubicBezTo>
                    <a:pt x="192" y="19826"/>
                    <a:pt x="199" y="19869"/>
                    <a:pt x="214" y="19911"/>
                  </a:cubicBezTo>
                  <a:lnTo>
                    <a:pt x="214" y="19933"/>
                  </a:lnTo>
                  <a:cubicBezTo>
                    <a:pt x="221" y="19961"/>
                    <a:pt x="228" y="19989"/>
                    <a:pt x="235" y="20011"/>
                  </a:cubicBezTo>
                  <a:cubicBezTo>
                    <a:pt x="242" y="20060"/>
                    <a:pt x="256" y="20103"/>
                    <a:pt x="270" y="20145"/>
                  </a:cubicBezTo>
                  <a:cubicBezTo>
                    <a:pt x="277" y="20181"/>
                    <a:pt x="292" y="20209"/>
                    <a:pt x="299" y="20245"/>
                  </a:cubicBezTo>
                  <a:cubicBezTo>
                    <a:pt x="313" y="20287"/>
                    <a:pt x="327" y="20330"/>
                    <a:pt x="341" y="20365"/>
                  </a:cubicBezTo>
                  <a:cubicBezTo>
                    <a:pt x="348" y="20408"/>
                    <a:pt x="363" y="20443"/>
                    <a:pt x="377" y="20479"/>
                  </a:cubicBezTo>
                  <a:cubicBezTo>
                    <a:pt x="391" y="20514"/>
                    <a:pt x="405" y="20550"/>
                    <a:pt x="419" y="20585"/>
                  </a:cubicBezTo>
                  <a:cubicBezTo>
                    <a:pt x="433" y="20628"/>
                    <a:pt x="448" y="20670"/>
                    <a:pt x="469" y="20706"/>
                  </a:cubicBezTo>
                  <a:lnTo>
                    <a:pt x="476" y="20720"/>
                  </a:lnTo>
                  <a:cubicBezTo>
                    <a:pt x="483" y="20748"/>
                    <a:pt x="497" y="20777"/>
                    <a:pt x="504" y="20805"/>
                  </a:cubicBezTo>
                  <a:cubicBezTo>
                    <a:pt x="526" y="20847"/>
                    <a:pt x="547" y="20897"/>
                    <a:pt x="568" y="20940"/>
                  </a:cubicBezTo>
                  <a:lnTo>
                    <a:pt x="575" y="20947"/>
                  </a:lnTo>
                  <a:cubicBezTo>
                    <a:pt x="582" y="20968"/>
                    <a:pt x="597" y="20996"/>
                    <a:pt x="604" y="21018"/>
                  </a:cubicBezTo>
                  <a:cubicBezTo>
                    <a:pt x="639" y="21074"/>
                    <a:pt x="667" y="21138"/>
                    <a:pt x="703" y="21195"/>
                  </a:cubicBezTo>
                  <a:cubicBezTo>
                    <a:pt x="710" y="21209"/>
                    <a:pt x="710" y="21216"/>
                    <a:pt x="717" y="21223"/>
                  </a:cubicBezTo>
                  <a:cubicBezTo>
                    <a:pt x="923" y="21599"/>
                    <a:pt x="1178" y="21961"/>
                    <a:pt x="1497" y="22329"/>
                  </a:cubicBezTo>
                  <a:cubicBezTo>
                    <a:pt x="1873" y="22769"/>
                    <a:pt x="2298" y="23166"/>
                    <a:pt x="2695" y="23528"/>
                  </a:cubicBezTo>
                  <a:cubicBezTo>
                    <a:pt x="2766" y="23584"/>
                    <a:pt x="2830" y="23648"/>
                    <a:pt x="2901" y="23712"/>
                  </a:cubicBezTo>
                  <a:cubicBezTo>
                    <a:pt x="3156" y="23939"/>
                    <a:pt x="3490" y="24074"/>
                    <a:pt x="3837" y="24074"/>
                  </a:cubicBezTo>
                  <a:lnTo>
                    <a:pt x="5900" y="24088"/>
                  </a:lnTo>
                  <a:lnTo>
                    <a:pt x="12764" y="24123"/>
                  </a:lnTo>
                  <a:lnTo>
                    <a:pt x="12771" y="24123"/>
                  </a:lnTo>
                  <a:cubicBezTo>
                    <a:pt x="13105" y="24123"/>
                    <a:pt x="13431" y="24003"/>
                    <a:pt x="13686" y="23790"/>
                  </a:cubicBezTo>
                  <a:cubicBezTo>
                    <a:pt x="15147" y="22542"/>
                    <a:pt x="16352" y="20968"/>
                    <a:pt x="17168" y="19231"/>
                  </a:cubicBezTo>
                  <a:cubicBezTo>
                    <a:pt x="17884" y="17713"/>
                    <a:pt x="18040" y="16302"/>
                    <a:pt x="17629" y="15139"/>
                  </a:cubicBezTo>
                  <a:cubicBezTo>
                    <a:pt x="17543" y="14891"/>
                    <a:pt x="17430" y="14657"/>
                    <a:pt x="17295" y="14437"/>
                  </a:cubicBezTo>
                  <a:cubicBezTo>
                    <a:pt x="16827" y="13686"/>
                    <a:pt x="16076" y="13133"/>
                    <a:pt x="15232" y="12892"/>
                  </a:cubicBezTo>
                  <a:cubicBezTo>
                    <a:pt x="15274" y="12799"/>
                    <a:pt x="15310" y="12707"/>
                    <a:pt x="15352" y="12608"/>
                  </a:cubicBezTo>
                  <a:lnTo>
                    <a:pt x="15359" y="12587"/>
                  </a:lnTo>
                  <a:cubicBezTo>
                    <a:pt x="15650" y="11885"/>
                    <a:pt x="15870" y="11232"/>
                    <a:pt x="16033" y="10587"/>
                  </a:cubicBezTo>
                  <a:cubicBezTo>
                    <a:pt x="16168" y="10041"/>
                    <a:pt x="16295" y="9389"/>
                    <a:pt x="16175" y="8673"/>
                  </a:cubicBezTo>
                  <a:cubicBezTo>
                    <a:pt x="16012" y="7701"/>
                    <a:pt x="15416" y="6907"/>
                    <a:pt x="14587" y="6553"/>
                  </a:cubicBezTo>
                  <a:cubicBezTo>
                    <a:pt x="14537" y="6531"/>
                    <a:pt x="14487" y="6517"/>
                    <a:pt x="14445" y="6496"/>
                  </a:cubicBezTo>
                  <a:cubicBezTo>
                    <a:pt x="14516" y="6241"/>
                    <a:pt x="14579" y="5971"/>
                    <a:pt x="14622" y="5702"/>
                  </a:cubicBezTo>
                  <a:cubicBezTo>
                    <a:pt x="14906" y="3971"/>
                    <a:pt x="14445" y="2298"/>
                    <a:pt x="13381" y="1227"/>
                  </a:cubicBezTo>
                  <a:cubicBezTo>
                    <a:pt x="12608" y="447"/>
                    <a:pt x="11495" y="1"/>
                    <a:pt x="103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7"/>
            <p:cNvSpPr/>
            <p:nvPr/>
          </p:nvSpPr>
          <p:spPr>
            <a:xfrm>
              <a:off x="3663113" y="1518438"/>
              <a:ext cx="552950" cy="764648"/>
            </a:xfrm>
            <a:custGeom>
              <a:avLst/>
              <a:gdLst/>
              <a:ahLst/>
              <a:cxnLst/>
              <a:rect l="l" t="t" r="r" b="b"/>
              <a:pathLst>
                <a:path w="15395" h="21289" extrusionOk="0">
                  <a:moveTo>
                    <a:pt x="8997" y="0"/>
                  </a:moveTo>
                  <a:cubicBezTo>
                    <a:pt x="8454" y="0"/>
                    <a:pt x="7910" y="139"/>
                    <a:pt x="7446" y="420"/>
                  </a:cubicBezTo>
                  <a:cubicBezTo>
                    <a:pt x="6326" y="1094"/>
                    <a:pt x="5723" y="2484"/>
                    <a:pt x="5886" y="3774"/>
                  </a:cubicBezTo>
                  <a:cubicBezTo>
                    <a:pt x="5482" y="3129"/>
                    <a:pt x="4915" y="2668"/>
                    <a:pt x="4284" y="2583"/>
                  </a:cubicBezTo>
                  <a:cubicBezTo>
                    <a:pt x="4212" y="2573"/>
                    <a:pt x="4140" y="2568"/>
                    <a:pt x="4067" y="2568"/>
                  </a:cubicBezTo>
                  <a:cubicBezTo>
                    <a:pt x="3505" y="2568"/>
                    <a:pt x="2944" y="2855"/>
                    <a:pt x="2617" y="3320"/>
                  </a:cubicBezTo>
                  <a:cubicBezTo>
                    <a:pt x="2291" y="3802"/>
                    <a:pt x="2220" y="4419"/>
                    <a:pt x="2242" y="5001"/>
                  </a:cubicBezTo>
                  <a:cubicBezTo>
                    <a:pt x="2284" y="6206"/>
                    <a:pt x="2681" y="7397"/>
                    <a:pt x="3362" y="8397"/>
                  </a:cubicBezTo>
                  <a:cubicBezTo>
                    <a:pt x="2997" y="8272"/>
                    <a:pt x="2571" y="8164"/>
                    <a:pt x="2142" y="8164"/>
                  </a:cubicBezTo>
                  <a:cubicBezTo>
                    <a:pt x="2038" y="8164"/>
                    <a:pt x="1934" y="8171"/>
                    <a:pt x="1830" y="8185"/>
                  </a:cubicBezTo>
                  <a:cubicBezTo>
                    <a:pt x="1298" y="8255"/>
                    <a:pt x="774" y="8553"/>
                    <a:pt x="519" y="9021"/>
                  </a:cubicBezTo>
                  <a:cubicBezTo>
                    <a:pt x="221" y="9560"/>
                    <a:pt x="306" y="10220"/>
                    <a:pt x="448" y="10815"/>
                  </a:cubicBezTo>
                  <a:cubicBezTo>
                    <a:pt x="866" y="12545"/>
                    <a:pt x="1745" y="14162"/>
                    <a:pt x="2979" y="15445"/>
                  </a:cubicBezTo>
                  <a:cubicBezTo>
                    <a:pt x="2761" y="15360"/>
                    <a:pt x="2529" y="15320"/>
                    <a:pt x="2297" y="15320"/>
                  </a:cubicBezTo>
                  <a:cubicBezTo>
                    <a:pt x="1545" y="15320"/>
                    <a:pt x="783" y="15737"/>
                    <a:pt x="448" y="16381"/>
                  </a:cubicBezTo>
                  <a:cubicBezTo>
                    <a:pt x="1" y="17225"/>
                    <a:pt x="164" y="18282"/>
                    <a:pt x="632" y="19118"/>
                  </a:cubicBezTo>
                  <a:cubicBezTo>
                    <a:pt x="1093" y="19948"/>
                    <a:pt x="1816" y="20600"/>
                    <a:pt x="2518" y="21239"/>
                  </a:cubicBezTo>
                  <a:lnTo>
                    <a:pt x="11445" y="21288"/>
                  </a:lnTo>
                  <a:cubicBezTo>
                    <a:pt x="12757" y="20175"/>
                    <a:pt x="13828" y="18771"/>
                    <a:pt x="14558" y="17211"/>
                  </a:cubicBezTo>
                  <a:cubicBezTo>
                    <a:pt x="15069" y="16126"/>
                    <a:pt x="15395" y="14786"/>
                    <a:pt x="14764" y="13772"/>
                  </a:cubicBezTo>
                  <a:cubicBezTo>
                    <a:pt x="14402" y="13184"/>
                    <a:pt x="13736" y="12794"/>
                    <a:pt x="13041" y="12765"/>
                  </a:cubicBezTo>
                  <a:cubicBezTo>
                    <a:pt x="13014" y="12764"/>
                    <a:pt x="12986" y="12763"/>
                    <a:pt x="12959" y="12763"/>
                  </a:cubicBezTo>
                  <a:cubicBezTo>
                    <a:pt x="12298" y="12763"/>
                    <a:pt x="11642" y="13092"/>
                    <a:pt x="11247" y="13623"/>
                  </a:cubicBezTo>
                  <a:cubicBezTo>
                    <a:pt x="12147" y="11971"/>
                    <a:pt x="12920" y="10439"/>
                    <a:pt x="13331" y="8823"/>
                  </a:cubicBezTo>
                  <a:cubicBezTo>
                    <a:pt x="13445" y="8383"/>
                    <a:pt x="13523" y="7936"/>
                    <a:pt x="13452" y="7490"/>
                  </a:cubicBezTo>
                  <a:cubicBezTo>
                    <a:pt x="13374" y="7050"/>
                    <a:pt x="13119" y="6617"/>
                    <a:pt x="12708" y="6440"/>
                  </a:cubicBezTo>
                  <a:cubicBezTo>
                    <a:pt x="12568" y="6381"/>
                    <a:pt x="12420" y="6355"/>
                    <a:pt x="12271" y="6355"/>
                  </a:cubicBezTo>
                  <a:cubicBezTo>
                    <a:pt x="12025" y="6355"/>
                    <a:pt x="11775" y="6427"/>
                    <a:pt x="11559" y="6547"/>
                  </a:cubicBezTo>
                  <a:cubicBezTo>
                    <a:pt x="11204" y="6731"/>
                    <a:pt x="10921" y="7022"/>
                    <a:pt x="10658" y="7319"/>
                  </a:cubicBezTo>
                  <a:cubicBezTo>
                    <a:pt x="11162" y="6242"/>
                    <a:pt x="11708" y="5192"/>
                    <a:pt x="11899" y="4051"/>
                  </a:cubicBezTo>
                  <a:cubicBezTo>
                    <a:pt x="12084" y="2909"/>
                    <a:pt x="11871" y="1633"/>
                    <a:pt x="11048" y="810"/>
                  </a:cubicBezTo>
                  <a:cubicBezTo>
                    <a:pt x="10515" y="273"/>
                    <a:pt x="9757" y="0"/>
                    <a:pt x="89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7"/>
            <p:cNvSpPr/>
            <p:nvPr/>
          </p:nvSpPr>
          <p:spPr>
            <a:xfrm>
              <a:off x="3960691" y="1647327"/>
              <a:ext cx="73882" cy="67273"/>
            </a:xfrm>
            <a:custGeom>
              <a:avLst/>
              <a:gdLst/>
              <a:ahLst/>
              <a:cxnLst/>
              <a:rect l="l" t="t" r="r" b="b"/>
              <a:pathLst>
                <a:path w="2057" h="1873" extrusionOk="0">
                  <a:moveTo>
                    <a:pt x="1090" y="0"/>
                  </a:moveTo>
                  <a:cubicBezTo>
                    <a:pt x="726" y="0"/>
                    <a:pt x="363" y="158"/>
                    <a:pt x="192" y="475"/>
                  </a:cubicBezTo>
                  <a:cubicBezTo>
                    <a:pt x="1" y="837"/>
                    <a:pt x="72" y="1312"/>
                    <a:pt x="362" y="1602"/>
                  </a:cubicBezTo>
                  <a:cubicBezTo>
                    <a:pt x="539" y="1779"/>
                    <a:pt x="792" y="1873"/>
                    <a:pt x="1043" y="1873"/>
                  </a:cubicBezTo>
                  <a:cubicBezTo>
                    <a:pt x="1196" y="1873"/>
                    <a:pt x="1348" y="1838"/>
                    <a:pt x="1483" y="1765"/>
                  </a:cubicBezTo>
                  <a:cubicBezTo>
                    <a:pt x="1844" y="1581"/>
                    <a:pt x="2057" y="1149"/>
                    <a:pt x="2000" y="751"/>
                  </a:cubicBezTo>
                  <a:cubicBezTo>
                    <a:pt x="1936" y="347"/>
                    <a:pt x="1603" y="50"/>
                    <a:pt x="1220" y="7"/>
                  </a:cubicBezTo>
                  <a:cubicBezTo>
                    <a:pt x="1177" y="2"/>
                    <a:pt x="1133" y="0"/>
                    <a:pt x="10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7"/>
            <p:cNvSpPr/>
            <p:nvPr/>
          </p:nvSpPr>
          <p:spPr>
            <a:xfrm>
              <a:off x="3987953" y="1666399"/>
              <a:ext cx="19898" cy="19898"/>
            </a:xfrm>
            <a:custGeom>
              <a:avLst/>
              <a:gdLst/>
              <a:ahLst/>
              <a:cxnLst/>
              <a:rect l="l" t="t" r="r" b="b"/>
              <a:pathLst>
                <a:path w="554" h="554" fill="none" extrusionOk="0">
                  <a:moveTo>
                    <a:pt x="376" y="86"/>
                  </a:moveTo>
                  <a:cubicBezTo>
                    <a:pt x="241" y="1"/>
                    <a:pt x="36" y="100"/>
                    <a:pt x="22" y="256"/>
                  </a:cubicBezTo>
                  <a:cubicBezTo>
                    <a:pt x="0" y="419"/>
                    <a:pt x="185" y="554"/>
                    <a:pt x="334" y="504"/>
                  </a:cubicBezTo>
                  <a:cubicBezTo>
                    <a:pt x="482" y="447"/>
                    <a:pt x="553" y="192"/>
                    <a:pt x="376" y="86"/>
                  </a:cubicBez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7"/>
            <p:cNvSpPr/>
            <p:nvPr/>
          </p:nvSpPr>
          <p:spPr>
            <a:xfrm>
              <a:off x="3797085" y="1923875"/>
              <a:ext cx="62963" cy="60126"/>
            </a:xfrm>
            <a:custGeom>
              <a:avLst/>
              <a:gdLst/>
              <a:ahLst/>
              <a:cxnLst/>
              <a:rect l="l" t="t" r="r" b="b"/>
              <a:pathLst>
                <a:path w="1753" h="1674" extrusionOk="0">
                  <a:moveTo>
                    <a:pt x="910" y="1"/>
                  </a:moveTo>
                  <a:cubicBezTo>
                    <a:pt x="660" y="1"/>
                    <a:pt x="408" y="109"/>
                    <a:pt x="249" y="300"/>
                  </a:cubicBezTo>
                  <a:cubicBezTo>
                    <a:pt x="36" y="555"/>
                    <a:pt x="1" y="945"/>
                    <a:pt x="157" y="1236"/>
                  </a:cubicBezTo>
                  <a:cubicBezTo>
                    <a:pt x="306" y="1502"/>
                    <a:pt x="609" y="1673"/>
                    <a:pt x="910" y="1673"/>
                  </a:cubicBezTo>
                  <a:cubicBezTo>
                    <a:pt x="938" y="1673"/>
                    <a:pt x="966" y="1672"/>
                    <a:pt x="993" y="1669"/>
                  </a:cubicBezTo>
                  <a:cubicBezTo>
                    <a:pt x="1334" y="1626"/>
                    <a:pt x="1639" y="1342"/>
                    <a:pt x="1695" y="1009"/>
                  </a:cubicBezTo>
                  <a:cubicBezTo>
                    <a:pt x="1752" y="669"/>
                    <a:pt x="1596" y="187"/>
                    <a:pt x="1156" y="38"/>
                  </a:cubicBezTo>
                  <a:cubicBezTo>
                    <a:pt x="1077" y="13"/>
                    <a:pt x="993" y="1"/>
                    <a:pt x="9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7"/>
            <p:cNvSpPr/>
            <p:nvPr/>
          </p:nvSpPr>
          <p:spPr>
            <a:xfrm>
              <a:off x="3823053" y="1942265"/>
              <a:ext cx="19647" cy="19898"/>
            </a:xfrm>
            <a:custGeom>
              <a:avLst/>
              <a:gdLst/>
              <a:ahLst/>
              <a:cxnLst/>
              <a:rect l="l" t="t" r="r" b="b"/>
              <a:pathLst>
                <a:path w="547" h="554" fill="none" extrusionOk="0">
                  <a:moveTo>
                    <a:pt x="370" y="79"/>
                  </a:moveTo>
                  <a:cubicBezTo>
                    <a:pt x="235" y="1"/>
                    <a:pt x="29" y="100"/>
                    <a:pt x="15" y="256"/>
                  </a:cubicBezTo>
                  <a:cubicBezTo>
                    <a:pt x="1" y="412"/>
                    <a:pt x="185" y="554"/>
                    <a:pt x="327" y="497"/>
                  </a:cubicBezTo>
                  <a:cubicBezTo>
                    <a:pt x="476" y="448"/>
                    <a:pt x="547" y="192"/>
                    <a:pt x="370" y="79"/>
                  </a:cubicBez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7"/>
            <p:cNvSpPr/>
            <p:nvPr/>
          </p:nvSpPr>
          <p:spPr>
            <a:xfrm>
              <a:off x="3864826" y="1800929"/>
              <a:ext cx="105238" cy="111847"/>
            </a:xfrm>
            <a:custGeom>
              <a:avLst/>
              <a:gdLst/>
              <a:ahLst/>
              <a:cxnLst/>
              <a:rect l="l" t="t" r="r" b="b"/>
              <a:pathLst>
                <a:path w="2930" h="3114" extrusionOk="0">
                  <a:moveTo>
                    <a:pt x="1376" y="0"/>
                  </a:moveTo>
                  <a:cubicBezTo>
                    <a:pt x="1327" y="0"/>
                    <a:pt x="1277" y="29"/>
                    <a:pt x="1242" y="71"/>
                  </a:cubicBezTo>
                  <a:cubicBezTo>
                    <a:pt x="1213" y="114"/>
                    <a:pt x="1199" y="164"/>
                    <a:pt x="1185" y="213"/>
                  </a:cubicBezTo>
                  <a:cubicBezTo>
                    <a:pt x="1107" y="511"/>
                    <a:pt x="1135" y="830"/>
                    <a:pt x="1171" y="1170"/>
                  </a:cubicBezTo>
                  <a:cubicBezTo>
                    <a:pt x="1008" y="951"/>
                    <a:pt x="837" y="717"/>
                    <a:pt x="589" y="610"/>
                  </a:cubicBezTo>
                  <a:cubicBezTo>
                    <a:pt x="542" y="591"/>
                    <a:pt x="488" y="575"/>
                    <a:pt x="436" y="575"/>
                  </a:cubicBezTo>
                  <a:cubicBezTo>
                    <a:pt x="395" y="575"/>
                    <a:pt x="355" y="585"/>
                    <a:pt x="320" y="610"/>
                  </a:cubicBezTo>
                  <a:cubicBezTo>
                    <a:pt x="263" y="653"/>
                    <a:pt x="235" y="731"/>
                    <a:pt x="242" y="802"/>
                  </a:cubicBezTo>
                  <a:cubicBezTo>
                    <a:pt x="249" y="873"/>
                    <a:pt x="291" y="936"/>
                    <a:pt x="334" y="1000"/>
                  </a:cubicBezTo>
                  <a:cubicBezTo>
                    <a:pt x="469" y="1170"/>
                    <a:pt x="681" y="1263"/>
                    <a:pt x="887" y="1362"/>
                  </a:cubicBezTo>
                  <a:cubicBezTo>
                    <a:pt x="731" y="1390"/>
                    <a:pt x="568" y="1412"/>
                    <a:pt x="419" y="1475"/>
                  </a:cubicBezTo>
                  <a:cubicBezTo>
                    <a:pt x="277" y="1539"/>
                    <a:pt x="135" y="1638"/>
                    <a:pt x="57" y="1780"/>
                  </a:cubicBezTo>
                  <a:cubicBezTo>
                    <a:pt x="22" y="1851"/>
                    <a:pt x="1" y="1943"/>
                    <a:pt x="57" y="2007"/>
                  </a:cubicBezTo>
                  <a:cubicBezTo>
                    <a:pt x="87" y="2036"/>
                    <a:pt x="128" y="2046"/>
                    <a:pt x="172" y="2046"/>
                  </a:cubicBezTo>
                  <a:cubicBezTo>
                    <a:pt x="203" y="2046"/>
                    <a:pt x="234" y="2041"/>
                    <a:pt x="263" y="2035"/>
                  </a:cubicBezTo>
                  <a:cubicBezTo>
                    <a:pt x="547" y="1972"/>
                    <a:pt x="795" y="1801"/>
                    <a:pt x="1071" y="1638"/>
                  </a:cubicBezTo>
                  <a:lnTo>
                    <a:pt x="1071" y="1638"/>
                  </a:lnTo>
                  <a:cubicBezTo>
                    <a:pt x="830" y="1894"/>
                    <a:pt x="582" y="2170"/>
                    <a:pt x="511" y="2511"/>
                  </a:cubicBezTo>
                  <a:cubicBezTo>
                    <a:pt x="497" y="2574"/>
                    <a:pt x="490" y="2631"/>
                    <a:pt x="504" y="2688"/>
                  </a:cubicBezTo>
                  <a:cubicBezTo>
                    <a:pt x="518" y="2752"/>
                    <a:pt x="561" y="2801"/>
                    <a:pt x="618" y="2815"/>
                  </a:cubicBezTo>
                  <a:cubicBezTo>
                    <a:pt x="630" y="2819"/>
                    <a:pt x="642" y="2820"/>
                    <a:pt x="654" y="2820"/>
                  </a:cubicBezTo>
                  <a:cubicBezTo>
                    <a:pt x="725" y="2820"/>
                    <a:pt x="788" y="2771"/>
                    <a:pt x="830" y="2716"/>
                  </a:cubicBezTo>
                  <a:cubicBezTo>
                    <a:pt x="1029" y="2511"/>
                    <a:pt x="1135" y="2234"/>
                    <a:pt x="1249" y="1965"/>
                  </a:cubicBezTo>
                  <a:lnTo>
                    <a:pt x="1249" y="1965"/>
                  </a:lnTo>
                  <a:cubicBezTo>
                    <a:pt x="1213" y="2291"/>
                    <a:pt x="1185" y="2638"/>
                    <a:pt x="1313" y="2936"/>
                  </a:cubicBezTo>
                  <a:cubicBezTo>
                    <a:pt x="1355" y="3021"/>
                    <a:pt x="1419" y="3113"/>
                    <a:pt x="1511" y="3113"/>
                  </a:cubicBezTo>
                  <a:cubicBezTo>
                    <a:pt x="1568" y="3113"/>
                    <a:pt x="1617" y="3078"/>
                    <a:pt x="1653" y="3035"/>
                  </a:cubicBezTo>
                  <a:cubicBezTo>
                    <a:pt x="1681" y="2993"/>
                    <a:pt x="1703" y="2936"/>
                    <a:pt x="1710" y="2886"/>
                  </a:cubicBezTo>
                  <a:cubicBezTo>
                    <a:pt x="1766" y="2596"/>
                    <a:pt x="1653" y="2298"/>
                    <a:pt x="1547" y="1993"/>
                  </a:cubicBezTo>
                  <a:lnTo>
                    <a:pt x="1547" y="1993"/>
                  </a:lnTo>
                  <a:cubicBezTo>
                    <a:pt x="1674" y="2255"/>
                    <a:pt x="1844" y="2511"/>
                    <a:pt x="2100" y="2659"/>
                  </a:cubicBezTo>
                  <a:cubicBezTo>
                    <a:pt x="2156" y="2688"/>
                    <a:pt x="2213" y="2716"/>
                    <a:pt x="2277" y="2716"/>
                  </a:cubicBezTo>
                  <a:cubicBezTo>
                    <a:pt x="2341" y="2716"/>
                    <a:pt x="2412" y="2695"/>
                    <a:pt x="2440" y="2638"/>
                  </a:cubicBezTo>
                  <a:cubicBezTo>
                    <a:pt x="2490" y="2553"/>
                    <a:pt x="2447" y="2454"/>
                    <a:pt x="2390" y="2376"/>
                  </a:cubicBezTo>
                  <a:cubicBezTo>
                    <a:pt x="2241" y="2156"/>
                    <a:pt x="2029" y="1979"/>
                    <a:pt x="1823" y="1816"/>
                  </a:cubicBezTo>
                  <a:lnTo>
                    <a:pt x="1823" y="1816"/>
                  </a:lnTo>
                  <a:cubicBezTo>
                    <a:pt x="1982" y="1859"/>
                    <a:pt x="2149" y="1883"/>
                    <a:pt x="2315" y="1883"/>
                  </a:cubicBezTo>
                  <a:cubicBezTo>
                    <a:pt x="2447" y="1883"/>
                    <a:pt x="2577" y="1868"/>
                    <a:pt x="2702" y="1837"/>
                  </a:cubicBezTo>
                  <a:cubicBezTo>
                    <a:pt x="2795" y="1809"/>
                    <a:pt x="2894" y="1759"/>
                    <a:pt x="2915" y="1667"/>
                  </a:cubicBezTo>
                  <a:cubicBezTo>
                    <a:pt x="2929" y="1603"/>
                    <a:pt x="2894" y="1539"/>
                    <a:pt x="2844" y="1497"/>
                  </a:cubicBezTo>
                  <a:cubicBezTo>
                    <a:pt x="2795" y="1454"/>
                    <a:pt x="2731" y="1433"/>
                    <a:pt x="2667" y="1419"/>
                  </a:cubicBezTo>
                  <a:cubicBezTo>
                    <a:pt x="2539" y="1392"/>
                    <a:pt x="2410" y="1384"/>
                    <a:pt x="2284" y="1384"/>
                  </a:cubicBezTo>
                  <a:cubicBezTo>
                    <a:pt x="2144" y="1384"/>
                    <a:pt x="2007" y="1394"/>
                    <a:pt x="1880" y="1397"/>
                  </a:cubicBezTo>
                  <a:cubicBezTo>
                    <a:pt x="2156" y="1227"/>
                    <a:pt x="2440" y="1043"/>
                    <a:pt x="2610" y="766"/>
                  </a:cubicBezTo>
                  <a:cubicBezTo>
                    <a:pt x="2646" y="702"/>
                    <a:pt x="2681" y="617"/>
                    <a:pt x="2646" y="554"/>
                  </a:cubicBezTo>
                  <a:cubicBezTo>
                    <a:pt x="2624" y="504"/>
                    <a:pt x="2568" y="468"/>
                    <a:pt x="2511" y="461"/>
                  </a:cubicBezTo>
                  <a:cubicBezTo>
                    <a:pt x="2502" y="460"/>
                    <a:pt x="2493" y="460"/>
                    <a:pt x="2484" y="460"/>
                  </a:cubicBezTo>
                  <a:cubicBezTo>
                    <a:pt x="2441" y="460"/>
                    <a:pt x="2394" y="472"/>
                    <a:pt x="2348" y="490"/>
                  </a:cubicBezTo>
                  <a:cubicBezTo>
                    <a:pt x="2178" y="546"/>
                    <a:pt x="2022" y="653"/>
                    <a:pt x="1887" y="780"/>
                  </a:cubicBezTo>
                  <a:cubicBezTo>
                    <a:pt x="1752" y="908"/>
                    <a:pt x="1646" y="1057"/>
                    <a:pt x="1539" y="1206"/>
                  </a:cubicBezTo>
                  <a:cubicBezTo>
                    <a:pt x="1568" y="880"/>
                    <a:pt x="1596" y="554"/>
                    <a:pt x="1547" y="234"/>
                  </a:cubicBezTo>
                  <a:cubicBezTo>
                    <a:pt x="1539" y="185"/>
                    <a:pt x="1525" y="128"/>
                    <a:pt x="1497" y="86"/>
                  </a:cubicBezTo>
                  <a:cubicBezTo>
                    <a:pt x="1476" y="43"/>
                    <a:pt x="1426" y="8"/>
                    <a:pt x="13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7"/>
            <p:cNvSpPr/>
            <p:nvPr/>
          </p:nvSpPr>
          <p:spPr>
            <a:xfrm>
              <a:off x="3910153" y="1853656"/>
              <a:ext cx="12284" cy="12248"/>
            </a:xfrm>
            <a:custGeom>
              <a:avLst/>
              <a:gdLst/>
              <a:ahLst/>
              <a:cxnLst/>
              <a:rect l="l" t="t" r="r" b="b"/>
              <a:pathLst>
                <a:path w="342" h="341" fill="none" extrusionOk="0">
                  <a:moveTo>
                    <a:pt x="221" y="29"/>
                  </a:moveTo>
                  <a:cubicBezTo>
                    <a:pt x="150" y="0"/>
                    <a:pt x="58" y="43"/>
                    <a:pt x="29" y="114"/>
                  </a:cubicBezTo>
                  <a:cubicBezTo>
                    <a:pt x="1" y="185"/>
                    <a:pt x="36" y="270"/>
                    <a:pt x="100" y="305"/>
                  </a:cubicBezTo>
                  <a:cubicBezTo>
                    <a:pt x="171" y="341"/>
                    <a:pt x="263" y="312"/>
                    <a:pt x="306" y="241"/>
                  </a:cubicBezTo>
                  <a:cubicBezTo>
                    <a:pt x="341" y="170"/>
                    <a:pt x="320" y="64"/>
                    <a:pt x="221" y="29"/>
                  </a:cubicBez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7"/>
            <p:cNvSpPr/>
            <p:nvPr/>
          </p:nvSpPr>
          <p:spPr>
            <a:xfrm>
              <a:off x="3821545" y="2058565"/>
              <a:ext cx="83580" cy="89542"/>
            </a:xfrm>
            <a:custGeom>
              <a:avLst/>
              <a:gdLst/>
              <a:ahLst/>
              <a:cxnLst/>
              <a:rect l="l" t="t" r="r" b="b"/>
              <a:pathLst>
                <a:path w="2327" h="2493" extrusionOk="0">
                  <a:moveTo>
                    <a:pt x="874" y="0"/>
                  </a:moveTo>
                  <a:cubicBezTo>
                    <a:pt x="831" y="0"/>
                    <a:pt x="792" y="37"/>
                    <a:pt x="773" y="74"/>
                  </a:cubicBezTo>
                  <a:cubicBezTo>
                    <a:pt x="752" y="124"/>
                    <a:pt x="752" y="173"/>
                    <a:pt x="759" y="223"/>
                  </a:cubicBezTo>
                  <a:cubicBezTo>
                    <a:pt x="773" y="471"/>
                    <a:pt x="816" y="719"/>
                    <a:pt x="858" y="975"/>
                  </a:cubicBezTo>
                  <a:cubicBezTo>
                    <a:pt x="676" y="864"/>
                    <a:pt x="482" y="759"/>
                    <a:pt x="276" y="759"/>
                  </a:cubicBezTo>
                  <a:cubicBezTo>
                    <a:pt x="257" y="759"/>
                    <a:pt x="239" y="760"/>
                    <a:pt x="220" y="762"/>
                  </a:cubicBezTo>
                  <a:cubicBezTo>
                    <a:pt x="171" y="762"/>
                    <a:pt x="121" y="776"/>
                    <a:pt x="85" y="797"/>
                  </a:cubicBezTo>
                  <a:cubicBezTo>
                    <a:pt x="43" y="826"/>
                    <a:pt x="15" y="861"/>
                    <a:pt x="7" y="911"/>
                  </a:cubicBezTo>
                  <a:cubicBezTo>
                    <a:pt x="0" y="953"/>
                    <a:pt x="22" y="996"/>
                    <a:pt x="57" y="1031"/>
                  </a:cubicBezTo>
                  <a:cubicBezTo>
                    <a:pt x="85" y="1060"/>
                    <a:pt x="128" y="1081"/>
                    <a:pt x="163" y="1102"/>
                  </a:cubicBezTo>
                  <a:cubicBezTo>
                    <a:pt x="355" y="1187"/>
                    <a:pt x="553" y="1230"/>
                    <a:pt x="738" y="1280"/>
                  </a:cubicBezTo>
                  <a:cubicBezTo>
                    <a:pt x="525" y="1372"/>
                    <a:pt x="341" y="1514"/>
                    <a:pt x="206" y="1698"/>
                  </a:cubicBezTo>
                  <a:cubicBezTo>
                    <a:pt x="185" y="1733"/>
                    <a:pt x="156" y="1769"/>
                    <a:pt x="149" y="1811"/>
                  </a:cubicBezTo>
                  <a:cubicBezTo>
                    <a:pt x="135" y="1854"/>
                    <a:pt x="142" y="1897"/>
                    <a:pt x="171" y="1932"/>
                  </a:cubicBezTo>
                  <a:cubicBezTo>
                    <a:pt x="194" y="1955"/>
                    <a:pt x="227" y="1969"/>
                    <a:pt x="258" y="1969"/>
                  </a:cubicBezTo>
                  <a:cubicBezTo>
                    <a:pt x="264" y="1969"/>
                    <a:pt x="271" y="1969"/>
                    <a:pt x="277" y="1967"/>
                  </a:cubicBezTo>
                  <a:cubicBezTo>
                    <a:pt x="319" y="1967"/>
                    <a:pt x="355" y="1953"/>
                    <a:pt x="390" y="1932"/>
                  </a:cubicBezTo>
                  <a:cubicBezTo>
                    <a:pt x="568" y="1854"/>
                    <a:pt x="724" y="1726"/>
                    <a:pt x="844" y="1542"/>
                  </a:cubicBezTo>
                  <a:lnTo>
                    <a:pt x="844" y="1542"/>
                  </a:lnTo>
                  <a:cubicBezTo>
                    <a:pt x="745" y="1776"/>
                    <a:pt x="653" y="2010"/>
                    <a:pt x="617" y="2251"/>
                  </a:cubicBezTo>
                  <a:cubicBezTo>
                    <a:pt x="610" y="2308"/>
                    <a:pt x="603" y="2357"/>
                    <a:pt x="624" y="2407"/>
                  </a:cubicBezTo>
                  <a:cubicBezTo>
                    <a:pt x="639" y="2450"/>
                    <a:pt x="681" y="2492"/>
                    <a:pt x="731" y="2492"/>
                  </a:cubicBezTo>
                  <a:cubicBezTo>
                    <a:pt x="787" y="2492"/>
                    <a:pt x="830" y="2442"/>
                    <a:pt x="858" y="2393"/>
                  </a:cubicBezTo>
                  <a:cubicBezTo>
                    <a:pt x="1000" y="2166"/>
                    <a:pt x="1071" y="1904"/>
                    <a:pt x="1135" y="1627"/>
                  </a:cubicBezTo>
                  <a:cubicBezTo>
                    <a:pt x="1177" y="1875"/>
                    <a:pt x="1270" y="2116"/>
                    <a:pt x="1397" y="2329"/>
                  </a:cubicBezTo>
                  <a:cubicBezTo>
                    <a:pt x="1436" y="2394"/>
                    <a:pt x="1499" y="2459"/>
                    <a:pt x="1568" y="2459"/>
                  </a:cubicBezTo>
                  <a:cubicBezTo>
                    <a:pt x="1575" y="2459"/>
                    <a:pt x="1582" y="2458"/>
                    <a:pt x="1589" y="2457"/>
                  </a:cubicBezTo>
                  <a:cubicBezTo>
                    <a:pt x="1674" y="2442"/>
                    <a:pt x="1709" y="2336"/>
                    <a:pt x="1702" y="2244"/>
                  </a:cubicBezTo>
                  <a:cubicBezTo>
                    <a:pt x="1695" y="1996"/>
                    <a:pt x="1546" y="1783"/>
                    <a:pt x="1397" y="1577"/>
                  </a:cubicBezTo>
                  <a:lnTo>
                    <a:pt x="1397" y="1577"/>
                  </a:lnTo>
                  <a:cubicBezTo>
                    <a:pt x="1516" y="1623"/>
                    <a:pt x="1642" y="1646"/>
                    <a:pt x="1769" y="1646"/>
                  </a:cubicBezTo>
                  <a:cubicBezTo>
                    <a:pt x="1899" y="1646"/>
                    <a:pt x="2030" y="1621"/>
                    <a:pt x="2149" y="1570"/>
                  </a:cubicBezTo>
                  <a:cubicBezTo>
                    <a:pt x="2234" y="1542"/>
                    <a:pt x="2326" y="1464"/>
                    <a:pt x="2298" y="1379"/>
                  </a:cubicBezTo>
                  <a:cubicBezTo>
                    <a:pt x="2276" y="1315"/>
                    <a:pt x="2191" y="1287"/>
                    <a:pt x="2128" y="1280"/>
                  </a:cubicBezTo>
                  <a:cubicBezTo>
                    <a:pt x="1957" y="1251"/>
                    <a:pt x="1787" y="1244"/>
                    <a:pt x="1603" y="1216"/>
                  </a:cubicBezTo>
                  <a:cubicBezTo>
                    <a:pt x="1780" y="1159"/>
                    <a:pt x="1950" y="1074"/>
                    <a:pt x="2106" y="975"/>
                  </a:cubicBezTo>
                  <a:cubicBezTo>
                    <a:pt x="2149" y="946"/>
                    <a:pt x="2191" y="918"/>
                    <a:pt x="2220" y="875"/>
                  </a:cubicBezTo>
                  <a:cubicBezTo>
                    <a:pt x="2248" y="833"/>
                    <a:pt x="2255" y="776"/>
                    <a:pt x="2234" y="734"/>
                  </a:cubicBezTo>
                  <a:cubicBezTo>
                    <a:pt x="2213" y="691"/>
                    <a:pt x="2170" y="670"/>
                    <a:pt x="2120" y="670"/>
                  </a:cubicBezTo>
                  <a:cubicBezTo>
                    <a:pt x="2112" y="668"/>
                    <a:pt x="2104" y="668"/>
                    <a:pt x="2096" y="668"/>
                  </a:cubicBezTo>
                  <a:cubicBezTo>
                    <a:pt x="2062" y="668"/>
                    <a:pt x="2027" y="678"/>
                    <a:pt x="1993" y="684"/>
                  </a:cubicBezTo>
                  <a:cubicBezTo>
                    <a:pt x="1801" y="748"/>
                    <a:pt x="1631" y="840"/>
                    <a:pt x="1454" y="939"/>
                  </a:cubicBezTo>
                  <a:cubicBezTo>
                    <a:pt x="1589" y="734"/>
                    <a:pt x="1695" y="521"/>
                    <a:pt x="1759" y="294"/>
                  </a:cubicBezTo>
                  <a:cubicBezTo>
                    <a:pt x="1773" y="244"/>
                    <a:pt x="1787" y="195"/>
                    <a:pt x="1780" y="145"/>
                  </a:cubicBezTo>
                  <a:cubicBezTo>
                    <a:pt x="1780" y="95"/>
                    <a:pt x="1752" y="46"/>
                    <a:pt x="1709" y="25"/>
                  </a:cubicBezTo>
                  <a:cubicBezTo>
                    <a:pt x="1691" y="12"/>
                    <a:pt x="1669" y="6"/>
                    <a:pt x="1647" y="6"/>
                  </a:cubicBezTo>
                  <a:cubicBezTo>
                    <a:pt x="1618" y="6"/>
                    <a:pt x="1588" y="16"/>
                    <a:pt x="1560" y="32"/>
                  </a:cubicBezTo>
                  <a:cubicBezTo>
                    <a:pt x="1518" y="53"/>
                    <a:pt x="1482" y="95"/>
                    <a:pt x="1454" y="138"/>
                  </a:cubicBezTo>
                  <a:cubicBezTo>
                    <a:pt x="1291" y="358"/>
                    <a:pt x="1220" y="620"/>
                    <a:pt x="1163" y="890"/>
                  </a:cubicBezTo>
                  <a:cubicBezTo>
                    <a:pt x="1135" y="634"/>
                    <a:pt x="1078" y="379"/>
                    <a:pt x="1000" y="138"/>
                  </a:cubicBezTo>
                  <a:cubicBezTo>
                    <a:pt x="986" y="81"/>
                    <a:pt x="958" y="10"/>
                    <a:pt x="894" y="3"/>
                  </a:cubicBezTo>
                  <a:cubicBezTo>
                    <a:pt x="887" y="1"/>
                    <a:pt x="880" y="0"/>
                    <a:pt x="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7"/>
            <p:cNvSpPr/>
            <p:nvPr/>
          </p:nvSpPr>
          <p:spPr>
            <a:xfrm>
              <a:off x="3859725" y="2097644"/>
              <a:ext cx="8979" cy="8692"/>
            </a:xfrm>
            <a:custGeom>
              <a:avLst/>
              <a:gdLst/>
              <a:ahLst/>
              <a:cxnLst/>
              <a:rect l="l" t="t" r="r" b="b"/>
              <a:pathLst>
                <a:path w="250" h="242" fill="none" extrusionOk="0">
                  <a:moveTo>
                    <a:pt x="192" y="36"/>
                  </a:moveTo>
                  <a:cubicBezTo>
                    <a:pt x="150" y="0"/>
                    <a:pt x="79" y="0"/>
                    <a:pt x="43" y="36"/>
                  </a:cubicBezTo>
                  <a:cubicBezTo>
                    <a:pt x="1" y="78"/>
                    <a:pt x="1" y="149"/>
                    <a:pt x="36" y="192"/>
                  </a:cubicBezTo>
                  <a:cubicBezTo>
                    <a:pt x="72" y="234"/>
                    <a:pt x="143" y="241"/>
                    <a:pt x="192" y="199"/>
                  </a:cubicBezTo>
                  <a:cubicBezTo>
                    <a:pt x="235" y="163"/>
                    <a:pt x="249" y="85"/>
                    <a:pt x="192" y="36"/>
                  </a:cubicBez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7"/>
            <p:cNvSpPr/>
            <p:nvPr/>
          </p:nvSpPr>
          <p:spPr>
            <a:xfrm>
              <a:off x="4017422" y="2069702"/>
              <a:ext cx="91230" cy="96834"/>
            </a:xfrm>
            <a:custGeom>
              <a:avLst/>
              <a:gdLst/>
              <a:ahLst/>
              <a:cxnLst/>
              <a:rect l="l" t="t" r="r" b="b"/>
              <a:pathLst>
                <a:path w="2540" h="2696" extrusionOk="0">
                  <a:moveTo>
                    <a:pt x="1206" y="1"/>
                  </a:moveTo>
                  <a:cubicBezTo>
                    <a:pt x="1157" y="1"/>
                    <a:pt x="1114" y="22"/>
                    <a:pt x="1093" y="58"/>
                  </a:cubicBezTo>
                  <a:cubicBezTo>
                    <a:pt x="1065" y="93"/>
                    <a:pt x="1050" y="136"/>
                    <a:pt x="1036" y="185"/>
                  </a:cubicBezTo>
                  <a:cubicBezTo>
                    <a:pt x="965" y="441"/>
                    <a:pt x="987" y="717"/>
                    <a:pt x="1015" y="1008"/>
                  </a:cubicBezTo>
                  <a:cubicBezTo>
                    <a:pt x="880" y="816"/>
                    <a:pt x="738" y="618"/>
                    <a:pt x="519" y="526"/>
                  </a:cubicBezTo>
                  <a:cubicBezTo>
                    <a:pt x="478" y="505"/>
                    <a:pt x="429" y="489"/>
                    <a:pt x="382" y="489"/>
                  </a:cubicBezTo>
                  <a:cubicBezTo>
                    <a:pt x="348" y="489"/>
                    <a:pt x="314" y="498"/>
                    <a:pt x="285" y="519"/>
                  </a:cubicBezTo>
                  <a:cubicBezTo>
                    <a:pt x="235" y="554"/>
                    <a:pt x="214" y="625"/>
                    <a:pt x="221" y="682"/>
                  </a:cubicBezTo>
                  <a:cubicBezTo>
                    <a:pt x="228" y="745"/>
                    <a:pt x="256" y="802"/>
                    <a:pt x="299" y="852"/>
                  </a:cubicBezTo>
                  <a:cubicBezTo>
                    <a:pt x="412" y="1008"/>
                    <a:pt x="590" y="1086"/>
                    <a:pt x="774" y="1171"/>
                  </a:cubicBezTo>
                  <a:cubicBezTo>
                    <a:pt x="639" y="1192"/>
                    <a:pt x="497" y="1221"/>
                    <a:pt x="370" y="1270"/>
                  </a:cubicBezTo>
                  <a:cubicBezTo>
                    <a:pt x="242" y="1320"/>
                    <a:pt x="122" y="1405"/>
                    <a:pt x="51" y="1525"/>
                  </a:cubicBezTo>
                  <a:cubicBezTo>
                    <a:pt x="22" y="1589"/>
                    <a:pt x="1" y="1674"/>
                    <a:pt x="51" y="1724"/>
                  </a:cubicBezTo>
                  <a:cubicBezTo>
                    <a:pt x="76" y="1753"/>
                    <a:pt x="111" y="1763"/>
                    <a:pt x="148" y="1763"/>
                  </a:cubicBezTo>
                  <a:cubicBezTo>
                    <a:pt x="174" y="1763"/>
                    <a:pt x="202" y="1758"/>
                    <a:pt x="228" y="1752"/>
                  </a:cubicBezTo>
                  <a:cubicBezTo>
                    <a:pt x="476" y="1696"/>
                    <a:pt x="689" y="1554"/>
                    <a:pt x="930" y="1412"/>
                  </a:cubicBezTo>
                  <a:lnTo>
                    <a:pt x="930" y="1412"/>
                  </a:lnTo>
                  <a:cubicBezTo>
                    <a:pt x="724" y="1632"/>
                    <a:pt x="504" y="1873"/>
                    <a:pt x="441" y="2164"/>
                  </a:cubicBezTo>
                  <a:cubicBezTo>
                    <a:pt x="426" y="2220"/>
                    <a:pt x="419" y="2270"/>
                    <a:pt x="434" y="2320"/>
                  </a:cubicBezTo>
                  <a:cubicBezTo>
                    <a:pt x="448" y="2369"/>
                    <a:pt x="483" y="2419"/>
                    <a:pt x="533" y="2426"/>
                  </a:cubicBezTo>
                  <a:cubicBezTo>
                    <a:pt x="544" y="2429"/>
                    <a:pt x="556" y="2431"/>
                    <a:pt x="567" y="2431"/>
                  </a:cubicBezTo>
                  <a:cubicBezTo>
                    <a:pt x="624" y="2431"/>
                    <a:pt x="676" y="2389"/>
                    <a:pt x="717" y="2348"/>
                  </a:cubicBezTo>
                  <a:cubicBezTo>
                    <a:pt x="887" y="2171"/>
                    <a:pt x="980" y="1930"/>
                    <a:pt x="1086" y="1696"/>
                  </a:cubicBezTo>
                  <a:lnTo>
                    <a:pt x="1086" y="1696"/>
                  </a:lnTo>
                  <a:cubicBezTo>
                    <a:pt x="1050" y="1979"/>
                    <a:pt x="1022" y="2277"/>
                    <a:pt x="1136" y="2539"/>
                  </a:cubicBezTo>
                  <a:cubicBezTo>
                    <a:pt x="1164" y="2610"/>
                    <a:pt x="1221" y="2688"/>
                    <a:pt x="1299" y="2695"/>
                  </a:cubicBezTo>
                  <a:cubicBezTo>
                    <a:pt x="1348" y="2695"/>
                    <a:pt x="1391" y="2667"/>
                    <a:pt x="1419" y="2624"/>
                  </a:cubicBezTo>
                  <a:cubicBezTo>
                    <a:pt x="1447" y="2589"/>
                    <a:pt x="1462" y="2539"/>
                    <a:pt x="1476" y="2497"/>
                  </a:cubicBezTo>
                  <a:cubicBezTo>
                    <a:pt x="1525" y="2242"/>
                    <a:pt x="1426" y="1986"/>
                    <a:pt x="1341" y="1724"/>
                  </a:cubicBezTo>
                  <a:lnTo>
                    <a:pt x="1341" y="1724"/>
                  </a:lnTo>
                  <a:cubicBezTo>
                    <a:pt x="1447" y="1951"/>
                    <a:pt x="1596" y="2171"/>
                    <a:pt x="1816" y="2298"/>
                  </a:cubicBezTo>
                  <a:cubicBezTo>
                    <a:pt x="1859" y="2327"/>
                    <a:pt x="1915" y="2355"/>
                    <a:pt x="1965" y="2355"/>
                  </a:cubicBezTo>
                  <a:cubicBezTo>
                    <a:pt x="2022" y="2355"/>
                    <a:pt x="2079" y="2334"/>
                    <a:pt x="2107" y="2284"/>
                  </a:cubicBezTo>
                  <a:cubicBezTo>
                    <a:pt x="2149" y="2213"/>
                    <a:pt x="2114" y="2128"/>
                    <a:pt x="2064" y="2057"/>
                  </a:cubicBezTo>
                  <a:cubicBezTo>
                    <a:pt x="1937" y="1866"/>
                    <a:pt x="1759" y="1717"/>
                    <a:pt x="1575" y="1568"/>
                  </a:cubicBezTo>
                  <a:lnTo>
                    <a:pt x="1575" y="1568"/>
                  </a:lnTo>
                  <a:cubicBezTo>
                    <a:pt x="1722" y="1610"/>
                    <a:pt x="1875" y="1634"/>
                    <a:pt x="2028" y="1634"/>
                  </a:cubicBezTo>
                  <a:cubicBezTo>
                    <a:pt x="2134" y="1634"/>
                    <a:pt x="2239" y="1623"/>
                    <a:pt x="2341" y="1596"/>
                  </a:cubicBezTo>
                  <a:cubicBezTo>
                    <a:pt x="2419" y="1575"/>
                    <a:pt x="2504" y="1533"/>
                    <a:pt x="2525" y="1455"/>
                  </a:cubicBezTo>
                  <a:cubicBezTo>
                    <a:pt x="2539" y="1398"/>
                    <a:pt x="2504" y="1341"/>
                    <a:pt x="2461" y="1306"/>
                  </a:cubicBezTo>
                  <a:cubicBezTo>
                    <a:pt x="2419" y="1263"/>
                    <a:pt x="2362" y="1249"/>
                    <a:pt x="2305" y="1235"/>
                  </a:cubicBezTo>
                  <a:cubicBezTo>
                    <a:pt x="2192" y="1210"/>
                    <a:pt x="2077" y="1203"/>
                    <a:pt x="1962" y="1203"/>
                  </a:cubicBezTo>
                  <a:cubicBezTo>
                    <a:pt x="1848" y="1203"/>
                    <a:pt x="1735" y="1210"/>
                    <a:pt x="1625" y="1213"/>
                  </a:cubicBezTo>
                  <a:cubicBezTo>
                    <a:pt x="1866" y="1065"/>
                    <a:pt x="2121" y="909"/>
                    <a:pt x="2263" y="667"/>
                  </a:cubicBezTo>
                  <a:cubicBezTo>
                    <a:pt x="2298" y="611"/>
                    <a:pt x="2327" y="547"/>
                    <a:pt x="2298" y="483"/>
                  </a:cubicBezTo>
                  <a:cubicBezTo>
                    <a:pt x="2277" y="441"/>
                    <a:pt x="2235" y="412"/>
                    <a:pt x="2185" y="405"/>
                  </a:cubicBezTo>
                  <a:cubicBezTo>
                    <a:pt x="2176" y="404"/>
                    <a:pt x="2167" y="403"/>
                    <a:pt x="2158" y="403"/>
                  </a:cubicBezTo>
                  <a:cubicBezTo>
                    <a:pt x="2117" y="403"/>
                    <a:pt x="2078" y="415"/>
                    <a:pt x="2043" y="426"/>
                  </a:cubicBezTo>
                  <a:cubicBezTo>
                    <a:pt x="1894" y="476"/>
                    <a:pt x="1759" y="568"/>
                    <a:pt x="1639" y="675"/>
                  </a:cubicBezTo>
                  <a:cubicBezTo>
                    <a:pt x="1525" y="788"/>
                    <a:pt x="1426" y="909"/>
                    <a:pt x="1334" y="1043"/>
                  </a:cubicBezTo>
                  <a:cubicBezTo>
                    <a:pt x="1362" y="760"/>
                    <a:pt x="1391" y="483"/>
                    <a:pt x="1348" y="199"/>
                  </a:cubicBezTo>
                  <a:cubicBezTo>
                    <a:pt x="1341" y="157"/>
                    <a:pt x="1334" y="114"/>
                    <a:pt x="1313" y="72"/>
                  </a:cubicBezTo>
                  <a:cubicBezTo>
                    <a:pt x="1284" y="36"/>
                    <a:pt x="1249" y="1"/>
                    <a:pt x="12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4056644" y="2115317"/>
              <a:ext cx="10739" cy="10452"/>
            </a:xfrm>
            <a:custGeom>
              <a:avLst/>
              <a:gdLst/>
              <a:ahLst/>
              <a:cxnLst/>
              <a:rect l="l" t="t" r="r" b="b"/>
              <a:pathLst>
                <a:path w="299" h="291" fill="none" extrusionOk="0">
                  <a:moveTo>
                    <a:pt x="192" y="21"/>
                  </a:moveTo>
                  <a:cubicBezTo>
                    <a:pt x="136" y="0"/>
                    <a:pt x="58" y="36"/>
                    <a:pt x="29" y="92"/>
                  </a:cubicBezTo>
                  <a:cubicBezTo>
                    <a:pt x="1" y="156"/>
                    <a:pt x="29" y="234"/>
                    <a:pt x="93" y="263"/>
                  </a:cubicBezTo>
                  <a:cubicBezTo>
                    <a:pt x="150" y="291"/>
                    <a:pt x="235" y="270"/>
                    <a:pt x="263" y="206"/>
                  </a:cubicBezTo>
                  <a:cubicBezTo>
                    <a:pt x="299" y="149"/>
                    <a:pt x="277" y="57"/>
                    <a:pt x="192" y="21"/>
                  </a:cubicBezTo>
                  <a:close/>
                </a:path>
              </a:pathLst>
            </a:custGeom>
            <a:noFill/>
            <a:ln w="26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3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8" name="Google Shape;768;p32"/>
          <p:cNvGrpSpPr/>
          <p:nvPr/>
        </p:nvGrpSpPr>
        <p:grpSpPr>
          <a:xfrm>
            <a:off x="-76125" y="-76055"/>
            <a:ext cx="1802484" cy="1842113"/>
            <a:chOff x="7651758" y="3500325"/>
            <a:chExt cx="810105" cy="827916"/>
          </a:xfrm>
        </p:grpSpPr>
        <p:sp>
          <p:nvSpPr>
            <p:cNvPr id="769" name="Google Shape;769;p32"/>
            <p:cNvSpPr/>
            <p:nvPr/>
          </p:nvSpPr>
          <p:spPr>
            <a:xfrm>
              <a:off x="7651758" y="3500325"/>
              <a:ext cx="810105" cy="827916"/>
            </a:xfrm>
            <a:custGeom>
              <a:avLst/>
              <a:gdLst/>
              <a:ahLst/>
              <a:cxnLst/>
              <a:rect l="l" t="t" r="r" b="b"/>
              <a:pathLst>
                <a:path w="25471" h="26031" extrusionOk="0">
                  <a:moveTo>
                    <a:pt x="1419" y="0"/>
                  </a:moveTo>
                  <a:cubicBezTo>
                    <a:pt x="1043" y="0"/>
                    <a:pt x="681" y="149"/>
                    <a:pt x="412" y="419"/>
                  </a:cubicBezTo>
                  <a:cubicBezTo>
                    <a:pt x="149" y="681"/>
                    <a:pt x="1" y="1043"/>
                    <a:pt x="1" y="1419"/>
                  </a:cubicBezTo>
                  <a:lnTo>
                    <a:pt x="1" y="4992"/>
                  </a:lnTo>
                  <a:lnTo>
                    <a:pt x="1" y="16898"/>
                  </a:lnTo>
                  <a:lnTo>
                    <a:pt x="1" y="19628"/>
                  </a:lnTo>
                  <a:lnTo>
                    <a:pt x="1" y="21897"/>
                  </a:lnTo>
                  <a:lnTo>
                    <a:pt x="1" y="24215"/>
                  </a:lnTo>
                  <a:cubicBezTo>
                    <a:pt x="1" y="24903"/>
                    <a:pt x="497" y="25492"/>
                    <a:pt x="1171" y="25612"/>
                  </a:cubicBezTo>
                  <a:cubicBezTo>
                    <a:pt x="2135" y="25782"/>
                    <a:pt x="3014" y="25924"/>
                    <a:pt x="3929" y="25995"/>
                  </a:cubicBezTo>
                  <a:cubicBezTo>
                    <a:pt x="4255" y="26016"/>
                    <a:pt x="4574" y="26030"/>
                    <a:pt x="4886" y="26030"/>
                  </a:cubicBezTo>
                  <a:cubicBezTo>
                    <a:pt x="7063" y="26030"/>
                    <a:pt x="8914" y="25428"/>
                    <a:pt x="10225" y="24293"/>
                  </a:cubicBezTo>
                  <a:cubicBezTo>
                    <a:pt x="10289" y="24237"/>
                    <a:pt x="10360" y="24173"/>
                    <a:pt x="10431" y="24102"/>
                  </a:cubicBezTo>
                  <a:cubicBezTo>
                    <a:pt x="10445" y="24088"/>
                    <a:pt x="10466" y="24073"/>
                    <a:pt x="10481" y="24052"/>
                  </a:cubicBezTo>
                  <a:lnTo>
                    <a:pt x="10488" y="24045"/>
                  </a:lnTo>
                  <a:cubicBezTo>
                    <a:pt x="10537" y="23995"/>
                    <a:pt x="10594" y="23939"/>
                    <a:pt x="10644" y="23882"/>
                  </a:cubicBezTo>
                  <a:cubicBezTo>
                    <a:pt x="10658" y="23868"/>
                    <a:pt x="10672" y="23854"/>
                    <a:pt x="10686" y="23832"/>
                  </a:cubicBezTo>
                  <a:cubicBezTo>
                    <a:pt x="10757" y="23761"/>
                    <a:pt x="10814" y="23683"/>
                    <a:pt x="10878" y="23613"/>
                  </a:cubicBezTo>
                  <a:cubicBezTo>
                    <a:pt x="10885" y="23598"/>
                    <a:pt x="10899" y="23584"/>
                    <a:pt x="10906" y="23563"/>
                  </a:cubicBezTo>
                  <a:cubicBezTo>
                    <a:pt x="10956" y="23506"/>
                    <a:pt x="11005" y="23435"/>
                    <a:pt x="11055" y="23364"/>
                  </a:cubicBezTo>
                  <a:cubicBezTo>
                    <a:pt x="11055" y="23364"/>
                    <a:pt x="11055" y="23364"/>
                    <a:pt x="11055" y="23357"/>
                  </a:cubicBezTo>
                  <a:cubicBezTo>
                    <a:pt x="11183" y="23244"/>
                    <a:pt x="11296" y="23102"/>
                    <a:pt x="11374" y="22946"/>
                  </a:cubicBezTo>
                  <a:cubicBezTo>
                    <a:pt x="11388" y="22918"/>
                    <a:pt x="11402" y="22889"/>
                    <a:pt x="11417" y="22861"/>
                  </a:cubicBezTo>
                  <a:cubicBezTo>
                    <a:pt x="13423" y="22131"/>
                    <a:pt x="15161" y="21230"/>
                    <a:pt x="16713" y="20110"/>
                  </a:cubicBezTo>
                  <a:cubicBezTo>
                    <a:pt x="18316" y="20103"/>
                    <a:pt x="20386" y="20081"/>
                    <a:pt x="22889" y="20032"/>
                  </a:cubicBezTo>
                  <a:cubicBezTo>
                    <a:pt x="23825" y="20018"/>
                    <a:pt x="24265" y="19507"/>
                    <a:pt x="24449" y="19202"/>
                  </a:cubicBezTo>
                  <a:cubicBezTo>
                    <a:pt x="24669" y="18826"/>
                    <a:pt x="24726" y="18387"/>
                    <a:pt x="24613" y="17968"/>
                  </a:cubicBezTo>
                  <a:cubicBezTo>
                    <a:pt x="24769" y="17706"/>
                    <a:pt x="24896" y="17415"/>
                    <a:pt x="24981" y="17096"/>
                  </a:cubicBezTo>
                  <a:cubicBezTo>
                    <a:pt x="25279" y="15898"/>
                    <a:pt x="24832" y="14650"/>
                    <a:pt x="23868" y="13976"/>
                  </a:cubicBezTo>
                  <a:cubicBezTo>
                    <a:pt x="23818" y="13941"/>
                    <a:pt x="23769" y="13912"/>
                    <a:pt x="23719" y="13877"/>
                  </a:cubicBezTo>
                  <a:cubicBezTo>
                    <a:pt x="23719" y="13749"/>
                    <a:pt x="23712" y="13622"/>
                    <a:pt x="23691" y="13494"/>
                  </a:cubicBezTo>
                  <a:cubicBezTo>
                    <a:pt x="24499" y="12686"/>
                    <a:pt x="24868" y="11594"/>
                    <a:pt x="24740" y="10367"/>
                  </a:cubicBezTo>
                  <a:cubicBezTo>
                    <a:pt x="24683" y="9800"/>
                    <a:pt x="24492" y="9296"/>
                    <a:pt x="24180" y="8864"/>
                  </a:cubicBezTo>
                  <a:cubicBezTo>
                    <a:pt x="24776" y="6786"/>
                    <a:pt x="25187" y="4510"/>
                    <a:pt x="25428" y="1929"/>
                  </a:cubicBezTo>
                  <a:lnTo>
                    <a:pt x="25449" y="1723"/>
                  </a:lnTo>
                  <a:lnTo>
                    <a:pt x="25463" y="1589"/>
                  </a:lnTo>
                  <a:cubicBezTo>
                    <a:pt x="25471" y="1532"/>
                    <a:pt x="25471" y="1475"/>
                    <a:pt x="25471" y="1419"/>
                  </a:cubicBezTo>
                  <a:cubicBezTo>
                    <a:pt x="25471" y="639"/>
                    <a:pt x="24839" y="0"/>
                    <a:pt x="240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2"/>
            <p:cNvSpPr/>
            <p:nvPr/>
          </p:nvSpPr>
          <p:spPr>
            <a:xfrm>
              <a:off x="7696858" y="3545424"/>
              <a:ext cx="719906" cy="700282"/>
            </a:xfrm>
            <a:custGeom>
              <a:avLst/>
              <a:gdLst/>
              <a:ahLst/>
              <a:cxnLst/>
              <a:rect l="l" t="t" r="r" b="b"/>
              <a:pathLst>
                <a:path w="22635" h="22018" extrusionOk="0">
                  <a:moveTo>
                    <a:pt x="1" y="1"/>
                  </a:moveTo>
                  <a:lnTo>
                    <a:pt x="1" y="22017"/>
                  </a:lnTo>
                  <a:cubicBezTo>
                    <a:pt x="14125" y="20840"/>
                    <a:pt x="21223" y="14955"/>
                    <a:pt x="22599" y="376"/>
                  </a:cubicBezTo>
                  <a:cubicBezTo>
                    <a:pt x="22613" y="256"/>
                    <a:pt x="22627" y="128"/>
                    <a:pt x="22634" y="1"/>
                  </a:cubicBezTo>
                  <a:close/>
                </a:path>
              </a:pathLst>
            </a:custGeom>
            <a:solidFill>
              <a:srgbClr val="08867B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2"/>
            <p:cNvSpPr/>
            <p:nvPr/>
          </p:nvSpPr>
          <p:spPr>
            <a:xfrm>
              <a:off x="7696858" y="3545424"/>
              <a:ext cx="516704" cy="503410"/>
            </a:xfrm>
            <a:custGeom>
              <a:avLst/>
              <a:gdLst/>
              <a:ahLst/>
              <a:cxnLst/>
              <a:rect l="l" t="t" r="r" b="b"/>
              <a:pathLst>
                <a:path w="16246" h="15828" extrusionOk="0">
                  <a:moveTo>
                    <a:pt x="1" y="1"/>
                  </a:moveTo>
                  <a:lnTo>
                    <a:pt x="1" y="15827"/>
                  </a:lnTo>
                  <a:cubicBezTo>
                    <a:pt x="3596" y="15621"/>
                    <a:pt x="7205" y="14671"/>
                    <a:pt x="10240" y="12317"/>
                  </a:cubicBezTo>
                  <a:cubicBezTo>
                    <a:pt x="13388" y="9878"/>
                    <a:pt x="15444" y="4964"/>
                    <a:pt x="16246" y="1"/>
                  </a:cubicBezTo>
                  <a:close/>
                </a:path>
              </a:pathLst>
            </a:custGeom>
            <a:solidFill>
              <a:srgbClr val="08867B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7696858" y="3545424"/>
              <a:ext cx="334938" cy="350936"/>
            </a:xfrm>
            <a:custGeom>
              <a:avLst/>
              <a:gdLst/>
              <a:ahLst/>
              <a:cxnLst/>
              <a:rect l="l" t="t" r="r" b="b"/>
              <a:pathLst>
                <a:path w="10531" h="11034" extrusionOk="0">
                  <a:moveTo>
                    <a:pt x="1" y="1"/>
                  </a:moveTo>
                  <a:lnTo>
                    <a:pt x="1" y="11034"/>
                  </a:lnTo>
                  <a:cubicBezTo>
                    <a:pt x="5631" y="9942"/>
                    <a:pt x="7666" y="6871"/>
                    <a:pt x="9821" y="1773"/>
                  </a:cubicBezTo>
                  <a:cubicBezTo>
                    <a:pt x="10070" y="1185"/>
                    <a:pt x="10311" y="589"/>
                    <a:pt x="10530" y="1"/>
                  </a:cubicBezTo>
                  <a:close/>
                </a:path>
              </a:pathLst>
            </a:custGeom>
            <a:solidFill>
              <a:srgbClr val="08867B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7696858" y="3545424"/>
              <a:ext cx="209086" cy="216974"/>
            </a:xfrm>
            <a:custGeom>
              <a:avLst/>
              <a:gdLst/>
              <a:ahLst/>
              <a:cxnLst/>
              <a:rect l="l" t="t" r="r" b="b"/>
              <a:pathLst>
                <a:path w="6574" h="6822" extrusionOk="0">
                  <a:moveTo>
                    <a:pt x="1" y="1"/>
                  </a:moveTo>
                  <a:lnTo>
                    <a:pt x="1" y="6822"/>
                  </a:lnTo>
                  <a:cubicBezTo>
                    <a:pt x="3851" y="5921"/>
                    <a:pt x="6574" y="3106"/>
                    <a:pt x="6404" y="1"/>
                  </a:cubicBezTo>
                  <a:close/>
                </a:path>
              </a:pathLst>
            </a:custGeom>
            <a:solidFill>
              <a:srgbClr val="08867B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2"/>
            <p:cNvSpPr/>
            <p:nvPr/>
          </p:nvSpPr>
          <p:spPr>
            <a:xfrm>
              <a:off x="7778279" y="3610084"/>
              <a:ext cx="285768" cy="181479"/>
            </a:xfrm>
            <a:custGeom>
              <a:avLst/>
              <a:gdLst/>
              <a:ahLst/>
              <a:cxnLst/>
              <a:rect l="l" t="t" r="r" b="b"/>
              <a:pathLst>
                <a:path w="8985" h="5706" extrusionOk="0">
                  <a:moveTo>
                    <a:pt x="4134" y="1"/>
                  </a:moveTo>
                  <a:cubicBezTo>
                    <a:pt x="4108" y="1"/>
                    <a:pt x="4082" y="1"/>
                    <a:pt x="4056" y="3"/>
                  </a:cubicBezTo>
                  <a:cubicBezTo>
                    <a:pt x="3404" y="31"/>
                    <a:pt x="2787" y="385"/>
                    <a:pt x="2383" y="896"/>
                  </a:cubicBezTo>
                  <a:cubicBezTo>
                    <a:pt x="1972" y="1414"/>
                    <a:pt x="1766" y="2059"/>
                    <a:pt x="1716" y="2718"/>
                  </a:cubicBezTo>
                  <a:cubicBezTo>
                    <a:pt x="1199" y="2775"/>
                    <a:pt x="653" y="3094"/>
                    <a:pt x="419" y="3555"/>
                  </a:cubicBezTo>
                  <a:cubicBezTo>
                    <a:pt x="192" y="4016"/>
                    <a:pt x="242" y="4583"/>
                    <a:pt x="454" y="5058"/>
                  </a:cubicBezTo>
                  <a:cubicBezTo>
                    <a:pt x="432" y="5057"/>
                    <a:pt x="411" y="5056"/>
                    <a:pt x="390" y="5056"/>
                  </a:cubicBezTo>
                  <a:cubicBezTo>
                    <a:pt x="146" y="5056"/>
                    <a:pt x="8" y="5169"/>
                    <a:pt x="8" y="5299"/>
                  </a:cubicBezTo>
                  <a:cubicBezTo>
                    <a:pt x="0" y="5441"/>
                    <a:pt x="107" y="5562"/>
                    <a:pt x="242" y="5618"/>
                  </a:cubicBezTo>
                  <a:cubicBezTo>
                    <a:pt x="369" y="5675"/>
                    <a:pt x="511" y="5675"/>
                    <a:pt x="653" y="5682"/>
                  </a:cubicBezTo>
                  <a:cubicBezTo>
                    <a:pt x="1248" y="5689"/>
                    <a:pt x="1844" y="5696"/>
                    <a:pt x="2447" y="5704"/>
                  </a:cubicBezTo>
                  <a:cubicBezTo>
                    <a:pt x="2570" y="5705"/>
                    <a:pt x="2694" y="5705"/>
                    <a:pt x="2817" y="5705"/>
                  </a:cubicBezTo>
                  <a:cubicBezTo>
                    <a:pt x="4728" y="5705"/>
                    <a:pt x="6633" y="5559"/>
                    <a:pt x="8545" y="5512"/>
                  </a:cubicBezTo>
                  <a:cubicBezTo>
                    <a:pt x="8729" y="5505"/>
                    <a:pt x="8963" y="5448"/>
                    <a:pt x="8977" y="5271"/>
                  </a:cubicBezTo>
                  <a:cubicBezTo>
                    <a:pt x="8984" y="5136"/>
                    <a:pt x="8843" y="5037"/>
                    <a:pt x="8708" y="5037"/>
                  </a:cubicBezTo>
                  <a:cubicBezTo>
                    <a:pt x="8580" y="5037"/>
                    <a:pt x="8460" y="5108"/>
                    <a:pt x="8346" y="5172"/>
                  </a:cubicBezTo>
                  <a:cubicBezTo>
                    <a:pt x="8438" y="4888"/>
                    <a:pt x="8545" y="4796"/>
                    <a:pt x="8623" y="4690"/>
                  </a:cubicBezTo>
                  <a:cubicBezTo>
                    <a:pt x="8701" y="4576"/>
                    <a:pt x="8743" y="4441"/>
                    <a:pt x="8715" y="4307"/>
                  </a:cubicBezTo>
                  <a:cubicBezTo>
                    <a:pt x="8672" y="4136"/>
                    <a:pt x="8509" y="4016"/>
                    <a:pt x="8332" y="3995"/>
                  </a:cubicBezTo>
                  <a:cubicBezTo>
                    <a:pt x="8305" y="3990"/>
                    <a:pt x="8277" y="3988"/>
                    <a:pt x="8249" y="3988"/>
                  </a:cubicBezTo>
                  <a:cubicBezTo>
                    <a:pt x="8105" y="3988"/>
                    <a:pt x="7962" y="4046"/>
                    <a:pt x="7843" y="4129"/>
                  </a:cubicBezTo>
                  <a:cubicBezTo>
                    <a:pt x="7701" y="4222"/>
                    <a:pt x="7580" y="4349"/>
                    <a:pt x="7460" y="4477"/>
                  </a:cubicBezTo>
                  <a:cubicBezTo>
                    <a:pt x="7545" y="4179"/>
                    <a:pt x="7673" y="3966"/>
                    <a:pt x="7722" y="3725"/>
                  </a:cubicBezTo>
                  <a:cubicBezTo>
                    <a:pt x="7765" y="3491"/>
                    <a:pt x="7729" y="3236"/>
                    <a:pt x="7595" y="3037"/>
                  </a:cubicBezTo>
                  <a:cubicBezTo>
                    <a:pt x="7410" y="2782"/>
                    <a:pt x="7091" y="2662"/>
                    <a:pt x="6779" y="2654"/>
                  </a:cubicBezTo>
                  <a:cubicBezTo>
                    <a:pt x="6757" y="2653"/>
                    <a:pt x="6734" y="2653"/>
                    <a:pt x="6711" y="2653"/>
                  </a:cubicBezTo>
                  <a:cubicBezTo>
                    <a:pt x="6429" y="2653"/>
                    <a:pt x="6147" y="2731"/>
                    <a:pt x="5864" y="2803"/>
                  </a:cubicBezTo>
                  <a:cubicBezTo>
                    <a:pt x="5950" y="2151"/>
                    <a:pt x="6013" y="1449"/>
                    <a:pt x="5701" y="882"/>
                  </a:cubicBezTo>
                  <a:cubicBezTo>
                    <a:pt x="5395" y="330"/>
                    <a:pt x="4761" y="1"/>
                    <a:pt x="4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2"/>
            <p:cNvSpPr/>
            <p:nvPr/>
          </p:nvSpPr>
          <p:spPr>
            <a:xfrm>
              <a:off x="8039875" y="3863665"/>
              <a:ext cx="367189" cy="231159"/>
            </a:xfrm>
            <a:custGeom>
              <a:avLst/>
              <a:gdLst/>
              <a:ahLst/>
              <a:cxnLst/>
              <a:rect l="l" t="t" r="r" b="b"/>
              <a:pathLst>
                <a:path w="11545" h="7268" extrusionOk="0">
                  <a:moveTo>
                    <a:pt x="5131" y="0"/>
                  </a:moveTo>
                  <a:cubicBezTo>
                    <a:pt x="4809" y="0"/>
                    <a:pt x="4485" y="91"/>
                    <a:pt x="4213" y="262"/>
                  </a:cubicBezTo>
                  <a:cubicBezTo>
                    <a:pt x="3652" y="602"/>
                    <a:pt x="3305" y="1219"/>
                    <a:pt x="3206" y="1871"/>
                  </a:cubicBezTo>
                  <a:cubicBezTo>
                    <a:pt x="3106" y="2517"/>
                    <a:pt x="3241" y="3183"/>
                    <a:pt x="3489" y="3786"/>
                  </a:cubicBezTo>
                  <a:cubicBezTo>
                    <a:pt x="3044" y="3653"/>
                    <a:pt x="2661" y="3558"/>
                    <a:pt x="2288" y="3558"/>
                  </a:cubicBezTo>
                  <a:cubicBezTo>
                    <a:pt x="2204" y="3558"/>
                    <a:pt x="2120" y="3563"/>
                    <a:pt x="2036" y="3573"/>
                  </a:cubicBezTo>
                  <a:cubicBezTo>
                    <a:pt x="1589" y="3623"/>
                    <a:pt x="1149" y="3850"/>
                    <a:pt x="894" y="4219"/>
                  </a:cubicBezTo>
                  <a:cubicBezTo>
                    <a:pt x="674" y="4538"/>
                    <a:pt x="596" y="4928"/>
                    <a:pt x="603" y="5311"/>
                  </a:cubicBezTo>
                  <a:cubicBezTo>
                    <a:pt x="611" y="5700"/>
                    <a:pt x="696" y="6076"/>
                    <a:pt x="781" y="6445"/>
                  </a:cubicBezTo>
                  <a:cubicBezTo>
                    <a:pt x="649" y="6381"/>
                    <a:pt x="511" y="6347"/>
                    <a:pt x="392" y="6347"/>
                  </a:cubicBezTo>
                  <a:cubicBezTo>
                    <a:pt x="260" y="6347"/>
                    <a:pt x="152" y="6388"/>
                    <a:pt x="100" y="6473"/>
                  </a:cubicBezTo>
                  <a:cubicBezTo>
                    <a:pt x="1" y="6636"/>
                    <a:pt x="79" y="6863"/>
                    <a:pt x="221" y="6984"/>
                  </a:cubicBezTo>
                  <a:cubicBezTo>
                    <a:pt x="369" y="7112"/>
                    <a:pt x="561" y="7154"/>
                    <a:pt x="752" y="7182"/>
                  </a:cubicBezTo>
                  <a:cubicBezTo>
                    <a:pt x="1140" y="7246"/>
                    <a:pt x="2384" y="7268"/>
                    <a:pt x="3894" y="7268"/>
                  </a:cubicBezTo>
                  <a:cubicBezTo>
                    <a:pt x="6246" y="7268"/>
                    <a:pt x="9246" y="7215"/>
                    <a:pt x="10658" y="7190"/>
                  </a:cubicBezTo>
                  <a:cubicBezTo>
                    <a:pt x="10793" y="7190"/>
                    <a:pt x="10956" y="7175"/>
                    <a:pt x="11020" y="7055"/>
                  </a:cubicBezTo>
                  <a:cubicBezTo>
                    <a:pt x="11112" y="6906"/>
                    <a:pt x="10956" y="6707"/>
                    <a:pt x="10786" y="6686"/>
                  </a:cubicBezTo>
                  <a:cubicBezTo>
                    <a:pt x="10763" y="6683"/>
                    <a:pt x="10741" y="6681"/>
                    <a:pt x="10720" y="6681"/>
                  </a:cubicBezTo>
                  <a:cubicBezTo>
                    <a:pt x="10568" y="6681"/>
                    <a:pt x="10426" y="6761"/>
                    <a:pt x="10289" y="6842"/>
                  </a:cubicBezTo>
                  <a:cubicBezTo>
                    <a:pt x="10814" y="6381"/>
                    <a:pt x="11254" y="5906"/>
                    <a:pt x="11403" y="5325"/>
                  </a:cubicBezTo>
                  <a:cubicBezTo>
                    <a:pt x="11544" y="4743"/>
                    <a:pt x="11353" y="4063"/>
                    <a:pt x="10857" y="3722"/>
                  </a:cubicBezTo>
                  <a:cubicBezTo>
                    <a:pt x="10605" y="3548"/>
                    <a:pt x="10301" y="3470"/>
                    <a:pt x="9994" y="3470"/>
                  </a:cubicBezTo>
                  <a:cubicBezTo>
                    <a:pt x="9877" y="3470"/>
                    <a:pt x="9759" y="3481"/>
                    <a:pt x="9644" y="3502"/>
                  </a:cubicBezTo>
                  <a:cubicBezTo>
                    <a:pt x="9226" y="3580"/>
                    <a:pt x="8843" y="3779"/>
                    <a:pt x="8495" y="4013"/>
                  </a:cubicBezTo>
                  <a:cubicBezTo>
                    <a:pt x="8928" y="3616"/>
                    <a:pt x="9141" y="3134"/>
                    <a:pt x="9063" y="2687"/>
                  </a:cubicBezTo>
                  <a:cubicBezTo>
                    <a:pt x="8985" y="2240"/>
                    <a:pt x="8623" y="1857"/>
                    <a:pt x="8183" y="1751"/>
                  </a:cubicBezTo>
                  <a:cubicBezTo>
                    <a:pt x="8103" y="1733"/>
                    <a:pt x="8021" y="1724"/>
                    <a:pt x="7939" y="1724"/>
                  </a:cubicBezTo>
                  <a:cubicBezTo>
                    <a:pt x="7567" y="1724"/>
                    <a:pt x="7199" y="1903"/>
                    <a:pt x="6978" y="2205"/>
                  </a:cubicBezTo>
                  <a:cubicBezTo>
                    <a:pt x="6794" y="1453"/>
                    <a:pt x="6609" y="709"/>
                    <a:pt x="6056" y="297"/>
                  </a:cubicBezTo>
                  <a:cubicBezTo>
                    <a:pt x="5790" y="96"/>
                    <a:pt x="5462" y="0"/>
                    <a:pt x="51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2"/>
            <p:cNvSpPr/>
            <p:nvPr/>
          </p:nvSpPr>
          <p:spPr>
            <a:xfrm>
              <a:off x="7773317" y="3545424"/>
              <a:ext cx="548732" cy="202852"/>
            </a:xfrm>
            <a:custGeom>
              <a:avLst/>
              <a:gdLst/>
              <a:ahLst/>
              <a:cxnLst/>
              <a:rect l="l" t="t" r="r" b="b"/>
              <a:pathLst>
                <a:path w="17253" h="6378" extrusionOk="0">
                  <a:moveTo>
                    <a:pt x="1334" y="1"/>
                  </a:moveTo>
                  <a:cubicBezTo>
                    <a:pt x="1404" y="624"/>
                    <a:pt x="1667" y="1192"/>
                    <a:pt x="1667" y="1192"/>
                  </a:cubicBezTo>
                  <a:cubicBezTo>
                    <a:pt x="1667" y="1192"/>
                    <a:pt x="1506" y="1163"/>
                    <a:pt x="1291" y="1163"/>
                  </a:cubicBezTo>
                  <a:cubicBezTo>
                    <a:pt x="929" y="1163"/>
                    <a:pt x="412" y="1244"/>
                    <a:pt x="256" y="1681"/>
                  </a:cubicBezTo>
                  <a:cubicBezTo>
                    <a:pt x="0" y="2376"/>
                    <a:pt x="546" y="2972"/>
                    <a:pt x="1022" y="3198"/>
                  </a:cubicBezTo>
                  <a:cubicBezTo>
                    <a:pt x="1022" y="3198"/>
                    <a:pt x="1703" y="3555"/>
                    <a:pt x="2706" y="3555"/>
                  </a:cubicBezTo>
                  <a:cubicBezTo>
                    <a:pt x="3564" y="3555"/>
                    <a:pt x="4656" y="3294"/>
                    <a:pt x="5758" y="2326"/>
                  </a:cubicBezTo>
                  <a:cubicBezTo>
                    <a:pt x="5758" y="2326"/>
                    <a:pt x="5850" y="6184"/>
                    <a:pt x="8311" y="6368"/>
                  </a:cubicBezTo>
                  <a:cubicBezTo>
                    <a:pt x="8397" y="6374"/>
                    <a:pt x="8480" y="6378"/>
                    <a:pt x="8560" y="6378"/>
                  </a:cubicBezTo>
                  <a:cubicBezTo>
                    <a:pt x="10789" y="6378"/>
                    <a:pt x="11027" y="4000"/>
                    <a:pt x="11027" y="4000"/>
                  </a:cubicBezTo>
                  <a:cubicBezTo>
                    <a:pt x="11027" y="4000"/>
                    <a:pt x="11281" y="4676"/>
                    <a:pt x="11680" y="4676"/>
                  </a:cubicBezTo>
                  <a:cubicBezTo>
                    <a:pt x="11707" y="4676"/>
                    <a:pt x="11735" y="4673"/>
                    <a:pt x="11764" y="4666"/>
                  </a:cubicBezTo>
                  <a:cubicBezTo>
                    <a:pt x="12204" y="4567"/>
                    <a:pt x="11885" y="3681"/>
                    <a:pt x="11885" y="3681"/>
                  </a:cubicBezTo>
                  <a:lnTo>
                    <a:pt x="11885" y="3681"/>
                  </a:lnTo>
                  <a:cubicBezTo>
                    <a:pt x="11885" y="3681"/>
                    <a:pt x="12566" y="4273"/>
                    <a:pt x="13632" y="4273"/>
                  </a:cubicBezTo>
                  <a:cubicBezTo>
                    <a:pt x="14008" y="4273"/>
                    <a:pt x="14432" y="4199"/>
                    <a:pt x="14891" y="4000"/>
                  </a:cubicBezTo>
                  <a:cubicBezTo>
                    <a:pt x="16650" y="3227"/>
                    <a:pt x="15721" y="1575"/>
                    <a:pt x="15721" y="1575"/>
                  </a:cubicBezTo>
                  <a:cubicBezTo>
                    <a:pt x="15721" y="1575"/>
                    <a:pt x="17096" y="979"/>
                    <a:pt x="172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2"/>
            <p:cNvSpPr/>
            <p:nvPr/>
          </p:nvSpPr>
          <p:spPr>
            <a:xfrm>
              <a:off x="7968377" y="3691091"/>
              <a:ext cx="430353" cy="381119"/>
            </a:xfrm>
            <a:custGeom>
              <a:avLst/>
              <a:gdLst/>
              <a:ahLst/>
              <a:cxnLst/>
              <a:rect l="l" t="t" r="r" b="b"/>
              <a:pathLst>
                <a:path w="13531" h="11983" extrusionOk="0">
                  <a:moveTo>
                    <a:pt x="8970" y="0"/>
                  </a:moveTo>
                  <a:cubicBezTo>
                    <a:pt x="7741" y="0"/>
                    <a:pt x="6553" y="1675"/>
                    <a:pt x="6553" y="1675"/>
                  </a:cubicBezTo>
                  <a:cubicBezTo>
                    <a:pt x="6553" y="1675"/>
                    <a:pt x="6192" y="1060"/>
                    <a:pt x="5416" y="1060"/>
                  </a:cubicBezTo>
                  <a:cubicBezTo>
                    <a:pt x="5274" y="1060"/>
                    <a:pt x="5119" y="1081"/>
                    <a:pt x="4950" y="1129"/>
                  </a:cubicBezTo>
                  <a:cubicBezTo>
                    <a:pt x="3851" y="1441"/>
                    <a:pt x="3943" y="2979"/>
                    <a:pt x="3943" y="2979"/>
                  </a:cubicBezTo>
                  <a:cubicBezTo>
                    <a:pt x="3943" y="2979"/>
                    <a:pt x="3780" y="2674"/>
                    <a:pt x="3538" y="2674"/>
                  </a:cubicBezTo>
                  <a:cubicBezTo>
                    <a:pt x="3509" y="2674"/>
                    <a:pt x="3478" y="2679"/>
                    <a:pt x="3447" y="2689"/>
                  </a:cubicBezTo>
                  <a:cubicBezTo>
                    <a:pt x="3156" y="2781"/>
                    <a:pt x="3121" y="3121"/>
                    <a:pt x="3121" y="3121"/>
                  </a:cubicBezTo>
                  <a:cubicBezTo>
                    <a:pt x="3061" y="3116"/>
                    <a:pt x="3002" y="3114"/>
                    <a:pt x="2944" y="3114"/>
                  </a:cubicBezTo>
                  <a:cubicBezTo>
                    <a:pt x="1612" y="3114"/>
                    <a:pt x="1080" y="4425"/>
                    <a:pt x="1923" y="5560"/>
                  </a:cubicBezTo>
                  <a:cubicBezTo>
                    <a:pt x="1923" y="5560"/>
                    <a:pt x="1065" y="5660"/>
                    <a:pt x="802" y="6539"/>
                  </a:cubicBezTo>
                  <a:cubicBezTo>
                    <a:pt x="540" y="7418"/>
                    <a:pt x="1653" y="7971"/>
                    <a:pt x="1653" y="7971"/>
                  </a:cubicBezTo>
                  <a:cubicBezTo>
                    <a:pt x="1653" y="7971"/>
                    <a:pt x="1" y="8694"/>
                    <a:pt x="923" y="10020"/>
                  </a:cubicBezTo>
                  <a:cubicBezTo>
                    <a:pt x="1374" y="10664"/>
                    <a:pt x="2034" y="10830"/>
                    <a:pt x="2594" y="10830"/>
                  </a:cubicBezTo>
                  <a:cubicBezTo>
                    <a:pt x="3187" y="10830"/>
                    <a:pt x="3667" y="10644"/>
                    <a:pt x="3667" y="10644"/>
                  </a:cubicBezTo>
                  <a:lnTo>
                    <a:pt x="3667" y="10644"/>
                  </a:lnTo>
                  <a:cubicBezTo>
                    <a:pt x="3667" y="10644"/>
                    <a:pt x="3426" y="11268"/>
                    <a:pt x="3872" y="11410"/>
                  </a:cubicBezTo>
                  <a:cubicBezTo>
                    <a:pt x="3922" y="11425"/>
                    <a:pt x="3968" y="11431"/>
                    <a:pt x="4011" y="11431"/>
                  </a:cubicBezTo>
                  <a:cubicBezTo>
                    <a:pt x="4366" y="11431"/>
                    <a:pt x="4518" y="10992"/>
                    <a:pt x="4518" y="10992"/>
                  </a:cubicBezTo>
                  <a:cubicBezTo>
                    <a:pt x="5100" y="11504"/>
                    <a:pt x="5635" y="11683"/>
                    <a:pt x="6098" y="11683"/>
                  </a:cubicBezTo>
                  <a:cubicBezTo>
                    <a:pt x="7175" y="11683"/>
                    <a:pt x="7865" y="10715"/>
                    <a:pt x="7865" y="10715"/>
                  </a:cubicBezTo>
                  <a:cubicBezTo>
                    <a:pt x="7865" y="10715"/>
                    <a:pt x="9011" y="11983"/>
                    <a:pt x="10223" y="11983"/>
                  </a:cubicBezTo>
                  <a:cubicBezTo>
                    <a:pt x="10590" y="11983"/>
                    <a:pt x="10962" y="11867"/>
                    <a:pt x="11311" y="11566"/>
                  </a:cubicBezTo>
                  <a:cubicBezTo>
                    <a:pt x="12807" y="10276"/>
                    <a:pt x="11545" y="8219"/>
                    <a:pt x="11545" y="8219"/>
                  </a:cubicBezTo>
                  <a:lnTo>
                    <a:pt x="11545" y="8219"/>
                  </a:lnTo>
                  <a:cubicBezTo>
                    <a:pt x="11545" y="8219"/>
                    <a:pt x="11634" y="8236"/>
                    <a:pt x="11751" y="8236"/>
                  </a:cubicBezTo>
                  <a:cubicBezTo>
                    <a:pt x="11963" y="8236"/>
                    <a:pt x="12266" y="8180"/>
                    <a:pt x="12289" y="7865"/>
                  </a:cubicBezTo>
                  <a:cubicBezTo>
                    <a:pt x="12318" y="7368"/>
                    <a:pt x="11679" y="7085"/>
                    <a:pt x="11679" y="7085"/>
                  </a:cubicBezTo>
                  <a:cubicBezTo>
                    <a:pt x="11679" y="7085"/>
                    <a:pt x="13530" y="6553"/>
                    <a:pt x="13317" y="4518"/>
                  </a:cubicBezTo>
                  <a:cubicBezTo>
                    <a:pt x="13153" y="2891"/>
                    <a:pt x="11081" y="2728"/>
                    <a:pt x="10256" y="2728"/>
                  </a:cubicBezTo>
                  <a:cubicBezTo>
                    <a:pt x="10049" y="2728"/>
                    <a:pt x="9921" y="2738"/>
                    <a:pt x="9921" y="2738"/>
                  </a:cubicBezTo>
                  <a:cubicBezTo>
                    <a:pt x="9921" y="2738"/>
                    <a:pt x="10985" y="887"/>
                    <a:pt x="9573" y="150"/>
                  </a:cubicBezTo>
                  <a:cubicBezTo>
                    <a:pt x="9375" y="45"/>
                    <a:pt x="9172" y="0"/>
                    <a:pt x="89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2"/>
            <p:cNvSpPr/>
            <p:nvPr/>
          </p:nvSpPr>
          <p:spPr>
            <a:xfrm>
              <a:off x="8255926" y="4042696"/>
              <a:ext cx="86192" cy="36798"/>
            </a:xfrm>
            <a:custGeom>
              <a:avLst/>
              <a:gdLst/>
              <a:ahLst/>
              <a:cxnLst/>
              <a:rect l="l" t="t" r="r" b="b"/>
              <a:pathLst>
                <a:path w="2710" h="1157" fill="none" extrusionOk="0">
                  <a:moveTo>
                    <a:pt x="2709" y="1"/>
                  </a:moveTo>
                  <a:cubicBezTo>
                    <a:pt x="2596" y="178"/>
                    <a:pt x="2454" y="355"/>
                    <a:pt x="2270" y="511"/>
                  </a:cubicBezTo>
                  <a:cubicBezTo>
                    <a:pt x="1518" y="1156"/>
                    <a:pt x="667" y="951"/>
                    <a:pt x="1" y="582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2"/>
            <p:cNvSpPr/>
            <p:nvPr/>
          </p:nvSpPr>
          <p:spPr>
            <a:xfrm>
              <a:off x="8335534" y="3916398"/>
              <a:ext cx="24617" cy="104002"/>
            </a:xfrm>
            <a:custGeom>
              <a:avLst/>
              <a:gdLst/>
              <a:ahLst/>
              <a:cxnLst/>
              <a:rect l="l" t="t" r="r" b="b"/>
              <a:pathLst>
                <a:path w="774" h="3270" fill="none" extrusionOk="0">
                  <a:moveTo>
                    <a:pt x="135" y="1"/>
                  </a:moveTo>
                  <a:cubicBezTo>
                    <a:pt x="135" y="1"/>
                    <a:pt x="774" y="284"/>
                    <a:pt x="745" y="781"/>
                  </a:cubicBezTo>
                  <a:cubicBezTo>
                    <a:pt x="710" y="1270"/>
                    <a:pt x="1" y="1135"/>
                    <a:pt x="1" y="1135"/>
                  </a:cubicBezTo>
                  <a:cubicBezTo>
                    <a:pt x="1" y="1135"/>
                    <a:pt x="653" y="2192"/>
                    <a:pt x="469" y="327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2"/>
            <p:cNvSpPr/>
            <p:nvPr/>
          </p:nvSpPr>
          <p:spPr>
            <a:xfrm>
              <a:off x="8312094" y="3778619"/>
              <a:ext cx="83679" cy="125407"/>
            </a:xfrm>
            <a:custGeom>
              <a:avLst/>
              <a:gdLst/>
              <a:ahLst/>
              <a:cxnLst/>
              <a:rect l="l" t="t" r="r" b="b"/>
              <a:pathLst>
                <a:path w="2631" h="3943" fill="none" extrusionOk="0">
                  <a:moveTo>
                    <a:pt x="0" y="0"/>
                  </a:moveTo>
                  <a:cubicBezTo>
                    <a:pt x="957" y="78"/>
                    <a:pt x="2376" y="433"/>
                    <a:pt x="2510" y="1766"/>
                  </a:cubicBezTo>
                  <a:cubicBezTo>
                    <a:pt x="2631" y="2908"/>
                    <a:pt x="2099" y="3574"/>
                    <a:pt x="1610" y="394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2"/>
            <p:cNvSpPr/>
            <p:nvPr/>
          </p:nvSpPr>
          <p:spPr>
            <a:xfrm>
              <a:off x="8176763" y="3672167"/>
              <a:ext cx="140992" cy="106038"/>
            </a:xfrm>
            <a:custGeom>
              <a:avLst/>
              <a:gdLst/>
              <a:ahLst/>
              <a:cxnLst/>
              <a:rect l="l" t="t" r="r" b="b"/>
              <a:pathLst>
                <a:path w="4433" h="3334" fill="none" extrusionOk="0">
                  <a:moveTo>
                    <a:pt x="1" y="2270"/>
                  </a:moveTo>
                  <a:cubicBezTo>
                    <a:pt x="1" y="2270"/>
                    <a:pt x="1610" y="1"/>
                    <a:pt x="3021" y="745"/>
                  </a:cubicBezTo>
                  <a:cubicBezTo>
                    <a:pt x="4433" y="1482"/>
                    <a:pt x="3369" y="3333"/>
                    <a:pt x="3369" y="333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2"/>
            <p:cNvSpPr/>
            <p:nvPr/>
          </p:nvSpPr>
          <p:spPr>
            <a:xfrm>
              <a:off x="7696858" y="3545424"/>
              <a:ext cx="525959" cy="579169"/>
            </a:xfrm>
            <a:custGeom>
              <a:avLst/>
              <a:gdLst/>
              <a:ahLst/>
              <a:cxnLst/>
              <a:rect l="l" t="t" r="r" b="b"/>
              <a:pathLst>
                <a:path w="16537" h="18210" extrusionOk="0">
                  <a:moveTo>
                    <a:pt x="1" y="1"/>
                  </a:moveTo>
                  <a:lnTo>
                    <a:pt x="1" y="18210"/>
                  </a:lnTo>
                  <a:lnTo>
                    <a:pt x="3078" y="15926"/>
                  </a:lnTo>
                  <a:cubicBezTo>
                    <a:pt x="3759" y="14572"/>
                    <a:pt x="4517" y="13253"/>
                    <a:pt x="5347" y="11977"/>
                  </a:cubicBezTo>
                  <a:cubicBezTo>
                    <a:pt x="5340" y="11963"/>
                    <a:pt x="16068" y="11098"/>
                    <a:pt x="16068" y="11098"/>
                  </a:cubicBezTo>
                  <a:lnTo>
                    <a:pt x="16104" y="10793"/>
                  </a:lnTo>
                  <a:lnTo>
                    <a:pt x="13700" y="10190"/>
                  </a:lnTo>
                  <a:lnTo>
                    <a:pt x="16536" y="9658"/>
                  </a:lnTo>
                  <a:lnTo>
                    <a:pt x="16501" y="9105"/>
                  </a:lnTo>
                  <a:lnTo>
                    <a:pt x="12544" y="9417"/>
                  </a:lnTo>
                  <a:lnTo>
                    <a:pt x="14267" y="7474"/>
                  </a:lnTo>
                  <a:lnTo>
                    <a:pt x="13665" y="7354"/>
                  </a:lnTo>
                  <a:lnTo>
                    <a:pt x="11289" y="9481"/>
                  </a:lnTo>
                  <a:lnTo>
                    <a:pt x="7056" y="9750"/>
                  </a:lnTo>
                  <a:cubicBezTo>
                    <a:pt x="8666" y="7559"/>
                    <a:pt x="10268" y="5368"/>
                    <a:pt x="11878" y="3170"/>
                  </a:cubicBezTo>
                  <a:cubicBezTo>
                    <a:pt x="13104" y="2560"/>
                    <a:pt x="14310" y="1950"/>
                    <a:pt x="15508" y="1348"/>
                  </a:cubicBezTo>
                  <a:cubicBezTo>
                    <a:pt x="15622" y="1291"/>
                    <a:pt x="15395" y="915"/>
                    <a:pt x="15395" y="915"/>
                  </a:cubicBezTo>
                  <a:lnTo>
                    <a:pt x="14480" y="1341"/>
                  </a:lnTo>
                  <a:lnTo>
                    <a:pt x="14835" y="624"/>
                  </a:lnTo>
                  <a:lnTo>
                    <a:pt x="14558" y="575"/>
                  </a:lnTo>
                  <a:lnTo>
                    <a:pt x="13735" y="1553"/>
                  </a:lnTo>
                  <a:lnTo>
                    <a:pt x="10956" y="2418"/>
                  </a:lnTo>
                  <a:lnTo>
                    <a:pt x="12679" y="1"/>
                  </a:lnTo>
                  <a:lnTo>
                    <a:pt x="12048" y="1"/>
                  </a:lnTo>
                  <a:cubicBezTo>
                    <a:pt x="10608" y="1724"/>
                    <a:pt x="9098" y="3397"/>
                    <a:pt x="7524" y="4999"/>
                  </a:cubicBezTo>
                  <a:cubicBezTo>
                    <a:pt x="7375" y="3319"/>
                    <a:pt x="7269" y="1660"/>
                    <a:pt x="7106" y="1"/>
                  </a:cubicBezTo>
                  <a:lnTo>
                    <a:pt x="6609" y="1"/>
                  </a:lnTo>
                  <a:lnTo>
                    <a:pt x="6567" y="1000"/>
                  </a:lnTo>
                  <a:lnTo>
                    <a:pt x="5851" y="15"/>
                  </a:lnTo>
                  <a:lnTo>
                    <a:pt x="5624" y="171"/>
                  </a:lnTo>
                  <a:lnTo>
                    <a:pt x="6262" y="1490"/>
                  </a:lnTo>
                  <a:cubicBezTo>
                    <a:pt x="6297" y="3000"/>
                    <a:pt x="6333" y="4510"/>
                    <a:pt x="6368" y="6013"/>
                  </a:cubicBezTo>
                  <a:cubicBezTo>
                    <a:pt x="4964" y="8077"/>
                    <a:pt x="3582" y="9899"/>
                    <a:pt x="2071" y="11601"/>
                  </a:cubicBezTo>
                  <a:cubicBezTo>
                    <a:pt x="1667" y="8779"/>
                    <a:pt x="1369" y="5815"/>
                    <a:pt x="1078" y="2858"/>
                  </a:cubicBezTo>
                  <a:cubicBezTo>
                    <a:pt x="1582" y="1894"/>
                    <a:pt x="2085" y="944"/>
                    <a:pt x="2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2"/>
            <p:cNvSpPr/>
            <p:nvPr/>
          </p:nvSpPr>
          <p:spPr>
            <a:xfrm>
              <a:off x="7696858" y="4032391"/>
              <a:ext cx="287581" cy="250687"/>
            </a:xfrm>
            <a:custGeom>
              <a:avLst/>
              <a:gdLst/>
              <a:ahLst/>
              <a:cxnLst/>
              <a:rect l="l" t="t" r="r" b="b"/>
              <a:pathLst>
                <a:path w="9042" h="7882" extrusionOk="0">
                  <a:moveTo>
                    <a:pt x="2577" y="1"/>
                  </a:moveTo>
                  <a:cubicBezTo>
                    <a:pt x="2418" y="1"/>
                    <a:pt x="2255" y="22"/>
                    <a:pt x="2100" y="55"/>
                  </a:cubicBezTo>
                  <a:cubicBezTo>
                    <a:pt x="1348" y="204"/>
                    <a:pt x="646" y="580"/>
                    <a:pt x="107" y="1119"/>
                  </a:cubicBezTo>
                  <a:cubicBezTo>
                    <a:pt x="72" y="1034"/>
                    <a:pt x="36" y="949"/>
                    <a:pt x="1" y="863"/>
                  </a:cubicBezTo>
                  <a:lnTo>
                    <a:pt x="1" y="7486"/>
                  </a:lnTo>
                  <a:cubicBezTo>
                    <a:pt x="866" y="7635"/>
                    <a:pt x="1738" y="7784"/>
                    <a:pt x="2617" y="7848"/>
                  </a:cubicBezTo>
                  <a:cubicBezTo>
                    <a:pt x="2901" y="7870"/>
                    <a:pt x="3188" y="7881"/>
                    <a:pt x="3476" y="7881"/>
                  </a:cubicBezTo>
                  <a:cubicBezTo>
                    <a:pt x="5072" y="7881"/>
                    <a:pt x="6689" y="7521"/>
                    <a:pt x="7879" y="6494"/>
                  </a:cubicBezTo>
                  <a:cubicBezTo>
                    <a:pt x="8531" y="5933"/>
                    <a:pt x="9041" y="5075"/>
                    <a:pt x="8836" y="4246"/>
                  </a:cubicBezTo>
                  <a:cubicBezTo>
                    <a:pt x="8708" y="3714"/>
                    <a:pt x="8276" y="3267"/>
                    <a:pt x="7751" y="3111"/>
                  </a:cubicBezTo>
                  <a:cubicBezTo>
                    <a:pt x="7618" y="3074"/>
                    <a:pt x="7480" y="3055"/>
                    <a:pt x="7342" y="3055"/>
                  </a:cubicBezTo>
                  <a:cubicBezTo>
                    <a:pt x="6935" y="3055"/>
                    <a:pt x="6525" y="3213"/>
                    <a:pt x="6233" y="3494"/>
                  </a:cubicBezTo>
                  <a:cubicBezTo>
                    <a:pt x="6319" y="3125"/>
                    <a:pt x="6404" y="2735"/>
                    <a:pt x="6304" y="2374"/>
                  </a:cubicBezTo>
                  <a:cubicBezTo>
                    <a:pt x="6276" y="2260"/>
                    <a:pt x="6226" y="2154"/>
                    <a:pt x="6134" y="2083"/>
                  </a:cubicBezTo>
                  <a:cubicBezTo>
                    <a:pt x="6073" y="2039"/>
                    <a:pt x="5999" y="2019"/>
                    <a:pt x="5923" y="2019"/>
                  </a:cubicBezTo>
                  <a:cubicBezTo>
                    <a:pt x="5840" y="2019"/>
                    <a:pt x="5754" y="2042"/>
                    <a:pt x="5680" y="2083"/>
                  </a:cubicBezTo>
                  <a:cubicBezTo>
                    <a:pt x="5539" y="2161"/>
                    <a:pt x="5432" y="2289"/>
                    <a:pt x="5333" y="2409"/>
                  </a:cubicBezTo>
                  <a:cubicBezTo>
                    <a:pt x="5340" y="2303"/>
                    <a:pt x="5411" y="2204"/>
                    <a:pt x="5453" y="2090"/>
                  </a:cubicBezTo>
                  <a:cubicBezTo>
                    <a:pt x="5496" y="1977"/>
                    <a:pt x="5503" y="1842"/>
                    <a:pt x="5453" y="1736"/>
                  </a:cubicBezTo>
                  <a:cubicBezTo>
                    <a:pt x="5397" y="1622"/>
                    <a:pt x="5283" y="1551"/>
                    <a:pt x="5170" y="1516"/>
                  </a:cubicBezTo>
                  <a:cubicBezTo>
                    <a:pt x="5110" y="1502"/>
                    <a:pt x="5048" y="1496"/>
                    <a:pt x="4985" y="1496"/>
                  </a:cubicBezTo>
                  <a:cubicBezTo>
                    <a:pt x="4923" y="1496"/>
                    <a:pt x="4861" y="1502"/>
                    <a:pt x="4801" y="1509"/>
                  </a:cubicBezTo>
                  <a:cubicBezTo>
                    <a:pt x="4439" y="1565"/>
                    <a:pt x="4099" y="1729"/>
                    <a:pt x="3830" y="1977"/>
                  </a:cubicBezTo>
                  <a:cubicBezTo>
                    <a:pt x="3844" y="1565"/>
                    <a:pt x="3844" y="1232"/>
                    <a:pt x="3759" y="920"/>
                  </a:cubicBezTo>
                  <a:cubicBezTo>
                    <a:pt x="3667" y="608"/>
                    <a:pt x="3482" y="310"/>
                    <a:pt x="3199" y="147"/>
                  </a:cubicBezTo>
                  <a:cubicBezTo>
                    <a:pt x="3010" y="41"/>
                    <a:pt x="2796" y="1"/>
                    <a:pt x="25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2"/>
            <p:cNvSpPr/>
            <p:nvPr/>
          </p:nvSpPr>
          <p:spPr>
            <a:xfrm>
              <a:off x="7700261" y="4031182"/>
              <a:ext cx="116152" cy="36798"/>
            </a:xfrm>
            <a:custGeom>
              <a:avLst/>
              <a:gdLst/>
              <a:ahLst/>
              <a:cxnLst/>
              <a:rect l="l" t="t" r="r" b="b"/>
              <a:pathLst>
                <a:path w="3652" h="1157" fill="none" extrusionOk="0">
                  <a:moveTo>
                    <a:pt x="3652" y="958"/>
                  </a:moveTo>
                  <a:cubicBezTo>
                    <a:pt x="3560" y="646"/>
                    <a:pt x="3375" y="348"/>
                    <a:pt x="3092" y="185"/>
                  </a:cubicBezTo>
                  <a:cubicBezTo>
                    <a:pt x="2765" y="1"/>
                    <a:pt x="2361" y="15"/>
                    <a:pt x="1993" y="93"/>
                  </a:cubicBezTo>
                  <a:cubicBezTo>
                    <a:pt x="1241" y="242"/>
                    <a:pt x="539" y="618"/>
                    <a:pt x="0" y="1157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2"/>
            <p:cNvSpPr/>
            <p:nvPr/>
          </p:nvSpPr>
          <p:spPr>
            <a:xfrm>
              <a:off x="7833079" y="4079685"/>
              <a:ext cx="38834" cy="29356"/>
            </a:xfrm>
            <a:custGeom>
              <a:avLst/>
              <a:gdLst/>
              <a:ahLst/>
              <a:cxnLst/>
              <a:rect l="l" t="t" r="r" b="b"/>
              <a:pathLst>
                <a:path w="1221" h="923" fill="none" extrusionOk="0">
                  <a:moveTo>
                    <a:pt x="1050" y="922"/>
                  </a:moveTo>
                  <a:cubicBezTo>
                    <a:pt x="1057" y="816"/>
                    <a:pt x="1128" y="717"/>
                    <a:pt x="1170" y="603"/>
                  </a:cubicBezTo>
                  <a:cubicBezTo>
                    <a:pt x="1213" y="490"/>
                    <a:pt x="1220" y="355"/>
                    <a:pt x="1170" y="249"/>
                  </a:cubicBezTo>
                  <a:cubicBezTo>
                    <a:pt x="1114" y="135"/>
                    <a:pt x="1000" y="64"/>
                    <a:pt x="887" y="29"/>
                  </a:cubicBezTo>
                  <a:cubicBezTo>
                    <a:pt x="766" y="0"/>
                    <a:pt x="639" y="8"/>
                    <a:pt x="518" y="22"/>
                  </a:cubicBezTo>
                  <a:cubicBezTo>
                    <a:pt x="341" y="50"/>
                    <a:pt x="164" y="107"/>
                    <a:pt x="0" y="185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2"/>
            <p:cNvSpPr/>
            <p:nvPr/>
          </p:nvSpPr>
          <p:spPr>
            <a:xfrm>
              <a:off x="7895098" y="4111712"/>
              <a:ext cx="45131" cy="31837"/>
            </a:xfrm>
            <a:custGeom>
              <a:avLst/>
              <a:gdLst/>
              <a:ahLst/>
              <a:cxnLst/>
              <a:rect l="l" t="t" r="r" b="b"/>
              <a:pathLst>
                <a:path w="1419" h="1001" fill="none" extrusionOk="0">
                  <a:moveTo>
                    <a:pt x="1419" y="596"/>
                  </a:moveTo>
                  <a:cubicBezTo>
                    <a:pt x="922" y="490"/>
                    <a:pt x="369" y="646"/>
                    <a:pt x="0" y="1000"/>
                  </a:cubicBezTo>
                  <a:cubicBezTo>
                    <a:pt x="78" y="674"/>
                    <a:pt x="149" y="327"/>
                    <a:pt x="100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2"/>
            <p:cNvSpPr/>
            <p:nvPr/>
          </p:nvSpPr>
          <p:spPr>
            <a:xfrm>
              <a:off x="7961634" y="4141482"/>
              <a:ext cx="19655" cy="67013"/>
            </a:xfrm>
            <a:custGeom>
              <a:avLst/>
              <a:gdLst/>
              <a:ahLst/>
              <a:cxnLst/>
              <a:rect l="l" t="t" r="r" b="b"/>
              <a:pathLst>
                <a:path w="618" h="2107" fill="none" extrusionOk="0">
                  <a:moveTo>
                    <a:pt x="319" y="2106"/>
                  </a:moveTo>
                  <a:cubicBezTo>
                    <a:pt x="525" y="1702"/>
                    <a:pt x="617" y="1255"/>
                    <a:pt x="511" y="816"/>
                  </a:cubicBezTo>
                  <a:cubicBezTo>
                    <a:pt x="433" y="497"/>
                    <a:pt x="248" y="206"/>
                    <a:pt x="0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2"/>
            <p:cNvSpPr/>
            <p:nvPr/>
          </p:nvSpPr>
          <p:spPr>
            <a:xfrm>
              <a:off x="7850221" y="3545424"/>
              <a:ext cx="393555" cy="68699"/>
            </a:xfrm>
            <a:custGeom>
              <a:avLst/>
              <a:gdLst/>
              <a:ahLst/>
              <a:cxnLst/>
              <a:rect l="l" t="t" r="r" b="b"/>
              <a:pathLst>
                <a:path w="12374" h="2160" extrusionOk="0">
                  <a:moveTo>
                    <a:pt x="1560" y="1"/>
                  </a:moveTo>
                  <a:cubicBezTo>
                    <a:pt x="1694" y="201"/>
                    <a:pt x="1980" y="471"/>
                    <a:pt x="2524" y="471"/>
                  </a:cubicBezTo>
                  <a:cubicBezTo>
                    <a:pt x="2556" y="471"/>
                    <a:pt x="2590" y="470"/>
                    <a:pt x="2624" y="468"/>
                  </a:cubicBezTo>
                  <a:cubicBezTo>
                    <a:pt x="3127" y="447"/>
                    <a:pt x="3439" y="213"/>
                    <a:pt x="3617" y="1"/>
                  </a:cubicBezTo>
                  <a:close/>
                  <a:moveTo>
                    <a:pt x="256" y="1"/>
                  </a:moveTo>
                  <a:cubicBezTo>
                    <a:pt x="57" y="369"/>
                    <a:pt x="0" y="681"/>
                    <a:pt x="0" y="681"/>
                  </a:cubicBezTo>
                  <a:cubicBezTo>
                    <a:pt x="0" y="681"/>
                    <a:pt x="73" y="705"/>
                    <a:pt x="193" y="705"/>
                  </a:cubicBezTo>
                  <a:cubicBezTo>
                    <a:pt x="439" y="705"/>
                    <a:pt x="883" y="606"/>
                    <a:pt x="1312" y="1"/>
                  </a:cubicBezTo>
                  <a:close/>
                  <a:moveTo>
                    <a:pt x="4063" y="1"/>
                  </a:moveTo>
                  <a:cubicBezTo>
                    <a:pt x="4262" y="270"/>
                    <a:pt x="4581" y="603"/>
                    <a:pt x="5006" y="702"/>
                  </a:cubicBezTo>
                  <a:cubicBezTo>
                    <a:pt x="5089" y="722"/>
                    <a:pt x="5170" y="731"/>
                    <a:pt x="5247" y="731"/>
                  </a:cubicBezTo>
                  <a:cubicBezTo>
                    <a:pt x="5867" y="731"/>
                    <a:pt x="6304" y="171"/>
                    <a:pt x="6304" y="171"/>
                  </a:cubicBezTo>
                  <a:lnTo>
                    <a:pt x="6304" y="171"/>
                  </a:lnTo>
                  <a:cubicBezTo>
                    <a:pt x="6304" y="171"/>
                    <a:pt x="6276" y="710"/>
                    <a:pt x="6956" y="929"/>
                  </a:cubicBezTo>
                  <a:cubicBezTo>
                    <a:pt x="7033" y="954"/>
                    <a:pt x="7107" y="965"/>
                    <a:pt x="7179" y="965"/>
                  </a:cubicBezTo>
                  <a:cubicBezTo>
                    <a:pt x="7741" y="965"/>
                    <a:pt x="8126" y="284"/>
                    <a:pt x="8126" y="284"/>
                  </a:cubicBezTo>
                  <a:cubicBezTo>
                    <a:pt x="8126" y="284"/>
                    <a:pt x="8183" y="554"/>
                    <a:pt x="8360" y="603"/>
                  </a:cubicBezTo>
                  <a:cubicBezTo>
                    <a:pt x="8372" y="606"/>
                    <a:pt x="8384" y="608"/>
                    <a:pt x="8395" y="608"/>
                  </a:cubicBezTo>
                  <a:cubicBezTo>
                    <a:pt x="8564" y="608"/>
                    <a:pt x="8743" y="298"/>
                    <a:pt x="8743" y="298"/>
                  </a:cubicBezTo>
                  <a:cubicBezTo>
                    <a:pt x="8743" y="298"/>
                    <a:pt x="8960" y="840"/>
                    <a:pt x="9668" y="840"/>
                  </a:cubicBezTo>
                  <a:cubicBezTo>
                    <a:pt x="9810" y="840"/>
                    <a:pt x="9971" y="818"/>
                    <a:pt x="10154" y="766"/>
                  </a:cubicBezTo>
                  <a:lnTo>
                    <a:pt x="10154" y="766"/>
                  </a:lnTo>
                  <a:cubicBezTo>
                    <a:pt x="10154" y="766"/>
                    <a:pt x="9835" y="1681"/>
                    <a:pt x="10849" y="1766"/>
                  </a:cubicBezTo>
                  <a:cubicBezTo>
                    <a:pt x="10849" y="1766"/>
                    <a:pt x="10885" y="2092"/>
                    <a:pt x="11140" y="2106"/>
                  </a:cubicBezTo>
                  <a:cubicBezTo>
                    <a:pt x="11143" y="2107"/>
                    <a:pt x="11145" y="2107"/>
                    <a:pt x="11148" y="2107"/>
                  </a:cubicBezTo>
                  <a:cubicBezTo>
                    <a:pt x="11375" y="2107"/>
                    <a:pt x="11417" y="1794"/>
                    <a:pt x="11424" y="1724"/>
                  </a:cubicBezTo>
                  <a:lnTo>
                    <a:pt x="11424" y="1724"/>
                  </a:lnTo>
                  <a:cubicBezTo>
                    <a:pt x="11418" y="1799"/>
                    <a:pt x="11409" y="2160"/>
                    <a:pt x="11763" y="2160"/>
                  </a:cubicBezTo>
                  <a:cubicBezTo>
                    <a:pt x="11873" y="2160"/>
                    <a:pt x="12019" y="2125"/>
                    <a:pt x="12211" y="2036"/>
                  </a:cubicBezTo>
                  <a:cubicBezTo>
                    <a:pt x="12211" y="2036"/>
                    <a:pt x="12374" y="894"/>
                    <a:pt x="11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2"/>
            <p:cNvSpPr/>
            <p:nvPr/>
          </p:nvSpPr>
          <p:spPr>
            <a:xfrm>
              <a:off x="7850221" y="3549018"/>
              <a:ext cx="388371" cy="73120"/>
            </a:xfrm>
            <a:custGeom>
              <a:avLst/>
              <a:gdLst/>
              <a:ahLst/>
              <a:cxnLst/>
              <a:rect l="l" t="t" r="r" b="b"/>
              <a:pathLst>
                <a:path w="12211" h="2299" fill="none" extrusionOk="0">
                  <a:moveTo>
                    <a:pt x="0" y="568"/>
                  </a:moveTo>
                  <a:cubicBezTo>
                    <a:pt x="0" y="568"/>
                    <a:pt x="617" y="767"/>
                    <a:pt x="1227" y="1"/>
                  </a:cubicBezTo>
                  <a:moveTo>
                    <a:pt x="4262" y="122"/>
                  </a:moveTo>
                  <a:cubicBezTo>
                    <a:pt x="4446" y="327"/>
                    <a:pt x="4702" y="519"/>
                    <a:pt x="5006" y="589"/>
                  </a:cubicBezTo>
                  <a:cubicBezTo>
                    <a:pt x="5751" y="767"/>
                    <a:pt x="6304" y="58"/>
                    <a:pt x="6304" y="58"/>
                  </a:cubicBezTo>
                  <a:cubicBezTo>
                    <a:pt x="6304" y="58"/>
                    <a:pt x="6276" y="597"/>
                    <a:pt x="6956" y="816"/>
                  </a:cubicBezTo>
                  <a:cubicBezTo>
                    <a:pt x="7382" y="958"/>
                    <a:pt x="7729" y="667"/>
                    <a:pt x="7935" y="433"/>
                  </a:cubicBezTo>
                  <a:moveTo>
                    <a:pt x="8126" y="171"/>
                  </a:moveTo>
                  <a:cubicBezTo>
                    <a:pt x="8126" y="171"/>
                    <a:pt x="8183" y="433"/>
                    <a:pt x="8360" y="490"/>
                  </a:cubicBezTo>
                  <a:cubicBezTo>
                    <a:pt x="8538" y="540"/>
                    <a:pt x="8743" y="185"/>
                    <a:pt x="8743" y="185"/>
                  </a:cubicBezTo>
                  <a:cubicBezTo>
                    <a:pt x="8743" y="185"/>
                    <a:pt x="9055" y="965"/>
                    <a:pt x="10154" y="653"/>
                  </a:cubicBezTo>
                  <a:cubicBezTo>
                    <a:pt x="10154" y="653"/>
                    <a:pt x="9906" y="1355"/>
                    <a:pt x="10523" y="1582"/>
                  </a:cubicBezTo>
                  <a:moveTo>
                    <a:pt x="10849" y="1653"/>
                  </a:moveTo>
                  <a:cubicBezTo>
                    <a:pt x="10849" y="1653"/>
                    <a:pt x="10885" y="1979"/>
                    <a:pt x="11140" y="1993"/>
                  </a:cubicBezTo>
                  <a:cubicBezTo>
                    <a:pt x="11374" y="2001"/>
                    <a:pt x="11416" y="1681"/>
                    <a:pt x="11424" y="1611"/>
                  </a:cubicBezTo>
                  <a:cubicBezTo>
                    <a:pt x="11416" y="1710"/>
                    <a:pt x="11402" y="2298"/>
                    <a:pt x="12211" y="1923"/>
                  </a:cubicBezTo>
                  <a:moveTo>
                    <a:pt x="3149" y="242"/>
                  </a:moveTo>
                  <a:cubicBezTo>
                    <a:pt x="3000" y="306"/>
                    <a:pt x="2830" y="348"/>
                    <a:pt x="2624" y="355"/>
                  </a:cubicBezTo>
                  <a:cubicBezTo>
                    <a:pt x="2113" y="384"/>
                    <a:pt x="1816" y="192"/>
                    <a:pt x="1645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2"/>
            <p:cNvSpPr/>
            <p:nvPr/>
          </p:nvSpPr>
          <p:spPr>
            <a:xfrm>
              <a:off x="8163692" y="3783135"/>
              <a:ext cx="97451" cy="184278"/>
            </a:xfrm>
            <a:custGeom>
              <a:avLst/>
              <a:gdLst/>
              <a:ahLst/>
              <a:cxnLst/>
              <a:rect l="l" t="t" r="r" b="b"/>
              <a:pathLst>
                <a:path w="3064" h="5794" extrusionOk="0">
                  <a:moveTo>
                    <a:pt x="525" y="0"/>
                  </a:moveTo>
                  <a:cubicBezTo>
                    <a:pt x="525" y="0"/>
                    <a:pt x="1" y="709"/>
                    <a:pt x="1355" y="1064"/>
                  </a:cubicBezTo>
                  <a:cubicBezTo>
                    <a:pt x="1355" y="1064"/>
                    <a:pt x="773" y="1709"/>
                    <a:pt x="1412" y="2553"/>
                  </a:cubicBezTo>
                  <a:cubicBezTo>
                    <a:pt x="1412" y="2553"/>
                    <a:pt x="178" y="2858"/>
                    <a:pt x="788" y="4269"/>
                  </a:cubicBezTo>
                  <a:cubicBezTo>
                    <a:pt x="788" y="4269"/>
                    <a:pt x="504" y="4758"/>
                    <a:pt x="710" y="4964"/>
                  </a:cubicBezTo>
                  <a:cubicBezTo>
                    <a:pt x="744" y="5000"/>
                    <a:pt x="781" y="5016"/>
                    <a:pt x="820" y="5016"/>
                  </a:cubicBezTo>
                  <a:cubicBezTo>
                    <a:pt x="1004" y="5016"/>
                    <a:pt x="1213" y="4666"/>
                    <a:pt x="1213" y="4666"/>
                  </a:cubicBezTo>
                  <a:cubicBezTo>
                    <a:pt x="1213" y="4666"/>
                    <a:pt x="1305" y="5651"/>
                    <a:pt x="1979" y="5793"/>
                  </a:cubicBezTo>
                  <a:cubicBezTo>
                    <a:pt x="1979" y="5793"/>
                    <a:pt x="3064" y="4170"/>
                    <a:pt x="2879" y="2241"/>
                  </a:cubicBezTo>
                  <a:cubicBezTo>
                    <a:pt x="2695" y="312"/>
                    <a:pt x="526" y="0"/>
                    <a:pt x="5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2"/>
            <p:cNvSpPr/>
            <p:nvPr/>
          </p:nvSpPr>
          <p:spPr>
            <a:xfrm>
              <a:off x="8169321" y="3816944"/>
              <a:ext cx="57313" cy="150469"/>
            </a:xfrm>
            <a:custGeom>
              <a:avLst/>
              <a:gdLst/>
              <a:ahLst/>
              <a:cxnLst/>
              <a:rect l="l" t="t" r="r" b="b"/>
              <a:pathLst>
                <a:path w="1802" h="4731" fill="none" extrusionOk="0">
                  <a:moveTo>
                    <a:pt x="1178" y="1"/>
                  </a:moveTo>
                  <a:cubicBezTo>
                    <a:pt x="1178" y="1"/>
                    <a:pt x="596" y="646"/>
                    <a:pt x="1235" y="1490"/>
                  </a:cubicBezTo>
                  <a:cubicBezTo>
                    <a:pt x="1235" y="1490"/>
                    <a:pt x="1" y="1795"/>
                    <a:pt x="611" y="3206"/>
                  </a:cubicBezTo>
                  <a:cubicBezTo>
                    <a:pt x="611" y="3206"/>
                    <a:pt x="327" y="3695"/>
                    <a:pt x="533" y="3901"/>
                  </a:cubicBezTo>
                  <a:cubicBezTo>
                    <a:pt x="731" y="4113"/>
                    <a:pt x="1036" y="3603"/>
                    <a:pt x="1036" y="3603"/>
                  </a:cubicBezTo>
                  <a:cubicBezTo>
                    <a:pt x="1036" y="3603"/>
                    <a:pt x="1128" y="4588"/>
                    <a:pt x="1802" y="473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2"/>
            <p:cNvSpPr/>
            <p:nvPr/>
          </p:nvSpPr>
          <p:spPr>
            <a:xfrm>
              <a:off x="8167985" y="3783135"/>
              <a:ext cx="24394" cy="28656"/>
            </a:xfrm>
            <a:custGeom>
              <a:avLst/>
              <a:gdLst/>
              <a:ahLst/>
              <a:cxnLst/>
              <a:rect l="l" t="t" r="r" b="b"/>
              <a:pathLst>
                <a:path w="767" h="901" fill="none" extrusionOk="0">
                  <a:moveTo>
                    <a:pt x="390" y="0"/>
                  </a:moveTo>
                  <a:cubicBezTo>
                    <a:pt x="390" y="0"/>
                    <a:pt x="0" y="532"/>
                    <a:pt x="766" y="90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2"/>
            <p:cNvSpPr/>
            <p:nvPr/>
          </p:nvSpPr>
          <p:spPr>
            <a:xfrm>
              <a:off x="7855406" y="3746114"/>
              <a:ext cx="49425" cy="47230"/>
            </a:xfrm>
            <a:custGeom>
              <a:avLst/>
              <a:gdLst/>
              <a:ahLst/>
              <a:cxnLst/>
              <a:rect l="l" t="t" r="r" b="b"/>
              <a:pathLst>
                <a:path w="1554" h="1485" extrusionOk="0">
                  <a:moveTo>
                    <a:pt x="826" y="0"/>
                  </a:moveTo>
                  <a:cubicBezTo>
                    <a:pt x="638" y="0"/>
                    <a:pt x="449" y="65"/>
                    <a:pt x="312" y="193"/>
                  </a:cubicBezTo>
                  <a:cubicBezTo>
                    <a:pt x="86" y="398"/>
                    <a:pt x="0" y="746"/>
                    <a:pt x="121" y="1029"/>
                  </a:cubicBezTo>
                  <a:cubicBezTo>
                    <a:pt x="229" y="1299"/>
                    <a:pt x="509" y="1485"/>
                    <a:pt x="798" y="1485"/>
                  </a:cubicBezTo>
                  <a:cubicBezTo>
                    <a:pt x="813" y="1485"/>
                    <a:pt x="829" y="1484"/>
                    <a:pt x="844" y="1483"/>
                  </a:cubicBezTo>
                  <a:cubicBezTo>
                    <a:pt x="1149" y="1455"/>
                    <a:pt x="1426" y="1221"/>
                    <a:pt x="1490" y="923"/>
                  </a:cubicBezTo>
                  <a:cubicBezTo>
                    <a:pt x="1553" y="625"/>
                    <a:pt x="1447" y="214"/>
                    <a:pt x="1156" y="72"/>
                  </a:cubicBezTo>
                  <a:cubicBezTo>
                    <a:pt x="1054" y="24"/>
                    <a:pt x="940" y="0"/>
                    <a:pt x="8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2"/>
            <p:cNvSpPr/>
            <p:nvPr/>
          </p:nvSpPr>
          <p:spPr>
            <a:xfrm>
              <a:off x="7875920" y="3765992"/>
              <a:ext cx="12658" cy="12658"/>
            </a:xfrm>
            <a:custGeom>
              <a:avLst/>
              <a:gdLst/>
              <a:ahLst/>
              <a:cxnLst/>
              <a:rect l="l" t="t" r="r" b="b"/>
              <a:pathLst>
                <a:path w="398" h="398" fill="none" extrusionOk="0">
                  <a:moveTo>
                    <a:pt x="249" y="29"/>
                  </a:moveTo>
                  <a:cubicBezTo>
                    <a:pt x="164" y="0"/>
                    <a:pt x="65" y="50"/>
                    <a:pt x="29" y="135"/>
                  </a:cubicBezTo>
                  <a:cubicBezTo>
                    <a:pt x="1" y="220"/>
                    <a:pt x="43" y="319"/>
                    <a:pt x="121" y="355"/>
                  </a:cubicBezTo>
                  <a:cubicBezTo>
                    <a:pt x="206" y="397"/>
                    <a:pt x="313" y="362"/>
                    <a:pt x="355" y="277"/>
                  </a:cubicBezTo>
                  <a:cubicBezTo>
                    <a:pt x="398" y="199"/>
                    <a:pt x="377" y="64"/>
                    <a:pt x="249" y="29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2"/>
            <p:cNvSpPr/>
            <p:nvPr/>
          </p:nvSpPr>
          <p:spPr>
            <a:xfrm>
              <a:off x="8222563" y="3828457"/>
              <a:ext cx="108042" cy="77254"/>
            </a:xfrm>
            <a:custGeom>
              <a:avLst/>
              <a:gdLst/>
              <a:ahLst/>
              <a:cxnLst/>
              <a:rect l="l" t="t" r="r" b="b"/>
              <a:pathLst>
                <a:path w="3397" h="2429" extrusionOk="0">
                  <a:moveTo>
                    <a:pt x="1643" y="0"/>
                  </a:moveTo>
                  <a:cubicBezTo>
                    <a:pt x="1574" y="0"/>
                    <a:pt x="1503" y="27"/>
                    <a:pt x="1454" y="71"/>
                  </a:cubicBezTo>
                  <a:cubicBezTo>
                    <a:pt x="1383" y="128"/>
                    <a:pt x="1340" y="213"/>
                    <a:pt x="1305" y="298"/>
                  </a:cubicBezTo>
                  <a:cubicBezTo>
                    <a:pt x="1220" y="532"/>
                    <a:pt x="1220" y="802"/>
                    <a:pt x="1277" y="1078"/>
                  </a:cubicBezTo>
                  <a:cubicBezTo>
                    <a:pt x="1170" y="929"/>
                    <a:pt x="1007" y="823"/>
                    <a:pt x="823" y="780"/>
                  </a:cubicBezTo>
                  <a:cubicBezTo>
                    <a:pt x="783" y="771"/>
                    <a:pt x="742" y="766"/>
                    <a:pt x="701" y="766"/>
                  </a:cubicBezTo>
                  <a:cubicBezTo>
                    <a:pt x="616" y="766"/>
                    <a:pt x="533" y="789"/>
                    <a:pt x="475" y="851"/>
                  </a:cubicBezTo>
                  <a:cubicBezTo>
                    <a:pt x="397" y="929"/>
                    <a:pt x="390" y="1050"/>
                    <a:pt x="426" y="1156"/>
                  </a:cubicBezTo>
                  <a:cubicBezTo>
                    <a:pt x="461" y="1255"/>
                    <a:pt x="539" y="1341"/>
                    <a:pt x="617" y="1419"/>
                  </a:cubicBezTo>
                  <a:cubicBezTo>
                    <a:pt x="688" y="1497"/>
                    <a:pt x="773" y="1575"/>
                    <a:pt x="816" y="1674"/>
                  </a:cubicBezTo>
                  <a:cubicBezTo>
                    <a:pt x="711" y="1645"/>
                    <a:pt x="606" y="1620"/>
                    <a:pt x="498" y="1620"/>
                  </a:cubicBezTo>
                  <a:cubicBezTo>
                    <a:pt x="474" y="1620"/>
                    <a:pt x="450" y="1622"/>
                    <a:pt x="426" y="1624"/>
                  </a:cubicBezTo>
                  <a:cubicBezTo>
                    <a:pt x="291" y="1638"/>
                    <a:pt x="163" y="1695"/>
                    <a:pt x="85" y="1801"/>
                  </a:cubicBezTo>
                  <a:cubicBezTo>
                    <a:pt x="7" y="1908"/>
                    <a:pt x="0" y="2071"/>
                    <a:pt x="78" y="2170"/>
                  </a:cubicBezTo>
                  <a:cubicBezTo>
                    <a:pt x="142" y="2241"/>
                    <a:pt x="227" y="2277"/>
                    <a:pt x="312" y="2305"/>
                  </a:cubicBezTo>
                  <a:cubicBezTo>
                    <a:pt x="585" y="2394"/>
                    <a:pt x="869" y="2429"/>
                    <a:pt x="1154" y="2429"/>
                  </a:cubicBezTo>
                  <a:cubicBezTo>
                    <a:pt x="1440" y="2429"/>
                    <a:pt x="1727" y="2394"/>
                    <a:pt x="2007" y="2340"/>
                  </a:cubicBezTo>
                  <a:cubicBezTo>
                    <a:pt x="2248" y="2291"/>
                    <a:pt x="2489" y="2234"/>
                    <a:pt x="2709" y="2128"/>
                  </a:cubicBezTo>
                  <a:cubicBezTo>
                    <a:pt x="2936" y="2021"/>
                    <a:pt x="3134" y="1865"/>
                    <a:pt x="3276" y="1667"/>
                  </a:cubicBezTo>
                  <a:cubicBezTo>
                    <a:pt x="3347" y="1567"/>
                    <a:pt x="3397" y="1433"/>
                    <a:pt x="3340" y="1326"/>
                  </a:cubicBezTo>
                  <a:cubicBezTo>
                    <a:pt x="3289" y="1237"/>
                    <a:pt x="3179" y="1205"/>
                    <a:pt x="3080" y="1205"/>
                  </a:cubicBezTo>
                  <a:cubicBezTo>
                    <a:pt x="3070" y="1205"/>
                    <a:pt x="3059" y="1205"/>
                    <a:pt x="3049" y="1206"/>
                  </a:cubicBezTo>
                  <a:cubicBezTo>
                    <a:pt x="2837" y="1206"/>
                    <a:pt x="2624" y="1291"/>
                    <a:pt x="2376" y="1454"/>
                  </a:cubicBezTo>
                  <a:cubicBezTo>
                    <a:pt x="2532" y="1248"/>
                    <a:pt x="2638" y="1007"/>
                    <a:pt x="2681" y="759"/>
                  </a:cubicBezTo>
                  <a:cubicBezTo>
                    <a:pt x="2702" y="660"/>
                    <a:pt x="2702" y="553"/>
                    <a:pt x="2638" y="483"/>
                  </a:cubicBezTo>
                  <a:cubicBezTo>
                    <a:pt x="2603" y="453"/>
                    <a:pt x="2560" y="441"/>
                    <a:pt x="2514" y="441"/>
                  </a:cubicBezTo>
                  <a:cubicBezTo>
                    <a:pt x="2449" y="441"/>
                    <a:pt x="2380" y="466"/>
                    <a:pt x="2326" y="504"/>
                  </a:cubicBezTo>
                  <a:cubicBezTo>
                    <a:pt x="2149" y="617"/>
                    <a:pt x="2042" y="809"/>
                    <a:pt x="1936" y="993"/>
                  </a:cubicBezTo>
                  <a:cubicBezTo>
                    <a:pt x="1979" y="766"/>
                    <a:pt x="1971" y="532"/>
                    <a:pt x="1915" y="312"/>
                  </a:cubicBezTo>
                  <a:cubicBezTo>
                    <a:pt x="1886" y="185"/>
                    <a:pt x="1823" y="50"/>
                    <a:pt x="1702" y="7"/>
                  </a:cubicBezTo>
                  <a:cubicBezTo>
                    <a:pt x="1683" y="3"/>
                    <a:pt x="1663" y="0"/>
                    <a:pt x="16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2"/>
            <p:cNvSpPr/>
            <p:nvPr/>
          </p:nvSpPr>
          <p:spPr>
            <a:xfrm>
              <a:off x="8263368" y="3871966"/>
              <a:ext cx="19878" cy="19878"/>
            </a:xfrm>
            <a:custGeom>
              <a:avLst/>
              <a:gdLst/>
              <a:ahLst/>
              <a:cxnLst/>
              <a:rect l="l" t="t" r="r" b="b"/>
              <a:pathLst>
                <a:path w="625" h="625" fill="none" extrusionOk="0">
                  <a:moveTo>
                    <a:pt x="433" y="58"/>
                  </a:moveTo>
                  <a:cubicBezTo>
                    <a:pt x="306" y="1"/>
                    <a:pt x="128" y="58"/>
                    <a:pt x="64" y="185"/>
                  </a:cubicBezTo>
                  <a:cubicBezTo>
                    <a:pt x="1" y="313"/>
                    <a:pt x="57" y="490"/>
                    <a:pt x="185" y="554"/>
                  </a:cubicBezTo>
                  <a:cubicBezTo>
                    <a:pt x="313" y="625"/>
                    <a:pt x="483" y="575"/>
                    <a:pt x="554" y="448"/>
                  </a:cubicBezTo>
                  <a:cubicBezTo>
                    <a:pt x="625" y="327"/>
                    <a:pt x="589" y="129"/>
                    <a:pt x="433" y="5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2"/>
            <p:cNvSpPr/>
            <p:nvPr/>
          </p:nvSpPr>
          <p:spPr>
            <a:xfrm>
              <a:off x="8068976" y="3979785"/>
              <a:ext cx="35653" cy="38007"/>
            </a:xfrm>
            <a:custGeom>
              <a:avLst/>
              <a:gdLst/>
              <a:ahLst/>
              <a:cxnLst/>
              <a:rect l="l" t="t" r="r" b="b"/>
              <a:pathLst>
                <a:path w="1121" h="1195" extrusionOk="0">
                  <a:moveTo>
                    <a:pt x="558" y="0"/>
                  </a:moveTo>
                  <a:cubicBezTo>
                    <a:pt x="521" y="0"/>
                    <a:pt x="484" y="5"/>
                    <a:pt x="447" y="14"/>
                  </a:cubicBezTo>
                  <a:cubicBezTo>
                    <a:pt x="277" y="50"/>
                    <a:pt x="135" y="170"/>
                    <a:pt x="71" y="326"/>
                  </a:cubicBezTo>
                  <a:cubicBezTo>
                    <a:pt x="0" y="482"/>
                    <a:pt x="0" y="660"/>
                    <a:pt x="57" y="816"/>
                  </a:cubicBezTo>
                  <a:cubicBezTo>
                    <a:pt x="121" y="993"/>
                    <a:pt x="263" y="1135"/>
                    <a:pt x="440" y="1184"/>
                  </a:cubicBezTo>
                  <a:cubicBezTo>
                    <a:pt x="471" y="1191"/>
                    <a:pt x="502" y="1194"/>
                    <a:pt x="533" y="1194"/>
                  </a:cubicBezTo>
                  <a:cubicBezTo>
                    <a:pt x="733" y="1194"/>
                    <a:pt x="936" y="1063"/>
                    <a:pt x="1021" y="880"/>
                  </a:cubicBezTo>
                  <a:cubicBezTo>
                    <a:pt x="1121" y="667"/>
                    <a:pt x="1114" y="376"/>
                    <a:pt x="908" y="149"/>
                  </a:cubicBezTo>
                  <a:cubicBezTo>
                    <a:pt x="820" y="56"/>
                    <a:pt x="689" y="0"/>
                    <a:pt x="5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2"/>
            <p:cNvSpPr/>
            <p:nvPr/>
          </p:nvSpPr>
          <p:spPr>
            <a:xfrm>
              <a:off x="8081380" y="3994225"/>
              <a:ext cx="10400" cy="10178"/>
            </a:xfrm>
            <a:custGeom>
              <a:avLst/>
              <a:gdLst/>
              <a:ahLst/>
              <a:cxnLst/>
              <a:rect l="l" t="t" r="r" b="b"/>
              <a:pathLst>
                <a:path w="327" h="320" fill="none" extrusionOk="0">
                  <a:moveTo>
                    <a:pt x="241" y="36"/>
                  </a:moveTo>
                  <a:cubicBezTo>
                    <a:pt x="171" y="0"/>
                    <a:pt x="78" y="21"/>
                    <a:pt x="43" y="85"/>
                  </a:cubicBezTo>
                  <a:cubicBezTo>
                    <a:pt x="0" y="149"/>
                    <a:pt x="29" y="241"/>
                    <a:pt x="85" y="284"/>
                  </a:cubicBezTo>
                  <a:cubicBezTo>
                    <a:pt x="149" y="319"/>
                    <a:pt x="241" y="305"/>
                    <a:pt x="284" y="241"/>
                  </a:cubicBezTo>
                  <a:cubicBezTo>
                    <a:pt x="327" y="177"/>
                    <a:pt x="319" y="78"/>
                    <a:pt x="241" y="36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2"/>
            <p:cNvSpPr/>
            <p:nvPr/>
          </p:nvSpPr>
          <p:spPr>
            <a:xfrm>
              <a:off x="8067386" y="3924381"/>
              <a:ext cx="31169" cy="29515"/>
            </a:xfrm>
            <a:custGeom>
              <a:avLst/>
              <a:gdLst/>
              <a:ahLst/>
              <a:cxnLst/>
              <a:rect l="l" t="t" r="r" b="b"/>
              <a:pathLst>
                <a:path w="980" h="928" extrusionOk="0">
                  <a:moveTo>
                    <a:pt x="511" y="1"/>
                  </a:moveTo>
                  <a:cubicBezTo>
                    <a:pt x="403" y="1"/>
                    <a:pt x="295" y="35"/>
                    <a:pt x="214" y="104"/>
                  </a:cubicBezTo>
                  <a:cubicBezTo>
                    <a:pt x="65" y="218"/>
                    <a:pt x="1" y="430"/>
                    <a:pt x="58" y="608"/>
                  </a:cubicBezTo>
                  <a:cubicBezTo>
                    <a:pt x="107" y="785"/>
                    <a:pt x="284" y="920"/>
                    <a:pt x="469" y="927"/>
                  </a:cubicBezTo>
                  <a:cubicBezTo>
                    <a:pt x="479" y="928"/>
                    <a:pt x="488" y="928"/>
                    <a:pt x="498" y="928"/>
                  </a:cubicBezTo>
                  <a:cubicBezTo>
                    <a:pt x="673" y="928"/>
                    <a:pt x="848" y="811"/>
                    <a:pt x="908" y="643"/>
                  </a:cubicBezTo>
                  <a:cubicBezTo>
                    <a:pt x="979" y="473"/>
                    <a:pt x="979" y="182"/>
                    <a:pt x="738" y="55"/>
                  </a:cubicBezTo>
                  <a:cubicBezTo>
                    <a:pt x="669" y="19"/>
                    <a:pt x="590" y="1"/>
                    <a:pt x="5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2"/>
            <p:cNvSpPr/>
            <p:nvPr/>
          </p:nvSpPr>
          <p:spPr>
            <a:xfrm>
              <a:off x="8077532" y="3933763"/>
              <a:ext cx="10877" cy="10877"/>
            </a:xfrm>
            <a:custGeom>
              <a:avLst/>
              <a:gdLst/>
              <a:ahLst/>
              <a:cxnLst/>
              <a:rect l="l" t="t" r="r" b="b"/>
              <a:pathLst>
                <a:path w="342" h="342" fill="none" extrusionOk="0">
                  <a:moveTo>
                    <a:pt x="221" y="22"/>
                  </a:moveTo>
                  <a:cubicBezTo>
                    <a:pt x="150" y="1"/>
                    <a:pt x="58" y="43"/>
                    <a:pt x="29" y="114"/>
                  </a:cubicBezTo>
                  <a:cubicBezTo>
                    <a:pt x="1" y="185"/>
                    <a:pt x="43" y="284"/>
                    <a:pt x="114" y="313"/>
                  </a:cubicBezTo>
                  <a:cubicBezTo>
                    <a:pt x="185" y="341"/>
                    <a:pt x="277" y="306"/>
                    <a:pt x="313" y="235"/>
                  </a:cubicBezTo>
                  <a:cubicBezTo>
                    <a:pt x="341" y="164"/>
                    <a:pt x="313" y="57"/>
                    <a:pt x="221" y="22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2"/>
            <p:cNvSpPr/>
            <p:nvPr/>
          </p:nvSpPr>
          <p:spPr>
            <a:xfrm>
              <a:off x="8221640" y="3800691"/>
              <a:ext cx="31169" cy="29610"/>
            </a:xfrm>
            <a:custGeom>
              <a:avLst/>
              <a:gdLst/>
              <a:ahLst/>
              <a:cxnLst/>
              <a:rect l="l" t="t" r="r" b="b"/>
              <a:pathLst>
                <a:path w="980" h="931" extrusionOk="0">
                  <a:moveTo>
                    <a:pt x="511" y="0"/>
                  </a:moveTo>
                  <a:cubicBezTo>
                    <a:pt x="403" y="0"/>
                    <a:pt x="295" y="35"/>
                    <a:pt x="214" y="100"/>
                  </a:cubicBezTo>
                  <a:cubicBezTo>
                    <a:pt x="65" y="221"/>
                    <a:pt x="1" y="427"/>
                    <a:pt x="58" y="604"/>
                  </a:cubicBezTo>
                  <a:cubicBezTo>
                    <a:pt x="107" y="788"/>
                    <a:pt x="284" y="923"/>
                    <a:pt x="469" y="930"/>
                  </a:cubicBezTo>
                  <a:cubicBezTo>
                    <a:pt x="474" y="930"/>
                    <a:pt x="480" y="930"/>
                    <a:pt x="485" y="930"/>
                  </a:cubicBezTo>
                  <a:cubicBezTo>
                    <a:pt x="664" y="930"/>
                    <a:pt x="847" y="819"/>
                    <a:pt x="908" y="646"/>
                  </a:cubicBezTo>
                  <a:cubicBezTo>
                    <a:pt x="979" y="476"/>
                    <a:pt x="972" y="186"/>
                    <a:pt x="738" y="58"/>
                  </a:cubicBezTo>
                  <a:cubicBezTo>
                    <a:pt x="669" y="19"/>
                    <a:pt x="590" y="0"/>
                    <a:pt x="5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2"/>
            <p:cNvSpPr/>
            <p:nvPr/>
          </p:nvSpPr>
          <p:spPr>
            <a:xfrm>
              <a:off x="8231786" y="3810201"/>
              <a:ext cx="10877" cy="10846"/>
            </a:xfrm>
            <a:custGeom>
              <a:avLst/>
              <a:gdLst/>
              <a:ahLst/>
              <a:cxnLst/>
              <a:rect l="l" t="t" r="r" b="b"/>
              <a:pathLst>
                <a:path w="342" h="341" fill="none" extrusionOk="0">
                  <a:moveTo>
                    <a:pt x="221" y="21"/>
                  </a:moveTo>
                  <a:cubicBezTo>
                    <a:pt x="150" y="0"/>
                    <a:pt x="58" y="43"/>
                    <a:pt x="29" y="113"/>
                  </a:cubicBezTo>
                  <a:cubicBezTo>
                    <a:pt x="1" y="184"/>
                    <a:pt x="36" y="277"/>
                    <a:pt x="114" y="312"/>
                  </a:cubicBezTo>
                  <a:cubicBezTo>
                    <a:pt x="185" y="340"/>
                    <a:pt x="277" y="305"/>
                    <a:pt x="313" y="227"/>
                  </a:cubicBezTo>
                  <a:cubicBezTo>
                    <a:pt x="341" y="156"/>
                    <a:pt x="313" y="57"/>
                    <a:pt x="221" y="21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2"/>
            <p:cNvSpPr/>
            <p:nvPr/>
          </p:nvSpPr>
          <p:spPr>
            <a:xfrm>
              <a:off x="7997924" y="3654420"/>
              <a:ext cx="98373" cy="61320"/>
            </a:xfrm>
            <a:custGeom>
              <a:avLst/>
              <a:gdLst/>
              <a:ahLst/>
              <a:cxnLst/>
              <a:rect l="l" t="t" r="r" b="b"/>
              <a:pathLst>
                <a:path w="3093" h="1928" extrusionOk="0">
                  <a:moveTo>
                    <a:pt x="1587" y="1"/>
                  </a:moveTo>
                  <a:cubicBezTo>
                    <a:pt x="1520" y="1"/>
                    <a:pt x="1454" y="43"/>
                    <a:pt x="1405" y="98"/>
                  </a:cubicBezTo>
                  <a:cubicBezTo>
                    <a:pt x="1291" y="218"/>
                    <a:pt x="1235" y="381"/>
                    <a:pt x="1206" y="544"/>
                  </a:cubicBezTo>
                  <a:cubicBezTo>
                    <a:pt x="1185" y="707"/>
                    <a:pt x="1192" y="878"/>
                    <a:pt x="1206" y="1041"/>
                  </a:cubicBezTo>
                  <a:cubicBezTo>
                    <a:pt x="1079" y="849"/>
                    <a:pt x="951" y="700"/>
                    <a:pt x="788" y="608"/>
                  </a:cubicBezTo>
                  <a:cubicBezTo>
                    <a:pt x="736" y="575"/>
                    <a:pt x="673" y="549"/>
                    <a:pt x="611" y="549"/>
                  </a:cubicBezTo>
                  <a:cubicBezTo>
                    <a:pt x="579" y="549"/>
                    <a:pt x="547" y="556"/>
                    <a:pt x="518" y="573"/>
                  </a:cubicBezTo>
                  <a:cubicBezTo>
                    <a:pt x="426" y="629"/>
                    <a:pt x="405" y="750"/>
                    <a:pt x="419" y="856"/>
                  </a:cubicBezTo>
                  <a:cubicBezTo>
                    <a:pt x="448" y="1062"/>
                    <a:pt x="554" y="1246"/>
                    <a:pt x="717" y="1374"/>
                  </a:cubicBezTo>
                  <a:cubicBezTo>
                    <a:pt x="511" y="1381"/>
                    <a:pt x="341" y="1381"/>
                    <a:pt x="178" y="1402"/>
                  </a:cubicBezTo>
                  <a:cubicBezTo>
                    <a:pt x="136" y="1409"/>
                    <a:pt x="86" y="1424"/>
                    <a:pt x="58" y="1452"/>
                  </a:cubicBezTo>
                  <a:cubicBezTo>
                    <a:pt x="1" y="1516"/>
                    <a:pt x="29" y="1608"/>
                    <a:pt x="79" y="1672"/>
                  </a:cubicBezTo>
                  <a:cubicBezTo>
                    <a:pt x="242" y="1899"/>
                    <a:pt x="561" y="1927"/>
                    <a:pt x="838" y="1927"/>
                  </a:cubicBezTo>
                  <a:cubicBezTo>
                    <a:pt x="1511" y="1927"/>
                    <a:pt x="2199" y="1856"/>
                    <a:pt x="2816" y="1580"/>
                  </a:cubicBezTo>
                  <a:cubicBezTo>
                    <a:pt x="2894" y="1544"/>
                    <a:pt x="2972" y="1502"/>
                    <a:pt x="3021" y="1431"/>
                  </a:cubicBezTo>
                  <a:cubicBezTo>
                    <a:pt x="3071" y="1367"/>
                    <a:pt x="3092" y="1268"/>
                    <a:pt x="3036" y="1197"/>
                  </a:cubicBezTo>
                  <a:cubicBezTo>
                    <a:pt x="3000" y="1147"/>
                    <a:pt x="2936" y="1126"/>
                    <a:pt x="2873" y="1112"/>
                  </a:cubicBezTo>
                  <a:cubicBezTo>
                    <a:pt x="2828" y="1105"/>
                    <a:pt x="2783" y="1102"/>
                    <a:pt x="2738" y="1102"/>
                  </a:cubicBezTo>
                  <a:cubicBezTo>
                    <a:pt x="2583" y="1102"/>
                    <a:pt x="2429" y="1139"/>
                    <a:pt x="2291" y="1211"/>
                  </a:cubicBezTo>
                  <a:cubicBezTo>
                    <a:pt x="2461" y="1083"/>
                    <a:pt x="2596" y="920"/>
                    <a:pt x="2688" y="729"/>
                  </a:cubicBezTo>
                  <a:cubicBezTo>
                    <a:pt x="2717" y="672"/>
                    <a:pt x="2745" y="608"/>
                    <a:pt x="2724" y="551"/>
                  </a:cubicBezTo>
                  <a:cubicBezTo>
                    <a:pt x="2702" y="495"/>
                    <a:pt x="2631" y="452"/>
                    <a:pt x="2568" y="452"/>
                  </a:cubicBezTo>
                  <a:cubicBezTo>
                    <a:pt x="2561" y="451"/>
                    <a:pt x="2554" y="451"/>
                    <a:pt x="2547" y="451"/>
                  </a:cubicBezTo>
                  <a:cubicBezTo>
                    <a:pt x="2490" y="451"/>
                    <a:pt x="2434" y="476"/>
                    <a:pt x="2383" y="502"/>
                  </a:cubicBezTo>
                  <a:cubicBezTo>
                    <a:pt x="2156" y="608"/>
                    <a:pt x="1951" y="778"/>
                    <a:pt x="1809" y="991"/>
                  </a:cubicBezTo>
                  <a:cubicBezTo>
                    <a:pt x="1795" y="729"/>
                    <a:pt x="1795" y="466"/>
                    <a:pt x="1752" y="211"/>
                  </a:cubicBezTo>
                  <a:cubicBezTo>
                    <a:pt x="1738" y="133"/>
                    <a:pt x="1717" y="48"/>
                    <a:pt x="1646" y="13"/>
                  </a:cubicBezTo>
                  <a:cubicBezTo>
                    <a:pt x="1626" y="4"/>
                    <a:pt x="1607" y="1"/>
                    <a:pt x="15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2"/>
            <p:cNvSpPr/>
            <p:nvPr/>
          </p:nvSpPr>
          <p:spPr>
            <a:xfrm>
              <a:off x="8039875" y="3691568"/>
              <a:ext cx="14917" cy="13772"/>
            </a:xfrm>
            <a:custGeom>
              <a:avLst/>
              <a:gdLst/>
              <a:ahLst/>
              <a:cxnLst/>
              <a:rect l="l" t="t" r="r" b="b"/>
              <a:pathLst>
                <a:path w="469" h="433" fill="none" extrusionOk="0">
                  <a:moveTo>
                    <a:pt x="377" y="92"/>
                  </a:moveTo>
                  <a:cubicBezTo>
                    <a:pt x="299" y="7"/>
                    <a:pt x="150" y="0"/>
                    <a:pt x="72" y="85"/>
                  </a:cubicBezTo>
                  <a:cubicBezTo>
                    <a:pt x="1" y="170"/>
                    <a:pt x="15" y="319"/>
                    <a:pt x="100" y="383"/>
                  </a:cubicBezTo>
                  <a:cubicBezTo>
                    <a:pt x="157" y="426"/>
                    <a:pt x="235" y="433"/>
                    <a:pt x="299" y="404"/>
                  </a:cubicBezTo>
                  <a:cubicBezTo>
                    <a:pt x="412" y="362"/>
                    <a:pt x="469" y="199"/>
                    <a:pt x="377" y="92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2"/>
            <p:cNvSpPr/>
            <p:nvPr/>
          </p:nvSpPr>
          <p:spPr>
            <a:xfrm>
              <a:off x="8173392" y="3582986"/>
              <a:ext cx="94524" cy="70512"/>
            </a:xfrm>
            <a:custGeom>
              <a:avLst/>
              <a:gdLst/>
              <a:ahLst/>
              <a:cxnLst/>
              <a:rect l="l" t="t" r="r" b="b"/>
              <a:pathLst>
                <a:path w="2972" h="2217" extrusionOk="0">
                  <a:moveTo>
                    <a:pt x="847" y="0"/>
                  </a:moveTo>
                  <a:cubicBezTo>
                    <a:pt x="834" y="0"/>
                    <a:pt x="822" y="1"/>
                    <a:pt x="809" y="4"/>
                  </a:cubicBezTo>
                  <a:cubicBezTo>
                    <a:pt x="660" y="39"/>
                    <a:pt x="610" y="216"/>
                    <a:pt x="603" y="372"/>
                  </a:cubicBezTo>
                  <a:cubicBezTo>
                    <a:pt x="589" y="755"/>
                    <a:pt x="731" y="1138"/>
                    <a:pt x="965" y="1471"/>
                  </a:cubicBezTo>
                  <a:cubicBezTo>
                    <a:pt x="939" y="1470"/>
                    <a:pt x="912" y="1469"/>
                    <a:pt x="886" y="1469"/>
                  </a:cubicBezTo>
                  <a:cubicBezTo>
                    <a:pt x="648" y="1469"/>
                    <a:pt x="403" y="1527"/>
                    <a:pt x="199" y="1649"/>
                  </a:cubicBezTo>
                  <a:cubicBezTo>
                    <a:pt x="114" y="1691"/>
                    <a:pt x="29" y="1762"/>
                    <a:pt x="15" y="1854"/>
                  </a:cubicBezTo>
                  <a:cubicBezTo>
                    <a:pt x="0" y="1939"/>
                    <a:pt x="50" y="2025"/>
                    <a:pt x="121" y="2081"/>
                  </a:cubicBezTo>
                  <a:cubicBezTo>
                    <a:pt x="192" y="2131"/>
                    <a:pt x="277" y="2152"/>
                    <a:pt x="362" y="2166"/>
                  </a:cubicBezTo>
                  <a:cubicBezTo>
                    <a:pt x="534" y="2200"/>
                    <a:pt x="707" y="2216"/>
                    <a:pt x="881" y="2216"/>
                  </a:cubicBezTo>
                  <a:cubicBezTo>
                    <a:pt x="1252" y="2216"/>
                    <a:pt x="1624" y="2143"/>
                    <a:pt x="1972" y="2017"/>
                  </a:cubicBezTo>
                  <a:cubicBezTo>
                    <a:pt x="2362" y="1876"/>
                    <a:pt x="2752" y="1642"/>
                    <a:pt x="2915" y="1266"/>
                  </a:cubicBezTo>
                  <a:cubicBezTo>
                    <a:pt x="2950" y="1181"/>
                    <a:pt x="2971" y="1081"/>
                    <a:pt x="2943" y="1003"/>
                  </a:cubicBezTo>
                  <a:cubicBezTo>
                    <a:pt x="2901" y="894"/>
                    <a:pt x="2787" y="842"/>
                    <a:pt x="2672" y="842"/>
                  </a:cubicBezTo>
                  <a:cubicBezTo>
                    <a:pt x="2631" y="842"/>
                    <a:pt x="2591" y="849"/>
                    <a:pt x="2553" y="862"/>
                  </a:cubicBezTo>
                  <a:cubicBezTo>
                    <a:pt x="2411" y="918"/>
                    <a:pt x="2305" y="1039"/>
                    <a:pt x="2206" y="1124"/>
                  </a:cubicBezTo>
                  <a:cubicBezTo>
                    <a:pt x="2362" y="883"/>
                    <a:pt x="2447" y="599"/>
                    <a:pt x="2454" y="309"/>
                  </a:cubicBezTo>
                  <a:cubicBezTo>
                    <a:pt x="2454" y="231"/>
                    <a:pt x="2447" y="138"/>
                    <a:pt x="2390" y="75"/>
                  </a:cubicBezTo>
                  <a:cubicBezTo>
                    <a:pt x="2353" y="28"/>
                    <a:pt x="2295" y="6"/>
                    <a:pt x="2236" y="6"/>
                  </a:cubicBezTo>
                  <a:cubicBezTo>
                    <a:pt x="2204" y="6"/>
                    <a:pt x="2171" y="13"/>
                    <a:pt x="2142" y="25"/>
                  </a:cubicBezTo>
                  <a:cubicBezTo>
                    <a:pt x="2050" y="53"/>
                    <a:pt x="1979" y="117"/>
                    <a:pt x="1922" y="181"/>
                  </a:cubicBezTo>
                  <a:cubicBezTo>
                    <a:pt x="1716" y="408"/>
                    <a:pt x="1589" y="706"/>
                    <a:pt x="1560" y="1011"/>
                  </a:cubicBezTo>
                  <a:cubicBezTo>
                    <a:pt x="1447" y="706"/>
                    <a:pt x="1333" y="387"/>
                    <a:pt x="1114" y="145"/>
                  </a:cubicBezTo>
                  <a:cubicBezTo>
                    <a:pt x="1038" y="70"/>
                    <a:pt x="946" y="0"/>
                    <a:pt x="8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2"/>
            <p:cNvSpPr/>
            <p:nvPr/>
          </p:nvSpPr>
          <p:spPr>
            <a:xfrm>
              <a:off x="8216901" y="3627291"/>
              <a:ext cx="13581" cy="13549"/>
            </a:xfrm>
            <a:custGeom>
              <a:avLst/>
              <a:gdLst/>
              <a:ahLst/>
              <a:cxnLst/>
              <a:rect l="l" t="t" r="r" b="b"/>
              <a:pathLst>
                <a:path w="427" h="426" fill="none" extrusionOk="0">
                  <a:moveTo>
                    <a:pt x="313" y="50"/>
                  </a:moveTo>
                  <a:cubicBezTo>
                    <a:pt x="228" y="0"/>
                    <a:pt x="107" y="29"/>
                    <a:pt x="51" y="107"/>
                  </a:cubicBezTo>
                  <a:cubicBezTo>
                    <a:pt x="1" y="192"/>
                    <a:pt x="22" y="312"/>
                    <a:pt x="100" y="369"/>
                  </a:cubicBezTo>
                  <a:cubicBezTo>
                    <a:pt x="178" y="426"/>
                    <a:pt x="306" y="412"/>
                    <a:pt x="363" y="334"/>
                  </a:cubicBezTo>
                  <a:cubicBezTo>
                    <a:pt x="426" y="256"/>
                    <a:pt x="426" y="114"/>
                    <a:pt x="313" y="50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2"/>
            <p:cNvSpPr/>
            <p:nvPr/>
          </p:nvSpPr>
          <p:spPr>
            <a:xfrm>
              <a:off x="7956228" y="3572395"/>
              <a:ext cx="50983" cy="48534"/>
            </a:xfrm>
            <a:custGeom>
              <a:avLst/>
              <a:gdLst/>
              <a:ahLst/>
              <a:cxnLst/>
              <a:rect l="l" t="t" r="r" b="b"/>
              <a:pathLst>
                <a:path w="1603" h="1526" extrusionOk="0">
                  <a:moveTo>
                    <a:pt x="824" y="1"/>
                  </a:moveTo>
                  <a:cubicBezTo>
                    <a:pt x="558" y="1"/>
                    <a:pt x="293" y="147"/>
                    <a:pt x="156" y="372"/>
                  </a:cubicBezTo>
                  <a:cubicBezTo>
                    <a:pt x="0" y="649"/>
                    <a:pt x="35" y="1024"/>
                    <a:pt x="241" y="1266"/>
                  </a:cubicBezTo>
                  <a:cubicBezTo>
                    <a:pt x="384" y="1433"/>
                    <a:pt x="606" y="1525"/>
                    <a:pt x="826" y="1525"/>
                  </a:cubicBezTo>
                  <a:cubicBezTo>
                    <a:pt x="922" y="1525"/>
                    <a:pt x="1018" y="1508"/>
                    <a:pt x="1106" y="1471"/>
                  </a:cubicBezTo>
                  <a:cubicBezTo>
                    <a:pt x="1404" y="1351"/>
                    <a:pt x="1603" y="1032"/>
                    <a:pt x="1581" y="712"/>
                  </a:cubicBezTo>
                  <a:cubicBezTo>
                    <a:pt x="1560" y="393"/>
                    <a:pt x="1319" y="88"/>
                    <a:pt x="979" y="18"/>
                  </a:cubicBezTo>
                  <a:cubicBezTo>
                    <a:pt x="928" y="6"/>
                    <a:pt x="876" y="1"/>
                    <a:pt x="8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2"/>
            <p:cNvSpPr/>
            <p:nvPr/>
          </p:nvSpPr>
          <p:spPr>
            <a:xfrm>
              <a:off x="7975819" y="3587598"/>
              <a:ext cx="15139" cy="15139"/>
            </a:xfrm>
            <a:custGeom>
              <a:avLst/>
              <a:gdLst/>
              <a:ahLst/>
              <a:cxnLst/>
              <a:rect l="l" t="t" r="r" b="b"/>
              <a:pathLst>
                <a:path w="476" h="476" fill="none" extrusionOk="0">
                  <a:moveTo>
                    <a:pt x="334" y="50"/>
                  </a:moveTo>
                  <a:cubicBezTo>
                    <a:pt x="242" y="0"/>
                    <a:pt x="107" y="36"/>
                    <a:pt x="51" y="135"/>
                  </a:cubicBezTo>
                  <a:cubicBezTo>
                    <a:pt x="1" y="234"/>
                    <a:pt x="43" y="369"/>
                    <a:pt x="136" y="419"/>
                  </a:cubicBezTo>
                  <a:cubicBezTo>
                    <a:pt x="235" y="476"/>
                    <a:pt x="370" y="433"/>
                    <a:pt x="426" y="334"/>
                  </a:cubicBezTo>
                  <a:cubicBezTo>
                    <a:pt x="476" y="242"/>
                    <a:pt x="441" y="107"/>
                    <a:pt x="334" y="50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2"/>
            <p:cNvSpPr/>
            <p:nvPr/>
          </p:nvSpPr>
          <p:spPr>
            <a:xfrm>
              <a:off x="7825859" y="3593768"/>
              <a:ext cx="47612" cy="43986"/>
            </a:xfrm>
            <a:custGeom>
              <a:avLst/>
              <a:gdLst/>
              <a:ahLst/>
              <a:cxnLst/>
              <a:rect l="l" t="t" r="r" b="b"/>
              <a:pathLst>
                <a:path w="1497" h="1383" extrusionOk="0">
                  <a:moveTo>
                    <a:pt x="742" y="0"/>
                  </a:moveTo>
                  <a:cubicBezTo>
                    <a:pt x="546" y="0"/>
                    <a:pt x="349" y="84"/>
                    <a:pt x="220" y="232"/>
                  </a:cubicBezTo>
                  <a:cubicBezTo>
                    <a:pt x="29" y="452"/>
                    <a:pt x="1" y="799"/>
                    <a:pt x="157" y="1047"/>
                  </a:cubicBezTo>
                  <a:cubicBezTo>
                    <a:pt x="280" y="1259"/>
                    <a:pt x="525" y="1383"/>
                    <a:pt x="767" y="1383"/>
                  </a:cubicBezTo>
                  <a:cubicBezTo>
                    <a:pt x="817" y="1383"/>
                    <a:pt x="867" y="1377"/>
                    <a:pt x="915" y="1366"/>
                  </a:cubicBezTo>
                  <a:cubicBezTo>
                    <a:pt x="1199" y="1303"/>
                    <a:pt x="1426" y="1040"/>
                    <a:pt x="1461" y="750"/>
                  </a:cubicBezTo>
                  <a:cubicBezTo>
                    <a:pt x="1497" y="459"/>
                    <a:pt x="1312" y="196"/>
                    <a:pt x="1022" y="62"/>
                  </a:cubicBezTo>
                  <a:cubicBezTo>
                    <a:pt x="934" y="20"/>
                    <a:pt x="838" y="0"/>
                    <a:pt x="7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2"/>
            <p:cNvSpPr/>
            <p:nvPr/>
          </p:nvSpPr>
          <p:spPr>
            <a:xfrm>
              <a:off x="7844115" y="3606776"/>
              <a:ext cx="14694" cy="13994"/>
            </a:xfrm>
            <a:custGeom>
              <a:avLst/>
              <a:gdLst/>
              <a:ahLst/>
              <a:cxnLst/>
              <a:rect l="l" t="t" r="r" b="b"/>
              <a:pathLst>
                <a:path w="462" h="440" fill="none" extrusionOk="0">
                  <a:moveTo>
                    <a:pt x="320" y="43"/>
                  </a:moveTo>
                  <a:cubicBezTo>
                    <a:pt x="235" y="0"/>
                    <a:pt x="114" y="29"/>
                    <a:pt x="58" y="107"/>
                  </a:cubicBezTo>
                  <a:cubicBezTo>
                    <a:pt x="1" y="192"/>
                    <a:pt x="15" y="312"/>
                    <a:pt x="93" y="376"/>
                  </a:cubicBezTo>
                  <a:cubicBezTo>
                    <a:pt x="164" y="440"/>
                    <a:pt x="292" y="433"/>
                    <a:pt x="355" y="362"/>
                  </a:cubicBezTo>
                  <a:cubicBezTo>
                    <a:pt x="426" y="291"/>
                    <a:pt x="462" y="114"/>
                    <a:pt x="320" y="43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2"/>
            <p:cNvSpPr/>
            <p:nvPr/>
          </p:nvSpPr>
          <p:spPr>
            <a:xfrm>
              <a:off x="8268998" y="3968908"/>
              <a:ext cx="47389" cy="43986"/>
            </a:xfrm>
            <a:custGeom>
              <a:avLst/>
              <a:gdLst/>
              <a:ahLst/>
              <a:cxnLst/>
              <a:rect l="l" t="t" r="r" b="b"/>
              <a:pathLst>
                <a:path w="1490" h="1383" extrusionOk="0">
                  <a:moveTo>
                    <a:pt x="743" y="0"/>
                  </a:moveTo>
                  <a:cubicBezTo>
                    <a:pt x="546" y="0"/>
                    <a:pt x="350" y="81"/>
                    <a:pt x="221" y="229"/>
                  </a:cubicBezTo>
                  <a:cubicBezTo>
                    <a:pt x="29" y="456"/>
                    <a:pt x="1" y="803"/>
                    <a:pt x="150" y="1051"/>
                  </a:cubicBezTo>
                  <a:cubicBezTo>
                    <a:pt x="278" y="1255"/>
                    <a:pt x="516" y="1382"/>
                    <a:pt x="753" y="1382"/>
                  </a:cubicBezTo>
                  <a:cubicBezTo>
                    <a:pt x="805" y="1382"/>
                    <a:pt x="858" y="1376"/>
                    <a:pt x="909" y="1363"/>
                  </a:cubicBezTo>
                  <a:cubicBezTo>
                    <a:pt x="1199" y="1300"/>
                    <a:pt x="1426" y="1037"/>
                    <a:pt x="1462" y="746"/>
                  </a:cubicBezTo>
                  <a:cubicBezTo>
                    <a:pt x="1490" y="456"/>
                    <a:pt x="1313" y="193"/>
                    <a:pt x="1022" y="59"/>
                  </a:cubicBezTo>
                  <a:cubicBezTo>
                    <a:pt x="934" y="19"/>
                    <a:pt x="838" y="0"/>
                    <a:pt x="7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2"/>
            <p:cNvSpPr/>
            <p:nvPr/>
          </p:nvSpPr>
          <p:spPr>
            <a:xfrm>
              <a:off x="8287286" y="3981821"/>
              <a:ext cx="14471" cy="13994"/>
            </a:xfrm>
            <a:custGeom>
              <a:avLst/>
              <a:gdLst/>
              <a:ahLst/>
              <a:cxnLst/>
              <a:rect l="l" t="t" r="r" b="b"/>
              <a:pathLst>
                <a:path w="455" h="440" fill="none" extrusionOk="0">
                  <a:moveTo>
                    <a:pt x="319" y="50"/>
                  </a:moveTo>
                  <a:cubicBezTo>
                    <a:pt x="234" y="0"/>
                    <a:pt x="114" y="28"/>
                    <a:pt x="57" y="114"/>
                  </a:cubicBezTo>
                  <a:cubicBezTo>
                    <a:pt x="0" y="192"/>
                    <a:pt x="14" y="312"/>
                    <a:pt x="92" y="376"/>
                  </a:cubicBezTo>
                  <a:cubicBezTo>
                    <a:pt x="163" y="440"/>
                    <a:pt x="291" y="433"/>
                    <a:pt x="355" y="362"/>
                  </a:cubicBezTo>
                  <a:cubicBezTo>
                    <a:pt x="419" y="291"/>
                    <a:pt x="454" y="114"/>
                    <a:pt x="319" y="50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2"/>
            <p:cNvSpPr/>
            <p:nvPr/>
          </p:nvSpPr>
          <p:spPr>
            <a:xfrm>
              <a:off x="7969299" y="3931728"/>
              <a:ext cx="89118" cy="74296"/>
            </a:xfrm>
            <a:custGeom>
              <a:avLst/>
              <a:gdLst/>
              <a:ahLst/>
              <a:cxnLst/>
              <a:rect l="l" t="t" r="r" b="b"/>
              <a:pathLst>
                <a:path w="2802" h="2336" extrusionOk="0">
                  <a:moveTo>
                    <a:pt x="1496" y="1"/>
                  </a:moveTo>
                  <a:cubicBezTo>
                    <a:pt x="1397" y="1"/>
                    <a:pt x="1319" y="93"/>
                    <a:pt x="1270" y="185"/>
                  </a:cubicBezTo>
                  <a:cubicBezTo>
                    <a:pt x="1128" y="455"/>
                    <a:pt x="1071" y="767"/>
                    <a:pt x="1114" y="1072"/>
                  </a:cubicBezTo>
                  <a:cubicBezTo>
                    <a:pt x="965" y="866"/>
                    <a:pt x="773" y="682"/>
                    <a:pt x="553" y="547"/>
                  </a:cubicBezTo>
                  <a:cubicBezTo>
                    <a:pt x="498" y="512"/>
                    <a:pt x="436" y="477"/>
                    <a:pt x="374" y="477"/>
                  </a:cubicBezTo>
                  <a:cubicBezTo>
                    <a:pt x="349" y="477"/>
                    <a:pt x="323" y="483"/>
                    <a:pt x="298" y="497"/>
                  </a:cubicBezTo>
                  <a:cubicBezTo>
                    <a:pt x="206" y="547"/>
                    <a:pt x="213" y="696"/>
                    <a:pt x="248" y="802"/>
                  </a:cubicBezTo>
                  <a:cubicBezTo>
                    <a:pt x="348" y="1100"/>
                    <a:pt x="532" y="1377"/>
                    <a:pt x="752" y="1625"/>
                  </a:cubicBezTo>
                  <a:cubicBezTo>
                    <a:pt x="518" y="1646"/>
                    <a:pt x="291" y="1731"/>
                    <a:pt x="114" y="1880"/>
                  </a:cubicBezTo>
                  <a:cubicBezTo>
                    <a:pt x="57" y="1930"/>
                    <a:pt x="0" y="1986"/>
                    <a:pt x="7" y="2057"/>
                  </a:cubicBezTo>
                  <a:cubicBezTo>
                    <a:pt x="7" y="2157"/>
                    <a:pt x="121" y="2213"/>
                    <a:pt x="213" y="2242"/>
                  </a:cubicBezTo>
                  <a:cubicBezTo>
                    <a:pt x="417" y="2304"/>
                    <a:pt x="629" y="2335"/>
                    <a:pt x="840" y="2335"/>
                  </a:cubicBezTo>
                  <a:cubicBezTo>
                    <a:pt x="1104" y="2335"/>
                    <a:pt x="1368" y="2287"/>
                    <a:pt x="1617" y="2192"/>
                  </a:cubicBezTo>
                  <a:cubicBezTo>
                    <a:pt x="2064" y="2022"/>
                    <a:pt x="2454" y="1710"/>
                    <a:pt x="2702" y="1306"/>
                  </a:cubicBezTo>
                  <a:cubicBezTo>
                    <a:pt x="2744" y="1235"/>
                    <a:pt x="2787" y="1164"/>
                    <a:pt x="2794" y="1086"/>
                  </a:cubicBezTo>
                  <a:cubicBezTo>
                    <a:pt x="2801" y="1008"/>
                    <a:pt x="2773" y="923"/>
                    <a:pt x="2702" y="887"/>
                  </a:cubicBezTo>
                  <a:cubicBezTo>
                    <a:pt x="2672" y="869"/>
                    <a:pt x="2641" y="863"/>
                    <a:pt x="2609" y="863"/>
                  </a:cubicBezTo>
                  <a:cubicBezTo>
                    <a:pt x="2565" y="863"/>
                    <a:pt x="2520" y="875"/>
                    <a:pt x="2475" y="887"/>
                  </a:cubicBezTo>
                  <a:cubicBezTo>
                    <a:pt x="2269" y="951"/>
                    <a:pt x="2071" y="1036"/>
                    <a:pt x="1858" y="1100"/>
                  </a:cubicBezTo>
                  <a:cubicBezTo>
                    <a:pt x="1865" y="809"/>
                    <a:pt x="1823" y="526"/>
                    <a:pt x="1730" y="249"/>
                  </a:cubicBezTo>
                  <a:cubicBezTo>
                    <a:pt x="1695" y="136"/>
                    <a:pt x="1624" y="1"/>
                    <a:pt x="14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2"/>
            <p:cNvSpPr/>
            <p:nvPr/>
          </p:nvSpPr>
          <p:spPr>
            <a:xfrm>
              <a:off x="8006957" y="3976859"/>
              <a:ext cx="12436" cy="12658"/>
            </a:xfrm>
            <a:custGeom>
              <a:avLst/>
              <a:gdLst/>
              <a:ahLst/>
              <a:cxnLst/>
              <a:rect l="l" t="t" r="r" b="b"/>
              <a:pathLst>
                <a:path w="391" h="398" fill="none" extrusionOk="0">
                  <a:moveTo>
                    <a:pt x="171" y="14"/>
                  </a:moveTo>
                  <a:cubicBezTo>
                    <a:pt x="78" y="36"/>
                    <a:pt x="0" y="128"/>
                    <a:pt x="15" y="220"/>
                  </a:cubicBezTo>
                  <a:cubicBezTo>
                    <a:pt x="22" y="319"/>
                    <a:pt x="121" y="397"/>
                    <a:pt x="213" y="390"/>
                  </a:cubicBezTo>
                  <a:cubicBezTo>
                    <a:pt x="305" y="376"/>
                    <a:pt x="390" y="284"/>
                    <a:pt x="376" y="192"/>
                  </a:cubicBezTo>
                  <a:cubicBezTo>
                    <a:pt x="369" y="92"/>
                    <a:pt x="270" y="0"/>
                    <a:pt x="171" y="14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2"/>
            <p:cNvSpPr/>
            <p:nvPr/>
          </p:nvSpPr>
          <p:spPr>
            <a:xfrm>
              <a:off x="8119928" y="3946931"/>
              <a:ext cx="35685" cy="38007"/>
            </a:xfrm>
            <a:custGeom>
              <a:avLst/>
              <a:gdLst/>
              <a:ahLst/>
              <a:cxnLst/>
              <a:rect l="l" t="t" r="r" b="b"/>
              <a:pathLst>
                <a:path w="1122" h="1195" extrusionOk="0">
                  <a:moveTo>
                    <a:pt x="553" y="1"/>
                  </a:moveTo>
                  <a:cubicBezTo>
                    <a:pt x="518" y="1"/>
                    <a:pt x="482" y="5"/>
                    <a:pt x="448" y="12"/>
                  </a:cubicBezTo>
                  <a:cubicBezTo>
                    <a:pt x="285" y="48"/>
                    <a:pt x="143" y="175"/>
                    <a:pt x="72" y="324"/>
                  </a:cubicBezTo>
                  <a:cubicBezTo>
                    <a:pt x="1" y="480"/>
                    <a:pt x="1" y="665"/>
                    <a:pt x="58" y="821"/>
                  </a:cubicBezTo>
                  <a:cubicBezTo>
                    <a:pt x="121" y="991"/>
                    <a:pt x="263" y="1140"/>
                    <a:pt x="441" y="1182"/>
                  </a:cubicBezTo>
                  <a:cubicBezTo>
                    <a:pt x="475" y="1191"/>
                    <a:pt x="509" y="1195"/>
                    <a:pt x="544" y="1195"/>
                  </a:cubicBezTo>
                  <a:cubicBezTo>
                    <a:pt x="741" y="1195"/>
                    <a:pt x="938" y="1065"/>
                    <a:pt x="1022" y="884"/>
                  </a:cubicBezTo>
                  <a:cubicBezTo>
                    <a:pt x="1121" y="665"/>
                    <a:pt x="1114" y="374"/>
                    <a:pt x="909" y="147"/>
                  </a:cubicBezTo>
                  <a:cubicBezTo>
                    <a:pt x="819" y="52"/>
                    <a:pt x="686" y="1"/>
                    <a:pt x="5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2"/>
            <p:cNvSpPr/>
            <p:nvPr/>
          </p:nvSpPr>
          <p:spPr>
            <a:xfrm>
              <a:off x="8132586" y="3961275"/>
              <a:ext cx="10400" cy="10400"/>
            </a:xfrm>
            <a:custGeom>
              <a:avLst/>
              <a:gdLst/>
              <a:ahLst/>
              <a:cxnLst/>
              <a:rect l="l" t="t" r="r" b="b"/>
              <a:pathLst>
                <a:path w="327" h="327" fill="none" extrusionOk="0">
                  <a:moveTo>
                    <a:pt x="234" y="36"/>
                  </a:moveTo>
                  <a:cubicBezTo>
                    <a:pt x="170" y="1"/>
                    <a:pt x="78" y="22"/>
                    <a:pt x="35" y="86"/>
                  </a:cubicBezTo>
                  <a:cubicBezTo>
                    <a:pt x="0" y="150"/>
                    <a:pt x="21" y="242"/>
                    <a:pt x="85" y="284"/>
                  </a:cubicBezTo>
                  <a:cubicBezTo>
                    <a:pt x="149" y="327"/>
                    <a:pt x="241" y="306"/>
                    <a:pt x="284" y="242"/>
                  </a:cubicBezTo>
                  <a:cubicBezTo>
                    <a:pt x="326" y="185"/>
                    <a:pt x="312" y="79"/>
                    <a:pt x="234" y="36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2"/>
            <p:cNvSpPr/>
            <p:nvPr/>
          </p:nvSpPr>
          <p:spPr>
            <a:xfrm>
              <a:off x="8231118" y="3708489"/>
              <a:ext cx="35908" cy="38007"/>
            </a:xfrm>
            <a:custGeom>
              <a:avLst/>
              <a:gdLst/>
              <a:ahLst/>
              <a:cxnLst/>
              <a:rect l="l" t="t" r="r" b="b"/>
              <a:pathLst>
                <a:path w="1129" h="1195" extrusionOk="0">
                  <a:moveTo>
                    <a:pt x="562" y="0"/>
                  </a:moveTo>
                  <a:cubicBezTo>
                    <a:pt x="524" y="0"/>
                    <a:pt x="485" y="5"/>
                    <a:pt x="447" y="14"/>
                  </a:cubicBezTo>
                  <a:cubicBezTo>
                    <a:pt x="284" y="50"/>
                    <a:pt x="142" y="170"/>
                    <a:pt x="72" y="326"/>
                  </a:cubicBezTo>
                  <a:cubicBezTo>
                    <a:pt x="8" y="482"/>
                    <a:pt x="1" y="660"/>
                    <a:pt x="64" y="816"/>
                  </a:cubicBezTo>
                  <a:cubicBezTo>
                    <a:pt x="128" y="993"/>
                    <a:pt x="263" y="1142"/>
                    <a:pt x="440" y="1184"/>
                  </a:cubicBezTo>
                  <a:cubicBezTo>
                    <a:pt x="472" y="1191"/>
                    <a:pt x="504" y="1194"/>
                    <a:pt x="536" y="1194"/>
                  </a:cubicBezTo>
                  <a:cubicBezTo>
                    <a:pt x="739" y="1194"/>
                    <a:pt x="937" y="1063"/>
                    <a:pt x="1029" y="879"/>
                  </a:cubicBezTo>
                  <a:cubicBezTo>
                    <a:pt x="1128" y="667"/>
                    <a:pt x="1121" y="376"/>
                    <a:pt x="915" y="149"/>
                  </a:cubicBezTo>
                  <a:cubicBezTo>
                    <a:pt x="827" y="55"/>
                    <a:pt x="696" y="0"/>
                    <a:pt x="5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2"/>
            <p:cNvSpPr/>
            <p:nvPr/>
          </p:nvSpPr>
          <p:spPr>
            <a:xfrm>
              <a:off x="8243745" y="3722896"/>
              <a:ext cx="10400" cy="10178"/>
            </a:xfrm>
            <a:custGeom>
              <a:avLst/>
              <a:gdLst/>
              <a:ahLst/>
              <a:cxnLst/>
              <a:rect l="l" t="t" r="r" b="b"/>
              <a:pathLst>
                <a:path w="327" h="320" fill="none" extrusionOk="0">
                  <a:moveTo>
                    <a:pt x="235" y="36"/>
                  </a:moveTo>
                  <a:cubicBezTo>
                    <a:pt x="171" y="1"/>
                    <a:pt x="79" y="22"/>
                    <a:pt x="43" y="86"/>
                  </a:cubicBezTo>
                  <a:cubicBezTo>
                    <a:pt x="1" y="150"/>
                    <a:pt x="22" y="242"/>
                    <a:pt x="86" y="285"/>
                  </a:cubicBezTo>
                  <a:cubicBezTo>
                    <a:pt x="150" y="320"/>
                    <a:pt x="242" y="306"/>
                    <a:pt x="284" y="242"/>
                  </a:cubicBezTo>
                  <a:cubicBezTo>
                    <a:pt x="327" y="178"/>
                    <a:pt x="313" y="79"/>
                    <a:pt x="235" y="36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2"/>
            <p:cNvSpPr/>
            <p:nvPr/>
          </p:nvSpPr>
          <p:spPr>
            <a:xfrm>
              <a:off x="8036281" y="3830016"/>
              <a:ext cx="35653" cy="37880"/>
            </a:xfrm>
            <a:custGeom>
              <a:avLst/>
              <a:gdLst/>
              <a:ahLst/>
              <a:cxnLst/>
              <a:rect l="l" t="t" r="r" b="b"/>
              <a:pathLst>
                <a:path w="1121" h="1191" extrusionOk="0">
                  <a:moveTo>
                    <a:pt x="564" y="0"/>
                  </a:moveTo>
                  <a:cubicBezTo>
                    <a:pt x="525" y="0"/>
                    <a:pt x="485" y="5"/>
                    <a:pt x="447" y="15"/>
                  </a:cubicBezTo>
                  <a:cubicBezTo>
                    <a:pt x="284" y="51"/>
                    <a:pt x="142" y="171"/>
                    <a:pt x="71" y="327"/>
                  </a:cubicBezTo>
                  <a:cubicBezTo>
                    <a:pt x="0" y="476"/>
                    <a:pt x="0" y="660"/>
                    <a:pt x="57" y="816"/>
                  </a:cubicBezTo>
                  <a:cubicBezTo>
                    <a:pt x="121" y="987"/>
                    <a:pt x="263" y="1136"/>
                    <a:pt x="440" y="1178"/>
                  </a:cubicBezTo>
                  <a:cubicBezTo>
                    <a:pt x="474" y="1187"/>
                    <a:pt x="509" y="1191"/>
                    <a:pt x="543" y="1191"/>
                  </a:cubicBezTo>
                  <a:cubicBezTo>
                    <a:pt x="740" y="1191"/>
                    <a:pt x="937" y="1061"/>
                    <a:pt x="1021" y="880"/>
                  </a:cubicBezTo>
                  <a:cubicBezTo>
                    <a:pt x="1121" y="668"/>
                    <a:pt x="1114" y="370"/>
                    <a:pt x="908" y="150"/>
                  </a:cubicBezTo>
                  <a:cubicBezTo>
                    <a:pt x="821" y="52"/>
                    <a:pt x="693" y="0"/>
                    <a:pt x="5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2"/>
            <p:cNvSpPr/>
            <p:nvPr/>
          </p:nvSpPr>
          <p:spPr>
            <a:xfrm>
              <a:off x="8048907" y="3844232"/>
              <a:ext cx="10400" cy="10400"/>
            </a:xfrm>
            <a:custGeom>
              <a:avLst/>
              <a:gdLst/>
              <a:ahLst/>
              <a:cxnLst/>
              <a:rect l="l" t="t" r="r" b="b"/>
              <a:pathLst>
                <a:path w="327" h="327" fill="none" extrusionOk="0">
                  <a:moveTo>
                    <a:pt x="234" y="43"/>
                  </a:moveTo>
                  <a:cubicBezTo>
                    <a:pt x="171" y="1"/>
                    <a:pt x="78" y="29"/>
                    <a:pt x="36" y="93"/>
                  </a:cubicBezTo>
                  <a:cubicBezTo>
                    <a:pt x="0" y="157"/>
                    <a:pt x="22" y="249"/>
                    <a:pt x="85" y="291"/>
                  </a:cubicBezTo>
                  <a:cubicBezTo>
                    <a:pt x="149" y="327"/>
                    <a:pt x="241" y="313"/>
                    <a:pt x="284" y="249"/>
                  </a:cubicBezTo>
                  <a:cubicBezTo>
                    <a:pt x="327" y="185"/>
                    <a:pt x="312" y="86"/>
                    <a:pt x="234" y="43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2"/>
            <p:cNvSpPr/>
            <p:nvPr/>
          </p:nvSpPr>
          <p:spPr>
            <a:xfrm>
              <a:off x="7962748" y="3740834"/>
              <a:ext cx="35908" cy="37975"/>
            </a:xfrm>
            <a:custGeom>
              <a:avLst/>
              <a:gdLst/>
              <a:ahLst/>
              <a:cxnLst/>
              <a:rect l="l" t="t" r="r" b="b"/>
              <a:pathLst>
                <a:path w="1129" h="1194" extrusionOk="0">
                  <a:moveTo>
                    <a:pt x="556" y="0"/>
                  </a:moveTo>
                  <a:cubicBezTo>
                    <a:pt x="520" y="0"/>
                    <a:pt x="483" y="4"/>
                    <a:pt x="447" y="11"/>
                  </a:cubicBezTo>
                  <a:cubicBezTo>
                    <a:pt x="284" y="47"/>
                    <a:pt x="142" y="174"/>
                    <a:pt x="72" y="323"/>
                  </a:cubicBezTo>
                  <a:cubicBezTo>
                    <a:pt x="8" y="479"/>
                    <a:pt x="1" y="664"/>
                    <a:pt x="64" y="820"/>
                  </a:cubicBezTo>
                  <a:cubicBezTo>
                    <a:pt x="128" y="990"/>
                    <a:pt x="263" y="1139"/>
                    <a:pt x="440" y="1181"/>
                  </a:cubicBezTo>
                  <a:cubicBezTo>
                    <a:pt x="475" y="1190"/>
                    <a:pt x="511" y="1194"/>
                    <a:pt x="546" y="1194"/>
                  </a:cubicBezTo>
                  <a:cubicBezTo>
                    <a:pt x="746" y="1194"/>
                    <a:pt x="938" y="1064"/>
                    <a:pt x="1029" y="883"/>
                  </a:cubicBezTo>
                  <a:cubicBezTo>
                    <a:pt x="1128" y="664"/>
                    <a:pt x="1121" y="373"/>
                    <a:pt x="915" y="153"/>
                  </a:cubicBezTo>
                  <a:cubicBezTo>
                    <a:pt x="826" y="52"/>
                    <a:pt x="692" y="0"/>
                    <a:pt x="5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2"/>
            <p:cNvSpPr/>
            <p:nvPr/>
          </p:nvSpPr>
          <p:spPr>
            <a:xfrm>
              <a:off x="7975374" y="3755147"/>
              <a:ext cx="10400" cy="10432"/>
            </a:xfrm>
            <a:custGeom>
              <a:avLst/>
              <a:gdLst/>
              <a:ahLst/>
              <a:cxnLst/>
              <a:rect l="l" t="t" r="r" b="b"/>
              <a:pathLst>
                <a:path w="327" h="328" fill="none" extrusionOk="0">
                  <a:moveTo>
                    <a:pt x="235" y="36"/>
                  </a:moveTo>
                  <a:cubicBezTo>
                    <a:pt x="171" y="1"/>
                    <a:pt x="79" y="22"/>
                    <a:pt x="43" y="86"/>
                  </a:cubicBezTo>
                  <a:cubicBezTo>
                    <a:pt x="1" y="150"/>
                    <a:pt x="22" y="249"/>
                    <a:pt x="86" y="285"/>
                  </a:cubicBezTo>
                  <a:cubicBezTo>
                    <a:pt x="150" y="327"/>
                    <a:pt x="242" y="306"/>
                    <a:pt x="284" y="249"/>
                  </a:cubicBezTo>
                  <a:cubicBezTo>
                    <a:pt x="327" y="185"/>
                    <a:pt x="313" y="86"/>
                    <a:pt x="235" y="36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2"/>
            <p:cNvSpPr/>
            <p:nvPr/>
          </p:nvSpPr>
          <p:spPr>
            <a:xfrm>
              <a:off x="7750990" y="4208750"/>
              <a:ext cx="37244" cy="38452"/>
            </a:xfrm>
            <a:custGeom>
              <a:avLst/>
              <a:gdLst/>
              <a:ahLst/>
              <a:cxnLst/>
              <a:rect l="l" t="t" r="r" b="b"/>
              <a:pathLst>
                <a:path w="1171" h="1209" extrusionOk="0">
                  <a:moveTo>
                    <a:pt x="583" y="1"/>
                  </a:moveTo>
                  <a:cubicBezTo>
                    <a:pt x="530" y="1"/>
                    <a:pt x="476" y="9"/>
                    <a:pt x="426" y="27"/>
                  </a:cubicBezTo>
                  <a:cubicBezTo>
                    <a:pt x="263" y="83"/>
                    <a:pt x="135" y="225"/>
                    <a:pt x="71" y="388"/>
                  </a:cubicBezTo>
                  <a:cubicBezTo>
                    <a:pt x="0" y="566"/>
                    <a:pt x="8" y="778"/>
                    <a:pt x="107" y="941"/>
                  </a:cubicBezTo>
                  <a:cubicBezTo>
                    <a:pt x="208" y="1106"/>
                    <a:pt x="394" y="1208"/>
                    <a:pt x="584" y="1208"/>
                  </a:cubicBezTo>
                  <a:cubicBezTo>
                    <a:pt x="607" y="1208"/>
                    <a:pt x="630" y="1207"/>
                    <a:pt x="653" y="1204"/>
                  </a:cubicBezTo>
                  <a:cubicBezTo>
                    <a:pt x="866" y="1175"/>
                    <a:pt x="1050" y="1019"/>
                    <a:pt x="1114" y="814"/>
                  </a:cubicBezTo>
                  <a:cubicBezTo>
                    <a:pt x="1170" y="608"/>
                    <a:pt x="1121" y="360"/>
                    <a:pt x="908" y="133"/>
                  </a:cubicBezTo>
                  <a:cubicBezTo>
                    <a:pt x="825" y="45"/>
                    <a:pt x="704" y="1"/>
                    <a:pt x="5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2"/>
            <p:cNvSpPr/>
            <p:nvPr/>
          </p:nvSpPr>
          <p:spPr>
            <a:xfrm>
              <a:off x="7766320" y="4225129"/>
              <a:ext cx="11100" cy="11100"/>
            </a:xfrm>
            <a:custGeom>
              <a:avLst/>
              <a:gdLst/>
              <a:ahLst/>
              <a:cxnLst/>
              <a:rect l="l" t="t" r="r" b="b"/>
              <a:pathLst>
                <a:path w="349" h="349" fill="none" extrusionOk="0">
                  <a:moveTo>
                    <a:pt x="249" y="36"/>
                  </a:moveTo>
                  <a:cubicBezTo>
                    <a:pt x="178" y="1"/>
                    <a:pt x="79" y="29"/>
                    <a:pt x="36" y="93"/>
                  </a:cubicBezTo>
                  <a:cubicBezTo>
                    <a:pt x="1" y="164"/>
                    <a:pt x="22" y="263"/>
                    <a:pt x="86" y="306"/>
                  </a:cubicBezTo>
                  <a:cubicBezTo>
                    <a:pt x="150" y="348"/>
                    <a:pt x="256" y="334"/>
                    <a:pt x="298" y="270"/>
                  </a:cubicBezTo>
                  <a:cubicBezTo>
                    <a:pt x="348" y="207"/>
                    <a:pt x="348" y="86"/>
                    <a:pt x="249" y="36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2"/>
            <p:cNvSpPr/>
            <p:nvPr/>
          </p:nvSpPr>
          <p:spPr>
            <a:xfrm>
              <a:off x="7809161" y="4157384"/>
              <a:ext cx="84156" cy="65009"/>
            </a:xfrm>
            <a:custGeom>
              <a:avLst/>
              <a:gdLst/>
              <a:ahLst/>
              <a:cxnLst/>
              <a:rect l="l" t="t" r="r" b="b"/>
              <a:pathLst>
                <a:path w="2646" h="2044" extrusionOk="0">
                  <a:moveTo>
                    <a:pt x="1341" y="0"/>
                  </a:moveTo>
                  <a:cubicBezTo>
                    <a:pt x="1296" y="0"/>
                    <a:pt x="1250" y="19"/>
                    <a:pt x="1213" y="46"/>
                  </a:cubicBezTo>
                  <a:cubicBezTo>
                    <a:pt x="1164" y="89"/>
                    <a:pt x="1128" y="153"/>
                    <a:pt x="1100" y="224"/>
                  </a:cubicBezTo>
                  <a:cubicBezTo>
                    <a:pt x="1015" y="436"/>
                    <a:pt x="1008" y="677"/>
                    <a:pt x="1050" y="918"/>
                  </a:cubicBezTo>
                  <a:cubicBezTo>
                    <a:pt x="944" y="819"/>
                    <a:pt x="830" y="713"/>
                    <a:pt x="682" y="670"/>
                  </a:cubicBezTo>
                  <a:cubicBezTo>
                    <a:pt x="644" y="659"/>
                    <a:pt x="604" y="653"/>
                    <a:pt x="565" y="653"/>
                  </a:cubicBezTo>
                  <a:cubicBezTo>
                    <a:pt x="454" y="653"/>
                    <a:pt x="344" y="699"/>
                    <a:pt x="292" y="798"/>
                  </a:cubicBezTo>
                  <a:cubicBezTo>
                    <a:pt x="235" y="897"/>
                    <a:pt x="256" y="1032"/>
                    <a:pt x="320" y="1131"/>
                  </a:cubicBezTo>
                  <a:cubicBezTo>
                    <a:pt x="384" y="1238"/>
                    <a:pt x="483" y="1308"/>
                    <a:pt x="575" y="1415"/>
                  </a:cubicBezTo>
                  <a:cubicBezTo>
                    <a:pt x="440" y="1429"/>
                    <a:pt x="299" y="1443"/>
                    <a:pt x="192" y="1514"/>
                  </a:cubicBezTo>
                  <a:cubicBezTo>
                    <a:pt x="79" y="1585"/>
                    <a:pt x="1" y="1734"/>
                    <a:pt x="58" y="1854"/>
                  </a:cubicBezTo>
                  <a:cubicBezTo>
                    <a:pt x="114" y="1982"/>
                    <a:pt x="277" y="2018"/>
                    <a:pt x="419" y="2032"/>
                  </a:cubicBezTo>
                  <a:cubicBezTo>
                    <a:pt x="532" y="2040"/>
                    <a:pt x="644" y="2044"/>
                    <a:pt x="757" y="2044"/>
                  </a:cubicBezTo>
                  <a:cubicBezTo>
                    <a:pt x="1136" y="2044"/>
                    <a:pt x="1516" y="1999"/>
                    <a:pt x="1887" y="1911"/>
                  </a:cubicBezTo>
                  <a:cubicBezTo>
                    <a:pt x="2142" y="1854"/>
                    <a:pt x="2412" y="1762"/>
                    <a:pt x="2568" y="1557"/>
                  </a:cubicBezTo>
                  <a:cubicBezTo>
                    <a:pt x="2610" y="1500"/>
                    <a:pt x="2646" y="1436"/>
                    <a:pt x="2646" y="1372"/>
                  </a:cubicBezTo>
                  <a:cubicBezTo>
                    <a:pt x="2639" y="1245"/>
                    <a:pt x="2511" y="1145"/>
                    <a:pt x="2383" y="1131"/>
                  </a:cubicBezTo>
                  <a:cubicBezTo>
                    <a:pt x="2375" y="1131"/>
                    <a:pt x="2366" y="1131"/>
                    <a:pt x="2357" y="1131"/>
                  </a:cubicBezTo>
                  <a:cubicBezTo>
                    <a:pt x="2233" y="1131"/>
                    <a:pt x="2120" y="1177"/>
                    <a:pt x="2000" y="1216"/>
                  </a:cubicBezTo>
                  <a:cubicBezTo>
                    <a:pt x="2128" y="1082"/>
                    <a:pt x="2234" y="926"/>
                    <a:pt x="2312" y="755"/>
                  </a:cubicBezTo>
                  <a:cubicBezTo>
                    <a:pt x="2341" y="699"/>
                    <a:pt x="2369" y="621"/>
                    <a:pt x="2341" y="557"/>
                  </a:cubicBezTo>
                  <a:cubicBezTo>
                    <a:pt x="2315" y="478"/>
                    <a:pt x="2227" y="446"/>
                    <a:pt x="2139" y="446"/>
                  </a:cubicBezTo>
                  <a:cubicBezTo>
                    <a:pt x="2109" y="446"/>
                    <a:pt x="2078" y="450"/>
                    <a:pt x="2050" y="458"/>
                  </a:cubicBezTo>
                  <a:cubicBezTo>
                    <a:pt x="1852" y="514"/>
                    <a:pt x="1696" y="670"/>
                    <a:pt x="1554" y="819"/>
                  </a:cubicBezTo>
                  <a:cubicBezTo>
                    <a:pt x="1596" y="614"/>
                    <a:pt x="1589" y="394"/>
                    <a:pt x="1532" y="195"/>
                  </a:cubicBezTo>
                  <a:cubicBezTo>
                    <a:pt x="1511" y="124"/>
                    <a:pt x="1476" y="46"/>
                    <a:pt x="1412" y="18"/>
                  </a:cubicBezTo>
                  <a:cubicBezTo>
                    <a:pt x="1390" y="6"/>
                    <a:pt x="1365" y="0"/>
                    <a:pt x="13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2"/>
            <p:cNvSpPr/>
            <p:nvPr/>
          </p:nvSpPr>
          <p:spPr>
            <a:xfrm>
              <a:off x="7844115" y="4193579"/>
              <a:ext cx="15616" cy="15584"/>
            </a:xfrm>
            <a:custGeom>
              <a:avLst/>
              <a:gdLst/>
              <a:ahLst/>
              <a:cxnLst/>
              <a:rect l="l" t="t" r="r" b="b"/>
              <a:pathLst>
                <a:path w="491" h="490" fill="none" extrusionOk="0">
                  <a:moveTo>
                    <a:pt x="377" y="64"/>
                  </a:moveTo>
                  <a:cubicBezTo>
                    <a:pt x="285" y="0"/>
                    <a:pt x="143" y="22"/>
                    <a:pt x="72" y="114"/>
                  </a:cubicBezTo>
                  <a:cubicBezTo>
                    <a:pt x="1" y="206"/>
                    <a:pt x="22" y="348"/>
                    <a:pt x="107" y="419"/>
                  </a:cubicBezTo>
                  <a:cubicBezTo>
                    <a:pt x="199" y="490"/>
                    <a:pt x="341" y="475"/>
                    <a:pt x="419" y="390"/>
                  </a:cubicBezTo>
                  <a:cubicBezTo>
                    <a:pt x="490" y="305"/>
                    <a:pt x="490" y="142"/>
                    <a:pt x="377" y="64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2"/>
            <p:cNvSpPr/>
            <p:nvPr/>
          </p:nvSpPr>
          <p:spPr>
            <a:xfrm>
              <a:off x="7709707" y="4077840"/>
              <a:ext cx="92521" cy="63737"/>
            </a:xfrm>
            <a:custGeom>
              <a:avLst/>
              <a:gdLst/>
              <a:ahLst/>
              <a:cxnLst/>
              <a:rect l="l" t="t" r="r" b="b"/>
              <a:pathLst>
                <a:path w="2909" h="2004" extrusionOk="0">
                  <a:moveTo>
                    <a:pt x="1520" y="0"/>
                  </a:moveTo>
                  <a:cubicBezTo>
                    <a:pt x="1478" y="0"/>
                    <a:pt x="1437" y="13"/>
                    <a:pt x="1405" y="37"/>
                  </a:cubicBezTo>
                  <a:cubicBezTo>
                    <a:pt x="1341" y="73"/>
                    <a:pt x="1298" y="136"/>
                    <a:pt x="1263" y="200"/>
                  </a:cubicBezTo>
                  <a:cubicBezTo>
                    <a:pt x="1142" y="434"/>
                    <a:pt x="1142" y="718"/>
                    <a:pt x="1114" y="1016"/>
                  </a:cubicBezTo>
                  <a:cubicBezTo>
                    <a:pt x="1022" y="902"/>
                    <a:pt x="930" y="789"/>
                    <a:pt x="809" y="711"/>
                  </a:cubicBezTo>
                  <a:cubicBezTo>
                    <a:pt x="721" y="654"/>
                    <a:pt x="615" y="616"/>
                    <a:pt x="511" y="616"/>
                  </a:cubicBezTo>
                  <a:cubicBezTo>
                    <a:pt x="473" y="616"/>
                    <a:pt x="435" y="621"/>
                    <a:pt x="398" y="633"/>
                  </a:cubicBezTo>
                  <a:cubicBezTo>
                    <a:pt x="263" y="682"/>
                    <a:pt x="157" y="831"/>
                    <a:pt x="192" y="966"/>
                  </a:cubicBezTo>
                  <a:cubicBezTo>
                    <a:pt x="214" y="1058"/>
                    <a:pt x="292" y="1129"/>
                    <a:pt x="362" y="1186"/>
                  </a:cubicBezTo>
                  <a:cubicBezTo>
                    <a:pt x="469" y="1271"/>
                    <a:pt x="582" y="1342"/>
                    <a:pt x="696" y="1420"/>
                  </a:cubicBezTo>
                  <a:cubicBezTo>
                    <a:pt x="687" y="1420"/>
                    <a:pt x="679" y="1419"/>
                    <a:pt x="670" y="1419"/>
                  </a:cubicBezTo>
                  <a:cubicBezTo>
                    <a:pt x="459" y="1419"/>
                    <a:pt x="250" y="1504"/>
                    <a:pt x="107" y="1647"/>
                  </a:cubicBezTo>
                  <a:cubicBezTo>
                    <a:pt x="50" y="1704"/>
                    <a:pt x="1" y="1782"/>
                    <a:pt x="36" y="1852"/>
                  </a:cubicBezTo>
                  <a:cubicBezTo>
                    <a:pt x="65" y="1902"/>
                    <a:pt x="136" y="1923"/>
                    <a:pt x="192" y="1930"/>
                  </a:cubicBezTo>
                  <a:cubicBezTo>
                    <a:pt x="458" y="1979"/>
                    <a:pt x="729" y="2003"/>
                    <a:pt x="1000" y="2003"/>
                  </a:cubicBezTo>
                  <a:cubicBezTo>
                    <a:pt x="1359" y="2003"/>
                    <a:pt x="1717" y="1962"/>
                    <a:pt x="2064" y="1881"/>
                  </a:cubicBezTo>
                  <a:cubicBezTo>
                    <a:pt x="2305" y="1824"/>
                    <a:pt x="2546" y="1746"/>
                    <a:pt x="2738" y="1590"/>
                  </a:cubicBezTo>
                  <a:cubicBezTo>
                    <a:pt x="2823" y="1519"/>
                    <a:pt x="2908" y="1413"/>
                    <a:pt x="2873" y="1306"/>
                  </a:cubicBezTo>
                  <a:cubicBezTo>
                    <a:pt x="2840" y="1214"/>
                    <a:pt x="2741" y="1176"/>
                    <a:pt x="2642" y="1176"/>
                  </a:cubicBezTo>
                  <a:cubicBezTo>
                    <a:pt x="2612" y="1176"/>
                    <a:pt x="2582" y="1179"/>
                    <a:pt x="2554" y="1186"/>
                  </a:cubicBezTo>
                  <a:cubicBezTo>
                    <a:pt x="2433" y="1214"/>
                    <a:pt x="2320" y="1278"/>
                    <a:pt x="2242" y="1278"/>
                  </a:cubicBezTo>
                  <a:cubicBezTo>
                    <a:pt x="2390" y="1150"/>
                    <a:pt x="2525" y="994"/>
                    <a:pt x="2617" y="817"/>
                  </a:cubicBezTo>
                  <a:cubicBezTo>
                    <a:pt x="2667" y="725"/>
                    <a:pt x="2702" y="604"/>
                    <a:pt x="2639" y="526"/>
                  </a:cubicBezTo>
                  <a:cubicBezTo>
                    <a:pt x="2601" y="475"/>
                    <a:pt x="2540" y="458"/>
                    <a:pt x="2475" y="458"/>
                  </a:cubicBezTo>
                  <a:cubicBezTo>
                    <a:pt x="2442" y="458"/>
                    <a:pt x="2408" y="462"/>
                    <a:pt x="2376" y="470"/>
                  </a:cubicBezTo>
                  <a:cubicBezTo>
                    <a:pt x="2114" y="534"/>
                    <a:pt x="1901" y="725"/>
                    <a:pt x="1703" y="909"/>
                  </a:cubicBezTo>
                  <a:cubicBezTo>
                    <a:pt x="1717" y="718"/>
                    <a:pt x="1731" y="491"/>
                    <a:pt x="1717" y="271"/>
                  </a:cubicBezTo>
                  <a:cubicBezTo>
                    <a:pt x="1710" y="179"/>
                    <a:pt x="1688" y="73"/>
                    <a:pt x="1610" y="23"/>
                  </a:cubicBezTo>
                  <a:cubicBezTo>
                    <a:pt x="1583" y="8"/>
                    <a:pt x="1551" y="0"/>
                    <a:pt x="15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2"/>
            <p:cNvSpPr/>
            <p:nvPr/>
          </p:nvSpPr>
          <p:spPr>
            <a:xfrm>
              <a:off x="7750322" y="4116451"/>
              <a:ext cx="14694" cy="14217"/>
            </a:xfrm>
            <a:custGeom>
              <a:avLst/>
              <a:gdLst/>
              <a:ahLst/>
              <a:cxnLst/>
              <a:rect l="l" t="t" r="r" b="b"/>
              <a:pathLst>
                <a:path w="462" h="447" fill="none" extrusionOk="0">
                  <a:moveTo>
                    <a:pt x="383" y="100"/>
                  </a:moveTo>
                  <a:cubicBezTo>
                    <a:pt x="319" y="22"/>
                    <a:pt x="192" y="0"/>
                    <a:pt x="107" y="64"/>
                  </a:cubicBezTo>
                  <a:cubicBezTo>
                    <a:pt x="21" y="121"/>
                    <a:pt x="0" y="256"/>
                    <a:pt x="64" y="341"/>
                  </a:cubicBezTo>
                  <a:cubicBezTo>
                    <a:pt x="121" y="426"/>
                    <a:pt x="248" y="447"/>
                    <a:pt x="341" y="390"/>
                  </a:cubicBezTo>
                  <a:cubicBezTo>
                    <a:pt x="426" y="334"/>
                    <a:pt x="461" y="199"/>
                    <a:pt x="383" y="100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2"/>
            <p:cNvSpPr/>
            <p:nvPr/>
          </p:nvSpPr>
          <p:spPr>
            <a:xfrm>
              <a:off x="7923055" y="4147429"/>
              <a:ext cx="35685" cy="38007"/>
            </a:xfrm>
            <a:custGeom>
              <a:avLst/>
              <a:gdLst/>
              <a:ahLst/>
              <a:cxnLst/>
              <a:rect l="l" t="t" r="r" b="b"/>
              <a:pathLst>
                <a:path w="1122" h="1195" extrusionOk="0">
                  <a:moveTo>
                    <a:pt x="553" y="1"/>
                  </a:moveTo>
                  <a:cubicBezTo>
                    <a:pt x="518" y="1"/>
                    <a:pt x="482" y="4"/>
                    <a:pt x="447" y="12"/>
                  </a:cubicBezTo>
                  <a:cubicBezTo>
                    <a:pt x="284" y="47"/>
                    <a:pt x="143" y="175"/>
                    <a:pt x="72" y="324"/>
                  </a:cubicBezTo>
                  <a:cubicBezTo>
                    <a:pt x="1" y="480"/>
                    <a:pt x="1" y="664"/>
                    <a:pt x="57" y="820"/>
                  </a:cubicBezTo>
                  <a:cubicBezTo>
                    <a:pt x="121" y="990"/>
                    <a:pt x="263" y="1139"/>
                    <a:pt x="440" y="1182"/>
                  </a:cubicBezTo>
                  <a:cubicBezTo>
                    <a:pt x="474" y="1190"/>
                    <a:pt x="509" y="1194"/>
                    <a:pt x="544" y="1194"/>
                  </a:cubicBezTo>
                  <a:cubicBezTo>
                    <a:pt x="740" y="1194"/>
                    <a:pt x="937" y="1065"/>
                    <a:pt x="1022" y="884"/>
                  </a:cubicBezTo>
                  <a:cubicBezTo>
                    <a:pt x="1121" y="664"/>
                    <a:pt x="1114" y="373"/>
                    <a:pt x="908" y="147"/>
                  </a:cubicBezTo>
                  <a:cubicBezTo>
                    <a:pt x="819" y="52"/>
                    <a:pt x="686" y="1"/>
                    <a:pt x="5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2"/>
            <p:cNvSpPr/>
            <p:nvPr/>
          </p:nvSpPr>
          <p:spPr>
            <a:xfrm>
              <a:off x="7935681" y="4161774"/>
              <a:ext cx="10400" cy="10400"/>
            </a:xfrm>
            <a:custGeom>
              <a:avLst/>
              <a:gdLst/>
              <a:ahLst/>
              <a:cxnLst/>
              <a:rect l="l" t="t" r="r" b="b"/>
              <a:pathLst>
                <a:path w="327" h="327" fill="none" extrusionOk="0">
                  <a:moveTo>
                    <a:pt x="235" y="36"/>
                  </a:moveTo>
                  <a:cubicBezTo>
                    <a:pt x="171" y="0"/>
                    <a:pt x="79" y="22"/>
                    <a:pt x="36" y="86"/>
                  </a:cubicBezTo>
                  <a:cubicBezTo>
                    <a:pt x="1" y="149"/>
                    <a:pt x="22" y="249"/>
                    <a:pt x="86" y="284"/>
                  </a:cubicBezTo>
                  <a:cubicBezTo>
                    <a:pt x="150" y="327"/>
                    <a:pt x="242" y="305"/>
                    <a:pt x="284" y="242"/>
                  </a:cubicBezTo>
                  <a:cubicBezTo>
                    <a:pt x="327" y="185"/>
                    <a:pt x="313" y="78"/>
                    <a:pt x="235" y="36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2"/>
            <p:cNvSpPr/>
            <p:nvPr/>
          </p:nvSpPr>
          <p:spPr>
            <a:xfrm>
              <a:off x="7815490" y="4126979"/>
              <a:ext cx="31137" cy="29642"/>
            </a:xfrm>
            <a:custGeom>
              <a:avLst/>
              <a:gdLst/>
              <a:ahLst/>
              <a:cxnLst/>
              <a:rect l="l" t="t" r="r" b="b"/>
              <a:pathLst>
                <a:path w="979" h="932" extrusionOk="0">
                  <a:moveTo>
                    <a:pt x="517" y="0"/>
                  </a:moveTo>
                  <a:cubicBezTo>
                    <a:pt x="407" y="0"/>
                    <a:pt x="297" y="35"/>
                    <a:pt x="213" y="102"/>
                  </a:cubicBezTo>
                  <a:cubicBezTo>
                    <a:pt x="64" y="215"/>
                    <a:pt x="0" y="428"/>
                    <a:pt x="57" y="605"/>
                  </a:cubicBezTo>
                  <a:cubicBezTo>
                    <a:pt x="107" y="783"/>
                    <a:pt x="284" y="917"/>
                    <a:pt x="468" y="931"/>
                  </a:cubicBezTo>
                  <a:cubicBezTo>
                    <a:pt x="474" y="932"/>
                    <a:pt x="479" y="932"/>
                    <a:pt x="484" y="932"/>
                  </a:cubicBezTo>
                  <a:cubicBezTo>
                    <a:pt x="663" y="932"/>
                    <a:pt x="846" y="813"/>
                    <a:pt x="908" y="648"/>
                  </a:cubicBezTo>
                  <a:cubicBezTo>
                    <a:pt x="979" y="471"/>
                    <a:pt x="979" y="187"/>
                    <a:pt x="738" y="52"/>
                  </a:cubicBezTo>
                  <a:cubicBezTo>
                    <a:pt x="671" y="17"/>
                    <a:pt x="594" y="0"/>
                    <a:pt x="5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2"/>
            <p:cNvSpPr/>
            <p:nvPr/>
          </p:nvSpPr>
          <p:spPr>
            <a:xfrm>
              <a:off x="7825636" y="4136298"/>
              <a:ext cx="10846" cy="10846"/>
            </a:xfrm>
            <a:custGeom>
              <a:avLst/>
              <a:gdLst/>
              <a:ahLst/>
              <a:cxnLst/>
              <a:rect l="l" t="t" r="r" b="b"/>
              <a:pathLst>
                <a:path w="341" h="341" fill="none" extrusionOk="0">
                  <a:moveTo>
                    <a:pt x="220" y="29"/>
                  </a:moveTo>
                  <a:cubicBezTo>
                    <a:pt x="149" y="0"/>
                    <a:pt x="57" y="43"/>
                    <a:pt x="29" y="114"/>
                  </a:cubicBezTo>
                  <a:cubicBezTo>
                    <a:pt x="0" y="192"/>
                    <a:pt x="43" y="284"/>
                    <a:pt x="114" y="312"/>
                  </a:cubicBezTo>
                  <a:cubicBezTo>
                    <a:pt x="185" y="341"/>
                    <a:pt x="277" y="305"/>
                    <a:pt x="312" y="234"/>
                  </a:cubicBezTo>
                  <a:cubicBezTo>
                    <a:pt x="341" y="163"/>
                    <a:pt x="312" y="57"/>
                    <a:pt x="220" y="29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" name="Google Shape;833;p32"/>
          <p:cNvGrpSpPr/>
          <p:nvPr/>
        </p:nvGrpSpPr>
        <p:grpSpPr>
          <a:xfrm>
            <a:off x="7242999" y="-76016"/>
            <a:ext cx="1977207" cy="1790434"/>
            <a:chOff x="6516479" y="3498512"/>
            <a:chExt cx="902340" cy="817102"/>
          </a:xfrm>
        </p:grpSpPr>
        <p:sp>
          <p:nvSpPr>
            <p:cNvPr id="834" name="Google Shape;834;p32"/>
            <p:cNvSpPr/>
            <p:nvPr/>
          </p:nvSpPr>
          <p:spPr>
            <a:xfrm>
              <a:off x="6516479" y="3498512"/>
              <a:ext cx="902340" cy="817102"/>
            </a:xfrm>
            <a:custGeom>
              <a:avLst/>
              <a:gdLst/>
              <a:ahLst/>
              <a:cxnLst/>
              <a:rect l="l" t="t" r="r" b="b"/>
              <a:pathLst>
                <a:path w="28371" h="25691" extrusionOk="0">
                  <a:moveTo>
                    <a:pt x="23024" y="1"/>
                  </a:moveTo>
                  <a:cubicBezTo>
                    <a:pt x="22890" y="1"/>
                    <a:pt x="22748" y="22"/>
                    <a:pt x="22613" y="57"/>
                  </a:cubicBezTo>
                  <a:lnTo>
                    <a:pt x="1454" y="57"/>
                  </a:lnTo>
                  <a:cubicBezTo>
                    <a:pt x="1050" y="57"/>
                    <a:pt x="667" y="235"/>
                    <a:pt x="398" y="532"/>
                  </a:cubicBezTo>
                  <a:cubicBezTo>
                    <a:pt x="128" y="837"/>
                    <a:pt x="1" y="1242"/>
                    <a:pt x="50" y="1639"/>
                  </a:cubicBezTo>
                  <a:cubicBezTo>
                    <a:pt x="525" y="5723"/>
                    <a:pt x="1405" y="9304"/>
                    <a:pt x="2660" y="12282"/>
                  </a:cubicBezTo>
                  <a:cubicBezTo>
                    <a:pt x="3759" y="14891"/>
                    <a:pt x="5184" y="17125"/>
                    <a:pt x="6900" y="18933"/>
                  </a:cubicBezTo>
                  <a:cubicBezTo>
                    <a:pt x="6524" y="19401"/>
                    <a:pt x="6397" y="20046"/>
                    <a:pt x="6602" y="20642"/>
                  </a:cubicBezTo>
                  <a:cubicBezTo>
                    <a:pt x="6765" y="21088"/>
                    <a:pt x="7169" y="21670"/>
                    <a:pt x="8191" y="21890"/>
                  </a:cubicBezTo>
                  <a:cubicBezTo>
                    <a:pt x="9077" y="22081"/>
                    <a:pt x="9949" y="22095"/>
                    <a:pt x="10694" y="22095"/>
                  </a:cubicBezTo>
                  <a:lnTo>
                    <a:pt x="10885" y="22095"/>
                  </a:lnTo>
                  <a:cubicBezTo>
                    <a:pt x="13232" y="23471"/>
                    <a:pt x="15997" y="24379"/>
                    <a:pt x="19110" y="24790"/>
                  </a:cubicBezTo>
                  <a:cubicBezTo>
                    <a:pt x="19337" y="24939"/>
                    <a:pt x="19585" y="25059"/>
                    <a:pt x="19848" y="25144"/>
                  </a:cubicBezTo>
                  <a:cubicBezTo>
                    <a:pt x="19990" y="25187"/>
                    <a:pt x="20138" y="25208"/>
                    <a:pt x="20287" y="25208"/>
                  </a:cubicBezTo>
                  <a:cubicBezTo>
                    <a:pt x="20330" y="25208"/>
                    <a:pt x="20372" y="25208"/>
                    <a:pt x="20415" y="25201"/>
                  </a:cubicBezTo>
                  <a:cubicBezTo>
                    <a:pt x="20670" y="25237"/>
                    <a:pt x="20904" y="25244"/>
                    <a:pt x="21096" y="25244"/>
                  </a:cubicBezTo>
                  <a:lnTo>
                    <a:pt x="21379" y="25244"/>
                  </a:lnTo>
                  <a:cubicBezTo>
                    <a:pt x="21783" y="25237"/>
                    <a:pt x="22195" y="25222"/>
                    <a:pt x="22599" y="25222"/>
                  </a:cubicBezTo>
                  <a:cubicBezTo>
                    <a:pt x="23117" y="25222"/>
                    <a:pt x="23542" y="25237"/>
                    <a:pt x="23939" y="25272"/>
                  </a:cubicBezTo>
                  <a:cubicBezTo>
                    <a:pt x="24797" y="25336"/>
                    <a:pt x="25655" y="25485"/>
                    <a:pt x="26563" y="25641"/>
                  </a:cubicBezTo>
                  <a:lnTo>
                    <a:pt x="26704" y="25669"/>
                  </a:lnTo>
                  <a:cubicBezTo>
                    <a:pt x="26790" y="25683"/>
                    <a:pt x="26868" y="25690"/>
                    <a:pt x="26953" y="25690"/>
                  </a:cubicBezTo>
                  <a:cubicBezTo>
                    <a:pt x="27279" y="25690"/>
                    <a:pt x="27605" y="25570"/>
                    <a:pt x="27860" y="25357"/>
                  </a:cubicBezTo>
                  <a:cubicBezTo>
                    <a:pt x="28179" y="25088"/>
                    <a:pt x="28371" y="24691"/>
                    <a:pt x="28371" y="24272"/>
                  </a:cubicBezTo>
                  <a:lnTo>
                    <a:pt x="28371" y="23492"/>
                  </a:lnTo>
                  <a:lnTo>
                    <a:pt x="28371" y="21954"/>
                  </a:lnTo>
                  <a:lnTo>
                    <a:pt x="28371" y="19685"/>
                  </a:lnTo>
                  <a:lnTo>
                    <a:pt x="28371" y="16955"/>
                  </a:lnTo>
                  <a:lnTo>
                    <a:pt x="28371" y="12509"/>
                  </a:lnTo>
                  <a:lnTo>
                    <a:pt x="28371" y="8297"/>
                  </a:lnTo>
                  <a:lnTo>
                    <a:pt x="28371" y="5049"/>
                  </a:lnTo>
                  <a:lnTo>
                    <a:pt x="28371" y="1476"/>
                  </a:lnTo>
                  <a:cubicBezTo>
                    <a:pt x="28371" y="696"/>
                    <a:pt x="27733" y="57"/>
                    <a:pt x="26953" y="57"/>
                  </a:cubicBezTo>
                  <a:lnTo>
                    <a:pt x="23443" y="57"/>
                  </a:lnTo>
                  <a:cubicBezTo>
                    <a:pt x="23308" y="22"/>
                    <a:pt x="23166" y="1"/>
                    <a:pt x="230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2"/>
            <p:cNvSpPr/>
            <p:nvPr/>
          </p:nvSpPr>
          <p:spPr>
            <a:xfrm>
              <a:off x="6562723" y="3545424"/>
              <a:ext cx="810996" cy="705244"/>
            </a:xfrm>
            <a:custGeom>
              <a:avLst/>
              <a:gdLst/>
              <a:ahLst/>
              <a:cxnLst/>
              <a:rect l="l" t="t" r="r" b="b"/>
              <a:pathLst>
                <a:path w="25499" h="22174" extrusionOk="0">
                  <a:moveTo>
                    <a:pt x="0" y="1"/>
                  </a:moveTo>
                  <a:cubicBezTo>
                    <a:pt x="1874" y="15973"/>
                    <a:pt x="9636" y="22173"/>
                    <a:pt x="21995" y="22173"/>
                  </a:cubicBezTo>
                  <a:cubicBezTo>
                    <a:pt x="23056" y="22173"/>
                    <a:pt x="24151" y="22128"/>
                    <a:pt x="25279" y="22039"/>
                  </a:cubicBezTo>
                  <a:cubicBezTo>
                    <a:pt x="25350" y="22031"/>
                    <a:pt x="25421" y="22024"/>
                    <a:pt x="25499" y="22017"/>
                  </a:cubicBezTo>
                  <a:lnTo>
                    <a:pt x="25499" y="1"/>
                  </a:lnTo>
                  <a:close/>
                </a:path>
              </a:pathLst>
            </a:custGeom>
            <a:solidFill>
              <a:srgbClr val="FE5D78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2"/>
            <p:cNvSpPr/>
            <p:nvPr/>
          </p:nvSpPr>
          <p:spPr>
            <a:xfrm>
              <a:off x="6741340" y="3545424"/>
              <a:ext cx="632379" cy="504777"/>
            </a:xfrm>
            <a:custGeom>
              <a:avLst/>
              <a:gdLst/>
              <a:ahLst/>
              <a:cxnLst/>
              <a:rect l="l" t="t" r="r" b="b"/>
              <a:pathLst>
                <a:path w="19883" h="15871" extrusionOk="0">
                  <a:moveTo>
                    <a:pt x="0" y="1"/>
                  </a:moveTo>
                  <a:cubicBezTo>
                    <a:pt x="0" y="43"/>
                    <a:pt x="7" y="79"/>
                    <a:pt x="7" y="114"/>
                  </a:cubicBezTo>
                  <a:cubicBezTo>
                    <a:pt x="419" y="5673"/>
                    <a:pt x="2695" y="13175"/>
                    <a:pt x="8708" y="14593"/>
                  </a:cubicBezTo>
                  <a:cubicBezTo>
                    <a:pt x="11468" y="15248"/>
                    <a:pt x="14852" y="15870"/>
                    <a:pt x="18330" y="15870"/>
                  </a:cubicBezTo>
                  <a:cubicBezTo>
                    <a:pt x="18846" y="15870"/>
                    <a:pt x="19364" y="15856"/>
                    <a:pt x="19883" y="15827"/>
                  </a:cubicBezTo>
                  <a:lnTo>
                    <a:pt x="19883" y="1"/>
                  </a:lnTo>
                  <a:close/>
                </a:path>
              </a:pathLst>
            </a:custGeom>
            <a:solidFill>
              <a:srgbClr val="FE5D78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2"/>
            <p:cNvSpPr/>
            <p:nvPr/>
          </p:nvSpPr>
          <p:spPr>
            <a:xfrm>
              <a:off x="6944988" y="3545424"/>
              <a:ext cx="428731" cy="360796"/>
            </a:xfrm>
            <a:custGeom>
              <a:avLst/>
              <a:gdLst/>
              <a:ahLst/>
              <a:cxnLst/>
              <a:rect l="l" t="t" r="r" b="b"/>
              <a:pathLst>
                <a:path w="13480" h="11344" extrusionOk="0">
                  <a:moveTo>
                    <a:pt x="0" y="1"/>
                  </a:moveTo>
                  <a:cubicBezTo>
                    <a:pt x="845" y="7358"/>
                    <a:pt x="5538" y="11344"/>
                    <a:pt x="10773" y="11344"/>
                  </a:cubicBezTo>
                  <a:cubicBezTo>
                    <a:pt x="11209" y="11344"/>
                    <a:pt x="11649" y="11316"/>
                    <a:pt x="12090" y="11261"/>
                  </a:cubicBezTo>
                  <a:cubicBezTo>
                    <a:pt x="12579" y="11197"/>
                    <a:pt x="13033" y="11119"/>
                    <a:pt x="13480" y="11034"/>
                  </a:cubicBezTo>
                  <a:lnTo>
                    <a:pt x="13480" y="1"/>
                  </a:lnTo>
                  <a:close/>
                </a:path>
              </a:pathLst>
            </a:custGeom>
            <a:solidFill>
              <a:srgbClr val="FE5D78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2"/>
            <p:cNvSpPr/>
            <p:nvPr/>
          </p:nvSpPr>
          <p:spPr>
            <a:xfrm>
              <a:off x="7085311" y="3545424"/>
              <a:ext cx="288408" cy="225497"/>
            </a:xfrm>
            <a:custGeom>
              <a:avLst/>
              <a:gdLst/>
              <a:ahLst/>
              <a:cxnLst/>
              <a:rect l="l" t="t" r="r" b="b"/>
              <a:pathLst>
                <a:path w="9068" h="7090" extrusionOk="0">
                  <a:moveTo>
                    <a:pt x="545" y="1"/>
                  </a:moveTo>
                  <a:cubicBezTo>
                    <a:pt x="0" y="3791"/>
                    <a:pt x="2712" y="7090"/>
                    <a:pt x="6895" y="7090"/>
                  </a:cubicBezTo>
                  <a:cubicBezTo>
                    <a:pt x="7290" y="7090"/>
                    <a:pt x="7698" y="7060"/>
                    <a:pt x="8117" y="6999"/>
                  </a:cubicBezTo>
                  <a:cubicBezTo>
                    <a:pt x="8437" y="6957"/>
                    <a:pt x="8756" y="6893"/>
                    <a:pt x="9068" y="6822"/>
                  </a:cubicBezTo>
                  <a:lnTo>
                    <a:pt x="9068" y="1"/>
                  </a:lnTo>
                  <a:close/>
                </a:path>
              </a:pathLst>
            </a:custGeom>
            <a:solidFill>
              <a:srgbClr val="FE5D78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2"/>
            <p:cNvSpPr/>
            <p:nvPr/>
          </p:nvSpPr>
          <p:spPr>
            <a:xfrm>
              <a:off x="6997529" y="3584481"/>
              <a:ext cx="359969" cy="222031"/>
            </a:xfrm>
            <a:custGeom>
              <a:avLst/>
              <a:gdLst/>
              <a:ahLst/>
              <a:cxnLst/>
              <a:rect l="l" t="t" r="r" b="b"/>
              <a:pathLst>
                <a:path w="11318" h="6981" extrusionOk="0">
                  <a:moveTo>
                    <a:pt x="7411" y="1"/>
                  </a:moveTo>
                  <a:cubicBezTo>
                    <a:pt x="6979" y="1"/>
                    <a:pt x="6536" y="120"/>
                    <a:pt x="6162" y="340"/>
                  </a:cubicBezTo>
                  <a:cubicBezTo>
                    <a:pt x="5347" y="822"/>
                    <a:pt x="4808" y="1666"/>
                    <a:pt x="4411" y="2531"/>
                  </a:cubicBezTo>
                  <a:cubicBezTo>
                    <a:pt x="4079" y="2224"/>
                    <a:pt x="3627" y="2067"/>
                    <a:pt x="3179" y="2067"/>
                  </a:cubicBezTo>
                  <a:cubicBezTo>
                    <a:pt x="2995" y="2067"/>
                    <a:pt x="2812" y="2094"/>
                    <a:pt x="2638" y="2148"/>
                  </a:cubicBezTo>
                  <a:cubicBezTo>
                    <a:pt x="2042" y="2339"/>
                    <a:pt x="1560" y="2828"/>
                    <a:pt x="1312" y="3403"/>
                  </a:cubicBezTo>
                  <a:cubicBezTo>
                    <a:pt x="1071" y="3984"/>
                    <a:pt x="1043" y="4637"/>
                    <a:pt x="1177" y="5253"/>
                  </a:cubicBezTo>
                  <a:cubicBezTo>
                    <a:pt x="1038" y="5201"/>
                    <a:pt x="903" y="5178"/>
                    <a:pt x="778" y="5178"/>
                  </a:cubicBezTo>
                  <a:cubicBezTo>
                    <a:pt x="424" y="5178"/>
                    <a:pt x="148" y="5364"/>
                    <a:pt x="85" y="5615"/>
                  </a:cubicBezTo>
                  <a:cubicBezTo>
                    <a:pt x="0" y="5963"/>
                    <a:pt x="227" y="6324"/>
                    <a:pt x="525" y="6509"/>
                  </a:cubicBezTo>
                  <a:cubicBezTo>
                    <a:pt x="823" y="6700"/>
                    <a:pt x="1184" y="6750"/>
                    <a:pt x="1539" y="6792"/>
                  </a:cubicBezTo>
                  <a:cubicBezTo>
                    <a:pt x="2615" y="6917"/>
                    <a:pt x="3695" y="6981"/>
                    <a:pt x="4776" y="6981"/>
                  </a:cubicBezTo>
                  <a:cubicBezTo>
                    <a:pt x="5170" y="6981"/>
                    <a:pt x="5563" y="6972"/>
                    <a:pt x="5957" y="6955"/>
                  </a:cubicBezTo>
                  <a:cubicBezTo>
                    <a:pt x="7637" y="6877"/>
                    <a:pt x="9190" y="6863"/>
                    <a:pt x="10736" y="6813"/>
                  </a:cubicBezTo>
                  <a:cubicBezTo>
                    <a:pt x="10906" y="6806"/>
                    <a:pt x="11104" y="6785"/>
                    <a:pt x="11197" y="6643"/>
                  </a:cubicBezTo>
                  <a:cubicBezTo>
                    <a:pt x="11317" y="6445"/>
                    <a:pt x="11133" y="6175"/>
                    <a:pt x="10906" y="6133"/>
                  </a:cubicBezTo>
                  <a:cubicBezTo>
                    <a:pt x="10871" y="6126"/>
                    <a:pt x="10835" y="6123"/>
                    <a:pt x="10801" y="6123"/>
                  </a:cubicBezTo>
                  <a:cubicBezTo>
                    <a:pt x="10611" y="6123"/>
                    <a:pt x="10427" y="6212"/>
                    <a:pt x="10253" y="6296"/>
                  </a:cubicBezTo>
                  <a:cubicBezTo>
                    <a:pt x="10629" y="5963"/>
                    <a:pt x="11048" y="5516"/>
                    <a:pt x="11140" y="4977"/>
                  </a:cubicBezTo>
                  <a:cubicBezTo>
                    <a:pt x="11232" y="4438"/>
                    <a:pt x="10941" y="3842"/>
                    <a:pt x="10431" y="3644"/>
                  </a:cubicBezTo>
                  <a:cubicBezTo>
                    <a:pt x="10288" y="3589"/>
                    <a:pt x="10141" y="3566"/>
                    <a:pt x="9991" y="3566"/>
                  </a:cubicBezTo>
                  <a:cubicBezTo>
                    <a:pt x="9621" y="3566"/>
                    <a:pt x="9239" y="3706"/>
                    <a:pt x="8885" y="3842"/>
                  </a:cubicBezTo>
                  <a:cubicBezTo>
                    <a:pt x="9119" y="3233"/>
                    <a:pt x="9296" y="2687"/>
                    <a:pt x="9318" y="2119"/>
                  </a:cubicBezTo>
                  <a:cubicBezTo>
                    <a:pt x="9332" y="1559"/>
                    <a:pt x="9183" y="964"/>
                    <a:pt x="8793" y="552"/>
                  </a:cubicBezTo>
                  <a:cubicBezTo>
                    <a:pt x="8437" y="173"/>
                    <a:pt x="7931" y="1"/>
                    <a:pt x="74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2"/>
            <p:cNvSpPr/>
            <p:nvPr/>
          </p:nvSpPr>
          <p:spPr>
            <a:xfrm>
              <a:off x="6767261" y="3989359"/>
              <a:ext cx="329532" cy="167581"/>
            </a:xfrm>
            <a:custGeom>
              <a:avLst/>
              <a:gdLst/>
              <a:ahLst/>
              <a:cxnLst/>
              <a:rect l="l" t="t" r="r" b="b"/>
              <a:pathLst>
                <a:path w="10361" h="5269" extrusionOk="0">
                  <a:moveTo>
                    <a:pt x="5594" y="0"/>
                  </a:moveTo>
                  <a:cubicBezTo>
                    <a:pt x="5386" y="0"/>
                    <a:pt x="5176" y="33"/>
                    <a:pt x="4978" y="96"/>
                  </a:cubicBezTo>
                  <a:cubicBezTo>
                    <a:pt x="4411" y="281"/>
                    <a:pt x="3929" y="706"/>
                    <a:pt x="3603" y="1210"/>
                  </a:cubicBezTo>
                  <a:cubicBezTo>
                    <a:pt x="3277" y="1713"/>
                    <a:pt x="3085" y="2294"/>
                    <a:pt x="2965" y="2883"/>
                  </a:cubicBezTo>
                  <a:cubicBezTo>
                    <a:pt x="2614" y="2695"/>
                    <a:pt x="2204" y="2574"/>
                    <a:pt x="1820" y="2574"/>
                  </a:cubicBezTo>
                  <a:cubicBezTo>
                    <a:pt x="1553" y="2574"/>
                    <a:pt x="1298" y="2633"/>
                    <a:pt x="1086" y="2770"/>
                  </a:cubicBezTo>
                  <a:cubicBezTo>
                    <a:pt x="568" y="3110"/>
                    <a:pt x="369" y="3854"/>
                    <a:pt x="653" y="4400"/>
                  </a:cubicBezTo>
                  <a:cubicBezTo>
                    <a:pt x="592" y="4316"/>
                    <a:pt x="485" y="4269"/>
                    <a:pt x="377" y="4269"/>
                  </a:cubicBezTo>
                  <a:cubicBezTo>
                    <a:pt x="321" y="4269"/>
                    <a:pt x="264" y="4282"/>
                    <a:pt x="213" y="4308"/>
                  </a:cubicBezTo>
                  <a:cubicBezTo>
                    <a:pt x="72" y="4386"/>
                    <a:pt x="1" y="4571"/>
                    <a:pt x="57" y="4727"/>
                  </a:cubicBezTo>
                  <a:cubicBezTo>
                    <a:pt x="128" y="4939"/>
                    <a:pt x="384" y="5024"/>
                    <a:pt x="603" y="5067"/>
                  </a:cubicBezTo>
                  <a:cubicBezTo>
                    <a:pt x="1357" y="5230"/>
                    <a:pt x="2124" y="5245"/>
                    <a:pt x="2891" y="5245"/>
                  </a:cubicBezTo>
                  <a:cubicBezTo>
                    <a:pt x="3055" y="5245"/>
                    <a:pt x="3219" y="5244"/>
                    <a:pt x="3383" y="5244"/>
                  </a:cubicBezTo>
                  <a:cubicBezTo>
                    <a:pt x="3459" y="5244"/>
                    <a:pt x="3534" y="5244"/>
                    <a:pt x="3609" y="5244"/>
                  </a:cubicBezTo>
                  <a:cubicBezTo>
                    <a:pt x="4732" y="5244"/>
                    <a:pt x="5826" y="5268"/>
                    <a:pt x="6906" y="5268"/>
                  </a:cubicBezTo>
                  <a:cubicBezTo>
                    <a:pt x="7936" y="5268"/>
                    <a:pt x="8953" y="5246"/>
                    <a:pt x="9970" y="5159"/>
                  </a:cubicBezTo>
                  <a:cubicBezTo>
                    <a:pt x="10133" y="5145"/>
                    <a:pt x="10339" y="5088"/>
                    <a:pt x="10353" y="4925"/>
                  </a:cubicBezTo>
                  <a:cubicBezTo>
                    <a:pt x="10360" y="4812"/>
                    <a:pt x="10254" y="4720"/>
                    <a:pt x="10147" y="4698"/>
                  </a:cubicBezTo>
                  <a:cubicBezTo>
                    <a:pt x="10123" y="4694"/>
                    <a:pt x="10099" y="4692"/>
                    <a:pt x="10076" y="4692"/>
                  </a:cubicBezTo>
                  <a:cubicBezTo>
                    <a:pt x="9989" y="4692"/>
                    <a:pt x="9905" y="4718"/>
                    <a:pt x="9821" y="4741"/>
                  </a:cubicBezTo>
                  <a:cubicBezTo>
                    <a:pt x="10034" y="4507"/>
                    <a:pt x="10048" y="4195"/>
                    <a:pt x="9885" y="4003"/>
                  </a:cubicBezTo>
                  <a:cubicBezTo>
                    <a:pt x="9790" y="3892"/>
                    <a:pt x="9644" y="3833"/>
                    <a:pt x="9499" y="3833"/>
                  </a:cubicBezTo>
                  <a:cubicBezTo>
                    <a:pt x="9395" y="3833"/>
                    <a:pt x="9290" y="3863"/>
                    <a:pt x="9204" y="3925"/>
                  </a:cubicBezTo>
                  <a:cubicBezTo>
                    <a:pt x="9431" y="3266"/>
                    <a:pt x="9261" y="2557"/>
                    <a:pt x="8793" y="2181"/>
                  </a:cubicBezTo>
                  <a:cubicBezTo>
                    <a:pt x="8548" y="1980"/>
                    <a:pt x="8233" y="1879"/>
                    <a:pt x="7918" y="1879"/>
                  </a:cubicBezTo>
                  <a:cubicBezTo>
                    <a:pt x="7631" y="1879"/>
                    <a:pt x="7346" y="1963"/>
                    <a:pt x="7113" y="2131"/>
                  </a:cubicBezTo>
                  <a:cubicBezTo>
                    <a:pt x="7396" y="1408"/>
                    <a:pt x="7169" y="735"/>
                    <a:pt x="6694" y="359"/>
                  </a:cubicBezTo>
                  <a:cubicBezTo>
                    <a:pt x="6383" y="117"/>
                    <a:pt x="5990" y="0"/>
                    <a:pt x="55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2"/>
            <p:cNvSpPr/>
            <p:nvPr/>
          </p:nvSpPr>
          <p:spPr>
            <a:xfrm>
              <a:off x="6600603" y="3595931"/>
              <a:ext cx="277212" cy="259402"/>
            </a:xfrm>
            <a:custGeom>
              <a:avLst/>
              <a:gdLst/>
              <a:ahLst/>
              <a:cxnLst/>
              <a:rect l="l" t="t" r="r" b="b"/>
              <a:pathLst>
                <a:path w="8716" h="8156" extrusionOk="0">
                  <a:moveTo>
                    <a:pt x="4439" y="1"/>
                  </a:moveTo>
                  <a:cubicBezTo>
                    <a:pt x="3284" y="1"/>
                    <a:pt x="2185" y="476"/>
                    <a:pt x="1419" y="1298"/>
                  </a:cubicBezTo>
                  <a:cubicBezTo>
                    <a:pt x="242" y="2575"/>
                    <a:pt x="1" y="4518"/>
                    <a:pt x="837" y="6035"/>
                  </a:cubicBezTo>
                  <a:cubicBezTo>
                    <a:pt x="1539" y="7326"/>
                    <a:pt x="2957" y="8155"/>
                    <a:pt x="4439" y="8155"/>
                  </a:cubicBezTo>
                  <a:cubicBezTo>
                    <a:pt x="4680" y="8155"/>
                    <a:pt x="4914" y="8134"/>
                    <a:pt x="5141" y="8091"/>
                  </a:cubicBezTo>
                  <a:cubicBezTo>
                    <a:pt x="6850" y="7779"/>
                    <a:pt x="8212" y="6368"/>
                    <a:pt x="8460" y="4652"/>
                  </a:cubicBezTo>
                  <a:cubicBezTo>
                    <a:pt x="8715" y="2865"/>
                    <a:pt x="7744" y="1093"/>
                    <a:pt x="6092" y="348"/>
                  </a:cubicBezTo>
                  <a:cubicBezTo>
                    <a:pt x="5574" y="114"/>
                    <a:pt x="5021" y="1"/>
                    <a:pt x="4439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2"/>
            <p:cNvSpPr/>
            <p:nvPr/>
          </p:nvSpPr>
          <p:spPr>
            <a:xfrm>
              <a:off x="6641886" y="3633842"/>
              <a:ext cx="196014" cy="183578"/>
            </a:xfrm>
            <a:custGeom>
              <a:avLst/>
              <a:gdLst/>
              <a:ahLst/>
              <a:cxnLst/>
              <a:rect l="l" t="t" r="r" b="b"/>
              <a:pathLst>
                <a:path w="6163" h="5772" extrusionOk="0">
                  <a:moveTo>
                    <a:pt x="3141" y="0"/>
                  </a:moveTo>
                  <a:cubicBezTo>
                    <a:pt x="2319" y="0"/>
                    <a:pt x="1532" y="333"/>
                    <a:pt x="993" y="915"/>
                  </a:cubicBezTo>
                  <a:cubicBezTo>
                    <a:pt x="177" y="1801"/>
                    <a:pt x="0" y="3212"/>
                    <a:pt x="582" y="4269"/>
                  </a:cubicBezTo>
                  <a:cubicBezTo>
                    <a:pt x="1078" y="5183"/>
                    <a:pt x="2085" y="5772"/>
                    <a:pt x="3141" y="5772"/>
                  </a:cubicBezTo>
                  <a:cubicBezTo>
                    <a:pt x="3312" y="5772"/>
                    <a:pt x="3475" y="5751"/>
                    <a:pt x="3631" y="5722"/>
                  </a:cubicBezTo>
                  <a:cubicBezTo>
                    <a:pt x="4822" y="5510"/>
                    <a:pt x="5807" y="4489"/>
                    <a:pt x="5978" y="3290"/>
                  </a:cubicBezTo>
                  <a:cubicBezTo>
                    <a:pt x="6162" y="2028"/>
                    <a:pt x="5474" y="773"/>
                    <a:pt x="4304" y="248"/>
                  </a:cubicBezTo>
                  <a:cubicBezTo>
                    <a:pt x="3943" y="85"/>
                    <a:pt x="3553" y="0"/>
                    <a:pt x="3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2"/>
            <p:cNvSpPr/>
            <p:nvPr/>
          </p:nvSpPr>
          <p:spPr>
            <a:xfrm>
              <a:off x="6657216" y="3648091"/>
              <a:ext cx="165322" cy="155113"/>
            </a:xfrm>
            <a:custGeom>
              <a:avLst/>
              <a:gdLst/>
              <a:ahLst/>
              <a:cxnLst/>
              <a:rect l="l" t="t" r="r" b="b"/>
              <a:pathLst>
                <a:path w="5198" h="4877" extrusionOk="0">
                  <a:moveTo>
                    <a:pt x="2663" y="0"/>
                  </a:moveTo>
                  <a:cubicBezTo>
                    <a:pt x="1984" y="0"/>
                    <a:pt x="1303" y="273"/>
                    <a:pt x="837" y="772"/>
                  </a:cubicBezTo>
                  <a:cubicBezTo>
                    <a:pt x="149" y="1516"/>
                    <a:pt x="0" y="2715"/>
                    <a:pt x="490" y="3608"/>
                  </a:cubicBezTo>
                  <a:cubicBezTo>
                    <a:pt x="915" y="4384"/>
                    <a:pt x="1794" y="4876"/>
                    <a:pt x="2673" y="4876"/>
                  </a:cubicBezTo>
                  <a:cubicBezTo>
                    <a:pt x="2806" y="4876"/>
                    <a:pt x="2939" y="4865"/>
                    <a:pt x="3071" y="4842"/>
                  </a:cubicBezTo>
                  <a:cubicBezTo>
                    <a:pt x="4070" y="4657"/>
                    <a:pt x="4907" y="3785"/>
                    <a:pt x="5056" y="2778"/>
                  </a:cubicBezTo>
                  <a:cubicBezTo>
                    <a:pt x="5198" y="1771"/>
                    <a:pt x="4659" y="665"/>
                    <a:pt x="3638" y="204"/>
                  </a:cubicBezTo>
                  <a:cubicBezTo>
                    <a:pt x="3331" y="66"/>
                    <a:pt x="2998" y="0"/>
                    <a:pt x="26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2"/>
            <p:cNvSpPr/>
            <p:nvPr/>
          </p:nvSpPr>
          <p:spPr>
            <a:xfrm>
              <a:off x="6723752" y="3545424"/>
              <a:ext cx="508339" cy="310735"/>
            </a:xfrm>
            <a:custGeom>
              <a:avLst/>
              <a:gdLst/>
              <a:ahLst/>
              <a:cxnLst/>
              <a:rect l="l" t="t" r="r" b="b"/>
              <a:pathLst>
                <a:path w="15983" h="9770" extrusionOk="0">
                  <a:moveTo>
                    <a:pt x="4708" y="1"/>
                  </a:moveTo>
                  <a:cubicBezTo>
                    <a:pt x="4701" y="36"/>
                    <a:pt x="4694" y="71"/>
                    <a:pt x="4694" y="107"/>
                  </a:cubicBezTo>
                  <a:cubicBezTo>
                    <a:pt x="4556" y="69"/>
                    <a:pt x="4413" y="51"/>
                    <a:pt x="4271" y="51"/>
                  </a:cubicBezTo>
                  <a:cubicBezTo>
                    <a:pt x="3933" y="51"/>
                    <a:pt x="3599" y="155"/>
                    <a:pt x="3340" y="355"/>
                  </a:cubicBezTo>
                  <a:cubicBezTo>
                    <a:pt x="2964" y="632"/>
                    <a:pt x="2730" y="1085"/>
                    <a:pt x="2680" y="1546"/>
                  </a:cubicBezTo>
                  <a:cubicBezTo>
                    <a:pt x="2624" y="2007"/>
                    <a:pt x="2744" y="2482"/>
                    <a:pt x="2971" y="2894"/>
                  </a:cubicBezTo>
                  <a:cubicBezTo>
                    <a:pt x="2283" y="3035"/>
                    <a:pt x="1645" y="3681"/>
                    <a:pt x="1624" y="4390"/>
                  </a:cubicBezTo>
                  <a:cubicBezTo>
                    <a:pt x="1575" y="4383"/>
                    <a:pt x="1526" y="4379"/>
                    <a:pt x="1477" y="4379"/>
                  </a:cubicBezTo>
                  <a:cubicBezTo>
                    <a:pt x="833" y="4379"/>
                    <a:pt x="262" y="4971"/>
                    <a:pt x="156" y="5623"/>
                  </a:cubicBezTo>
                  <a:cubicBezTo>
                    <a:pt x="36" y="6325"/>
                    <a:pt x="340" y="7035"/>
                    <a:pt x="759" y="7602"/>
                  </a:cubicBezTo>
                  <a:cubicBezTo>
                    <a:pt x="355" y="7651"/>
                    <a:pt x="0" y="8155"/>
                    <a:pt x="43" y="8623"/>
                  </a:cubicBezTo>
                  <a:cubicBezTo>
                    <a:pt x="85" y="9098"/>
                    <a:pt x="461" y="9495"/>
                    <a:pt x="901" y="9665"/>
                  </a:cubicBezTo>
                  <a:cubicBezTo>
                    <a:pt x="1099" y="9738"/>
                    <a:pt x="1307" y="9769"/>
                    <a:pt x="1517" y="9769"/>
                  </a:cubicBezTo>
                  <a:cubicBezTo>
                    <a:pt x="1780" y="9769"/>
                    <a:pt x="2045" y="9720"/>
                    <a:pt x="2298" y="9637"/>
                  </a:cubicBezTo>
                  <a:cubicBezTo>
                    <a:pt x="2744" y="9488"/>
                    <a:pt x="3155" y="9240"/>
                    <a:pt x="3560" y="8992"/>
                  </a:cubicBezTo>
                  <a:cubicBezTo>
                    <a:pt x="3797" y="9115"/>
                    <a:pt x="4062" y="9172"/>
                    <a:pt x="4330" y="9172"/>
                  </a:cubicBezTo>
                  <a:cubicBezTo>
                    <a:pt x="4695" y="9172"/>
                    <a:pt x="5064" y="9066"/>
                    <a:pt x="5375" y="8878"/>
                  </a:cubicBezTo>
                  <a:cubicBezTo>
                    <a:pt x="5921" y="8545"/>
                    <a:pt x="6304" y="8006"/>
                    <a:pt x="6566" y="7432"/>
                  </a:cubicBezTo>
                  <a:cubicBezTo>
                    <a:pt x="7077" y="7403"/>
                    <a:pt x="7587" y="7191"/>
                    <a:pt x="7963" y="6836"/>
                  </a:cubicBezTo>
                  <a:cubicBezTo>
                    <a:pt x="8346" y="6481"/>
                    <a:pt x="8601" y="5985"/>
                    <a:pt x="8864" y="5361"/>
                  </a:cubicBezTo>
                  <a:cubicBezTo>
                    <a:pt x="8984" y="5148"/>
                    <a:pt x="9112" y="4929"/>
                    <a:pt x="9289" y="4758"/>
                  </a:cubicBezTo>
                  <a:cubicBezTo>
                    <a:pt x="9462" y="4593"/>
                    <a:pt x="9688" y="4460"/>
                    <a:pt x="9930" y="4460"/>
                  </a:cubicBezTo>
                  <a:cubicBezTo>
                    <a:pt x="9936" y="4460"/>
                    <a:pt x="9942" y="4460"/>
                    <a:pt x="9948" y="4461"/>
                  </a:cubicBezTo>
                  <a:cubicBezTo>
                    <a:pt x="10402" y="4468"/>
                    <a:pt x="10736" y="4879"/>
                    <a:pt x="11168" y="5014"/>
                  </a:cubicBezTo>
                  <a:cubicBezTo>
                    <a:pt x="11259" y="5042"/>
                    <a:pt x="11353" y="5056"/>
                    <a:pt x="11448" y="5056"/>
                  </a:cubicBezTo>
                  <a:cubicBezTo>
                    <a:pt x="11848" y="5056"/>
                    <a:pt x="12262" y="4812"/>
                    <a:pt x="12508" y="4411"/>
                  </a:cubicBezTo>
                  <a:cubicBezTo>
                    <a:pt x="12740" y="4602"/>
                    <a:pt x="13041" y="4702"/>
                    <a:pt x="13340" y="4702"/>
                  </a:cubicBezTo>
                  <a:cubicBezTo>
                    <a:pt x="13518" y="4702"/>
                    <a:pt x="13694" y="4667"/>
                    <a:pt x="13855" y="4595"/>
                  </a:cubicBezTo>
                  <a:cubicBezTo>
                    <a:pt x="14288" y="4404"/>
                    <a:pt x="14600" y="3957"/>
                    <a:pt x="14628" y="3475"/>
                  </a:cubicBezTo>
                  <a:cubicBezTo>
                    <a:pt x="15146" y="3369"/>
                    <a:pt x="15564" y="3135"/>
                    <a:pt x="15770" y="2773"/>
                  </a:cubicBezTo>
                  <a:cubicBezTo>
                    <a:pt x="15983" y="2404"/>
                    <a:pt x="15976" y="1929"/>
                    <a:pt x="15756" y="1568"/>
                  </a:cubicBezTo>
                  <a:cubicBezTo>
                    <a:pt x="15546" y="1229"/>
                    <a:pt x="15148" y="1013"/>
                    <a:pt x="14748" y="1013"/>
                  </a:cubicBezTo>
                  <a:cubicBezTo>
                    <a:pt x="14729" y="1013"/>
                    <a:pt x="14711" y="1014"/>
                    <a:pt x="14692" y="1014"/>
                  </a:cubicBezTo>
                  <a:cubicBezTo>
                    <a:pt x="14798" y="639"/>
                    <a:pt x="14806" y="284"/>
                    <a:pt x="147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2"/>
            <p:cNvSpPr/>
            <p:nvPr/>
          </p:nvSpPr>
          <p:spPr>
            <a:xfrm>
              <a:off x="6824765" y="3545424"/>
              <a:ext cx="548954" cy="596089"/>
            </a:xfrm>
            <a:custGeom>
              <a:avLst/>
              <a:gdLst/>
              <a:ahLst/>
              <a:cxnLst/>
              <a:rect l="l" t="t" r="r" b="b"/>
              <a:pathLst>
                <a:path w="17260" h="18742" extrusionOk="0">
                  <a:moveTo>
                    <a:pt x="8056" y="1"/>
                  </a:moveTo>
                  <a:lnTo>
                    <a:pt x="8481" y="2943"/>
                  </a:lnTo>
                  <a:lnTo>
                    <a:pt x="7113" y="1780"/>
                  </a:lnTo>
                  <a:lnTo>
                    <a:pt x="7099" y="2114"/>
                  </a:lnTo>
                  <a:lnTo>
                    <a:pt x="8666" y="3943"/>
                  </a:lnTo>
                  <a:lnTo>
                    <a:pt x="9375" y="7630"/>
                  </a:lnTo>
                  <a:lnTo>
                    <a:pt x="4674" y="3440"/>
                  </a:lnTo>
                  <a:lnTo>
                    <a:pt x="3638" y="795"/>
                  </a:lnTo>
                  <a:lnTo>
                    <a:pt x="3376" y="1022"/>
                  </a:lnTo>
                  <a:lnTo>
                    <a:pt x="4213" y="4099"/>
                  </a:lnTo>
                  <a:lnTo>
                    <a:pt x="4213" y="4099"/>
                  </a:lnTo>
                  <a:lnTo>
                    <a:pt x="908" y="1872"/>
                  </a:lnTo>
                  <a:lnTo>
                    <a:pt x="767" y="2085"/>
                  </a:lnTo>
                  <a:lnTo>
                    <a:pt x="8453" y="9523"/>
                  </a:lnTo>
                  <a:lnTo>
                    <a:pt x="8453" y="9523"/>
                  </a:lnTo>
                  <a:lnTo>
                    <a:pt x="4440" y="7800"/>
                  </a:lnTo>
                  <a:lnTo>
                    <a:pt x="1922" y="5545"/>
                  </a:lnTo>
                  <a:lnTo>
                    <a:pt x="1660" y="5836"/>
                  </a:lnTo>
                  <a:lnTo>
                    <a:pt x="3582" y="7651"/>
                  </a:lnTo>
                  <a:lnTo>
                    <a:pt x="3582" y="7651"/>
                  </a:lnTo>
                  <a:lnTo>
                    <a:pt x="79" y="6191"/>
                  </a:lnTo>
                  <a:lnTo>
                    <a:pt x="1" y="6467"/>
                  </a:lnTo>
                  <a:lnTo>
                    <a:pt x="7205" y="10119"/>
                  </a:lnTo>
                  <a:lnTo>
                    <a:pt x="4794" y="11629"/>
                  </a:lnTo>
                  <a:lnTo>
                    <a:pt x="3241" y="11892"/>
                  </a:lnTo>
                  <a:lnTo>
                    <a:pt x="3241" y="12168"/>
                  </a:lnTo>
                  <a:lnTo>
                    <a:pt x="4425" y="12211"/>
                  </a:lnTo>
                  <a:lnTo>
                    <a:pt x="3489" y="13352"/>
                  </a:lnTo>
                  <a:lnTo>
                    <a:pt x="3766" y="13537"/>
                  </a:lnTo>
                  <a:lnTo>
                    <a:pt x="5042" y="12168"/>
                  </a:lnTo>
                  <a:lnTo>
                    <a:pt x="7992" y="10474"/>
                  </a:lnTo>
                  <a:lnTo>
                    <a:pt x="9956" y="11317"/>
                  </a:lnTo>
                  <a:cubicBezTo>
                    <a:pt x="12310" y="13757"/>
                    <a:pt x="14480" y="16203"/>
                    <a:pt x="16536" y="18741"/>
                  </a:cubicBezTo>
                  <a:lnTo>
                    <a:pt x="17260" y="18210"/>
                  </a:lnTo>
                  <a:lnTo>
                    <a:pt x="17260" y="1"/>
                  </a:lnTo>
                  <a:lnTo>
                    <a:pt x="13331" y="1"/>
                  </a:lnTo>
                  <a:cubicBezTo>
                    <a:pt x="13658" y="639"/>
                    <a:pt x="13970" y="1270"/>
                    <a:pt x="14282" y="1915"/>
                  </a:cubicBezTo>
                  <a:cubicBezTo>
                    <a:pt x="14544" y="5538"/>
                    <a:pt x="14721" y="9013"/>
                    <a:pt x="14750" y="12487"/>
                  </a:cubicBezTo>
                  <a:cubicBezTo>
                    <a:pt x="14750" y="12492"/>
                    <a:pt x="14749" y="12494"/>
                    <a:pt x="14745" y="12494"/>
                  </a:cubicBezTo>
                  <a:cubicBezTo>
                    <a:pt x="14597" y="12494"/>
                    <a:pt x="11077" y="9034"/>
                    <a:pt x="11077" y="9034"/>
                  </a:cubicBezTo>
                  <a:lnTo>
                    <a:pt x="85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2"/>
            <p:cNvSpPr/>
            <p:nvPr/>
          </p:nvSpPr>
          <p:spPr>
            <a:xfrm>
              <a:off x="6849127" y="3545424"/>
              <a:ext cx="444761" cy="452871"/>
            </a:xfrm>
            <a:custGeom>
              <a:avLst/>
              <a:gdLst/>
              <a:ahLst/>
              <a:cxnLst/>
              <a:rect l="l" t="t" r="r" b="b"/>
              <a:pathLst>
                <a:path w="13984" h="14239" fill="none" extrusionOk="0">
                  <a:moveTo>
                    <a:pt x="8609" y="7630"/>
                  </a:moveTo>
                  <a:lnTo>
                    <a:pt x="7900" y="3943"/>
                  </a:lnTo>
                  <a:lnTo>
                    <a:pt x="7396" y="3354"/>
                  </a:lnTo>
                  <a:moveTo>
                    <a:pt x="6914" y="2801"/>
                  </a:moveTo>
                  <a:lnTo>
                    <a:pt x="6333" y="2114"/>
                  </a:lnTo>
                  <a:moveTo>
                    <a:pt x="13984" y="12487"/>
                  </a:moveTo>
                  <a:cubicBezTo>
                    <a:pt x="13969" y="10580"/>
                    <a:pt x="13906" y="8672"/>
                    <a:pt x="13813" y="6744"/>
                  </a:cubicBezTo>
                  <a:moveTo>
                    <a:pt x="13750" y="5595"/>
                  </a:moveTo>
                  <a:cubicBezTo>
                    <a:pt x="13686" y="4383"/>
                    <a:pt x="13601" y="3156"/>
                    <a:pt x="13516" y="1915"/>
                  </a:cubicBezTo>
                  <a:cubicBezTo>
                    <a:pt x="13204" y="1270"/>
                    <a:pt x="12892" y="639"/>
                    <a:pt x="12565" y="1"/>
                  </a:cubicBezTo>
                  <a:moveTo>
                    <a:pt x="11920" y="14239"/>
                  </a:moveTo>
                  <a:cubicBezTo>
                    <a:pt x="11707" y="14005"/>
                    <a:pt x="11495" y="13778"/>
                    <a:pt x="11282" y="13544"/>
                  </a:cubicBezTo>
                  <a:moveTo>
                    <a:pt x="7226" y="10474"/>
                  </a:moveTo>
                  <a:lnTo>
                    <a:pt x="4276" y="12168"/>
                  </a:lnTo>
                  <a:lnTo>
                    <a:pt x="3000" y="13537"/>
                  </a:lnTo>
                  <a:moveTo>
                    <a:pt x="7687" y="9523"/>
                  </a:moveTo>
                  <a:lnTo>
                    <a:pt x="1" y="2085"/>
                  </a:ln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2"/>
            <p:cNvSpPr/>
            <p:nvPr/>
          </p:nvSpPr>
          <p:spPr>
            <a:xfrm>
              <a:off x="6883413" y="3916525"/>
              <a:ext cx="68349" cy="67681"/>
            </a:xfrm>
            <a:custGeom>
              <a:avLst/>
              <a:gdLst/>
              <a:ahLst/>
              <a:cxnLst/>
              <a:rect l="l" t="t" r="r" b="b"/>
              <a:pathLst>
                <a:path w="2149" h="2128" extrusionOk="0">
                  <a:moveTo>
                    <a:pt x="1469" y="0"/>
                  </a:moveTo>
                  <a:cubicBezTo>
                    <a:pt x="1311" y="0"/>
                    <a:pt x="1071" y="26"/>
                    <a:pt x="873" y="160"/>
                  </a:cubicBezTo>
                  <a:cubicBezTo>
                    <a:pt x="546" y="380"/>
                    <a:pt x="0" y="1223"/>
                    <a:pt x="639" y="1855"/>
                  </a:cubicBezTo>
                  <a:cubicBezTo>
                    <a:pt x="844" y="2058"/>
                    <a:pt x="1073" y="2128"/>
                    <a:pt x="1288" y="2128"/>
                  </a:cubicBezTo>
                  <a:cubicBezTo>
                    <a:pt x="1748" y="2128"/>
                    <a:pt x="2149" y="1812"/>
                    <a:pt x="2149" y="1812"/>
                  </a:cubicBezTo>
                  <a:cubicBezTo>
                    <a:pt x="2130" y="1430"/>
                    <a:pt x="1734" y="1407"/>
                    <a:pt x="1643" y="1407"/>
                  </a:cubicBezTo>
                  <a:cubicBezTo>
                    <a:pt x="1631" y="1407"/>
                    <a:pt x="1624" y="1408"/>
                    <a:pt x="1624" y="1408"/>
                  </a:cubicBezTo>
                  <a:cubicBezTo>
                    <a:pt x="1589" y="1117"/>
                    <a:pt x="1255" y="1039"/>
                    <a:pt x="1255" y="1039"/>
                  </a:cubicBezTo>
                  <a:cubicBezTo>
                    <a:pt x="1255" y="1039"/>
                    <a:pt x="1787" y="677"/>
                    <a:pt x="1638" y="11"/>
                  </a:cubicBezTo>
                  <a:cubicBezTo>
                    <a:pt x="1638" y="11"/>
                    <a:pt x="1571" y="0"/>
                    <a:pt x="1469" y="0"/>
                  </a:cubicBezTo>
                  <a:close/>
                </a:path>
              </a:pathLst>
            </a:custGeom>
            <a:solidFill>
              <a:srgbClr val="829D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2"/>
            <p:cNvSpPr/>
            <p:nvPr/>
          </p:nvSpPr>
          <p:spPr>
            <a:xfrm>
              <a:off x="6923328" y="3916843"/>
              <a:ext cx="28434" cy="57313"/>
            </a:xfrm>
            <a:custGeom>
              <a:avLst/>
              <a:gdLst/>
              <a:ahLst/>
              <a:cxnLst/>
              <a:rect l="l" t="t" r="r" b="b"/>
              <a:pathLst>
                <a:path w="894" h="1802" fill="none" extrusionOk="0">
                  <a:moveTo>
                    <a:pt x="383" y="1"/>
                  </a:moveTo>
                  <a:cubicBezTo>
                    <a:pt x="532" y="667"/>
                    <a:pt x="0" y="1029"/>
                    <a:pt x="0" y="1029"/>
                  </a:cubicBezTo>
                  <a:cubicBezTo>
                    <a:pt x="0" y="1029"/>
                    <a:pt x="334" y="1107"/>
                    <a:pt x="369" y="1398"/>
                  </a:cubicBezTo>
                  <a:cubicBezTo>
                    <a:pt x="369" y="1398"/>
                    <a:pt x="873" y="1369"/>
                    <a:pt x="894" y="1802"/>
                  </a:cubicBezTo>
                </a:path>
              </a:pathLst>
            </a:custGeom>
            <a:noFill/>
            <a:ln w="3025" cap="rnd" cmpd="sng">
              <a:solidFill>
                <a:srgbClr val="2B22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2"/>
            <p:cNvSpPr/>
            <p:nvPr/>
          </p:nvSpPr>
          <p:spPr>
            <a:xfrm>
              <a:off x="6808099" y="3545424"/>
              <a:ext cx="308763" cy="217896"/>
            </a:xfrm>
            <a:custGeom>
              <a:avLst/>
              <a:gdLst/>
              <a:ahLst/>
              <a:cxnLst/>
              <a:rect l="l" t="t" r="r" b="b"/>
              <a:pathLst>
                <a:path w="9708" h="6851" extrusionOk="0">
                  <a:moveTo>
                    <a:pt x="3730" y="1"/>
                  </a:moveTo>
                  <a:cubicBezTo>
                    <a:pt x="3184" y="157"/>
                    <a:pt x="2673" y="362"/>
                    <a:pt x="2071" y="653"/>
                  </a:cubicBezTo>
                  <a:cubicBezTo>
                    <a:pt x="440" y="1454"/>
                    <a:pt x="255" y="2752"/>
                    <a:pt x="128" y="4092"/>
                  </a:cubicBezTo>
                  <a:cubicBezTo>
                    <a:pt x="0" y="5432"/>
                    <a:pt x="645" y="6850"/>
                    <a:pt x="645" y="6850"/>
                  </a:cubicBezTo>
                  <a:cubicBezTo>
                    <a:pt x="645" y="6850"/>
                    <a:pt x="1248" y="6602"/>
                    <a:pt x="1326" y="5673"/>
                  </a:cubicBezTo>
                  <a:cubicBezTo>
                    <a:pt x="1326" y="5673"/>
                    <a:pt x="1900" y="4936"/>
                    <a:pt x="1447" y="3546"/>
                  </a:cubicBezTo>
                  <a:cubicBezTo>
                    <a:pt x="1447" y="3546"/>
                    <a:pt x="2333" y="3142"/>
                    <a:pt x="2716" y="1844"/>
                  </a:cubicBezTo>
                  <a:cubicBezTo>
                    <a:pt x="2716" y="1844"/>
                    <a:pt x="2875" y="1900"/>
                    <a:pt x="3127" y="1900"/>
                  </a:cubicBezTo>
                  <a:cubicBezTo>
                    <a:pt x="3532" y="1900"/>
                    <a:pt x="4178" y="1757"/>
                    <a:pt x="4793" y="1014"/>
                  </a:cubicBezTo>
                  <a:cubicBezTo>
                    <a:pt x="4793" y="1014"/>
                    <a:pt x="5213" y="1355"/>
                    <a:pt x="5738" y="1355"/>
                  </a:cubicBezTo>
                  <a:cubicBezTo>
                    <a:pt x="6000" y="1355"/>
                    <a:pt x="6290" y="1270"/>
                    <a:pt x="6566" y="1014"/>
                  </a:cubicBezTo>
                  <a:cubicBezTo>
                    <a:pt x="6566" y="1014"/>
                    <a:pt x="6822" y="1173"/>
                    <a:pt x="7136" y="1173"/>
                  </a:cubicBezTo>
                  <a:cubicBezTo>
                    <a:pt x="7366" y="1173"/>
                    <a:pt x="7627" y="1088"/>
                    <a:pt x="7842" y="795"/>
                  </a:cubicBezTo>
                  <a:cubicBezTo>
                    <a:pt x="7842" y="795"/>
                    <a:pt x="8301" y="1072"/>
                    <a:pt x="8823" y="1072"/>
                  </a:cubicBezTo>
                  <a:cubicBezTo>
                    <a:pt x="9119" y="1072"/>
                    <a:pt x="9436" y="982"/>
                    <a:pt x="9700" y="702"/>
                  </a:cubicBezTo>
                  <a:cubicBezTo>
                    <a:pt x="9700" y="702"/>
                    <a:pt x="9707" y="334"/>
                    <a:pt x="9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2"/>
            <p:cNvSpPr/>
            <p:nvPr/>
          </p:nvSpPr>
          <p:spPr>
            <a:xfrm>
              <a:off x="6828613" y="3567752"/>
              <a:ext cx="288026" cy="195569"/>
            </a:xfrm>
            <a:custGeom>
              <a:avLst/>
              <a:gdLst/>
              <a:ahLst/>
              <a:cxnLst/>
              <a:rect l="l" t="t" r="r" b="b"/>
              <a:pathLst>
                <a:path w="9056" h="6149" fill="none" extrusionOk="0">
                  <a:moveTo>
                    <a:pt x="0" y="6148"/>
                  </a:moveTo>
                  <a:cubicBezTo>
                    <a:pt x="0" y="6148"/>
                    <a:pt x="603" y="5900"/>
                    <a:pt x="681" y="4971"/>
                  </a:cubicBezTo>
                  <a:cubicBezTo>
                    <a:pt x="681" y="4971"/>
                    <a:pt x="1255" y="4234"/>
                    <a:pt x="802" y="2844"/>
                  </a:cubicBezTo>
                  <a:cubicBezTo>
                    <a:pt x="802" y="2844"/>
                    <a:pt x="1688" y="2440"/>
                    <a:pt x="2071" y="1142"/>
                  </a:cubicBezTo>
                  <a:cubicBezTo>
                    <a:pt x="2071" y="1142"/>
                    <a:pt x="3149" y="1518"/>
                    <a:pt x="4148" y="312"/>
                  </a:cubicBezTo>
                  <a:cubicBezTo>
                    <a:pt x="4148" y="312"/>
                    <a:pt x="5091" y="1078"/>
                    <a:pt x="5921" y="312"/>
                  </a:cubicBezTo>
                  <a:cubicBezTo>
                    <a:pt x="5921" y="312"/>
                    <a:pt x="6687" y="788"/>
                    <a:pt x="7197" y="93"/>
                  </a:cubicBezTo>
                  <a:cubicBezTo>
                    <a:pt x="7197" y="93"/>
                    <a:pt x="8325" y="773"/>
                    <a:pt x="9055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2"/>
            <p:cNvSpPr/>
            <p:nvPr/>
          </p:nvSpPr>
          <p:spPr>
            <a:xfrm>
              <a:off x="7132605" y="4007360"/>
              <a:ext cx="241114" cy="263155"/>
            </a:xfrm>
            <a:custGeom>
              <a:avLst/>
              <a:gdLst/>
              <a:ahLst/>
              <a:cxnLst/>
              <a:rect l="l" t="t" r="r" b="b"/>
              <a:pathLst>
                <a:path w="7581" h="8274" extrusionOk="0">
                  <a:moveTo>
                    <a:pt x="5587" y="0"/>
                  </a:moveTo>
                  <a:cubicBezTo>
                    <a:pt x="5413" y="0"/>
                    <a:pt x="5241" y="31"/>
                    <a:pt x="5078" y="98"/>
                  </a:cubicBezTo>
                  <a:cubicBezTo>
                    <a:pt x="4517" y="325"/>
                    <a:pt x="4177" y="920"/>
                    <a:pt x="4092" y="1509"/>
                  </a:cubicBezTo>
                  <a:cubicBezTo>
                    <a:pt x="4000" y="2104"/>
                    <a:pt x="4120" y="2707"/>
                    <a:pt x="4241" y="3296"/>
                  </a:cubicBezTo>
                  <a:cubicBezTo>
                    <a:pt x="4163" y="3196"/>
                    <a:pt x="4078" y="3111"/>
                    <a:pt x="3979" y="3062"/>
                  </a:cubicBezTo>
                  <a:cubicBezTo>
                    <a:pt x="3918" y="3027"/>
                    <a:pt x="3849" y="3005"/>
                    <a:pt x="3780" y="3005"/>
                  </a:cubicBezTo>
                  <a:cubicBezTo>
                    <a:pt x="3737" y="3005"/>
                    <a:pt x="3694" y="3014"/>
                    <a:pt x="3652" y="3033"/>
                  </a:cubicBezTo>
                  <a:cubicBezTo>
                    <a:pt x="3525" y="3090"/>
                    <a:pt x="3454" y="3246"/>
                    <a:pt x="3454" y="3388"/>
                  </a:cubicBezTo>
                  <a:cubicBezTo>
                    <a:pt x="3461" y="3530"/>
                    <a:pt x="3511" y="3664"/>
                    <a:pt x="3567" y="3799"/>
                  </a:cubicBezTo>
                  <a:cubicBezTo>
                    <a:pt x="3333" y="3397"/>
                    <a:pt x="2939" y="3166"/>
                    <a:pt x="2550" y="3166"/>
                  </a:cubicBezTo>
                  <a:cubicBezTo>
                    <a:pt x="2527" y="3166"/>
                    <a:pt x="2505" y="3166"/>
                    <a:pt x="2482" y="3168"/>
                  </a:cubicBezTo>
                  <a:cubicBezTo>
                    <a:pt x="2064" y="3189"/>
                    <a:pt x="1674" y="3480"/>
                    <a:pt x="1525" y="3870"/>
                  </a:cubicBezTo>
                  <a:cubicBezTo>
                    <a:pt x="1390" y="4217"/>
                    <a:pt x="1440" y="4614"/>
                    <a:pt x="1596" y="4955"/>
                  </a:cubicBezTo>
                  <a:cubicBezTo>
                    <a:pt x="1752" y="5295"/>
                    <a:pt x="2000" y="5586"/>
                    <a:pt x="2255" y="5855"/>
                  </a:cubicBezTo>
                  <a:cubicBezTo>
                    <a:pt x="1984" y="5766"/>
                    <a:pt x="1702" y="5709"/>
                    <a:pt x="1428" y="5709"/>
                  </a:cubicBezTo>
                  <a:cubicBezTo>
                    <a:pt x="1201" y="5709"/>
                    <a:pt x="979" y="5748"/>
                    <a:pt x="774" y="5841"/>
                  </a:cubicBezTo>
                  <a:cubicBezTo>
                    <a:pt x="327" y="6047"/>
                    <a:pt x="1" y="6571"/>
                    <a:pt x="150" y="7047"/>
                  </a:cubicBezTo>
                  <a:cubicBezTo>
                    <a:pt x="256" y="7387"/>
                    <a:pt x="575" y="7628"/>
                    <a:pt x="915" y="7734"/>
                  </a:cubicBezTo>
                  <a:cubicBezTo>
                    <a:pt x="1171" y="7814"/>
                    <a:pt x="1442" y="7830"/>
                    <a:pt x="1711" y="7830"/>
                  </a:cubicBezTo>
                  <a:cubicBezTo>
                    <a:pt x="1801" y="7830"/>
                    <a:pt x="1890" y="7828"/>
                    <a:pt x="1979" y="7827"/>
                  </a:cubicBezTo>
                  <a:cubicBezTo>
                    <a:pt x="2390" y="7817"/>
                    <a:pt x="2800" y="7809"/>
                    <a:pt x="3210" y="7809"/>
                  </a:cubicBezTo>
                  <a:cubicBezTo>
                    <a:pt x="3697" y="7809"/>
                    <a:pt x="4184" y="7820"/>
                    <a:pt x="4673" y="7855"/>
                  </a:cubicBezTo>
                  <a:cubicBezTo>
                    <a:pt x="5645" y="7926"/>
                    <a:pt x="6609" y="8103"/>
                    <a:pt x="7581" y="8273"/>
                  </a:cubicBezTo>
                  <a:lnTo>
                    <a:pt x="7581" y="1650"/>
                  </a:lnTo>
                  <a:cubicBezTo>
                    <a:pt x="7389" y="1218"/>
                    <a:pt x="7134" y="771"/>
                    <a:pt x="6751" y="445"/>
                  </a:cubicBezTo>
                  <a:cubicBezTo>
                    <a:pt x="6426" y="175"/>
                    <a:pt x="6002" y="0"/>
                    <a:pt x="55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2"/>
            <p:cNvSpPr/>
            <p:nvPr/>
          </p:nvSpPr>
          <p:spPr>
            <a:xfrm>
              <a:off x="7132605" y="4193133"/>
              <a:ext cx="29133" cy="60239"/>
            </a:xfrm>
            <a:custGeom>
              <a:avLst/>
              <a:gdLst/>
              <a:ahLst/>
              <a:cxnLst/>
              <a:rect l="l" t="t" r="r" b="b"/>
              <a:pathLst>
                <a:path w="916" h="1894" fill="none" extrusionOk="0">
                  <a:moveTo>
                    <a:pt x="774" y="0"/>
                  </a:moveTo>
                  <a:cubicBezTo>
                    <a:pt x="327" y="206"/>
                    <a:pt x="1" y="730"/>
                    <a:pt x="150" y="1206"/>
                  </a:cubicBezTo>
                  <a:cubicBezTo>
                    <a:pt x="256" y="1546"/>
                    <a:pt x="575" y="1787"/>
                    <a:pt x="915" y="189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2"/>
            <p:cNvSpPr/>
            <p:nvPr/>
          </p:nvSpPr>
          <p:spPr>
            <a:xfrm>
              <a:off x="7176814" y="4111712"/>
              <a:ext cx="27543" cy="81898"/>
            </a:xfrm>
            <a:custGeom>
              <a:avLst/>
              <a:gdLst/>
              <a:ahLst/>
              <a:cxnLst/>
              <a:rect l="l" t="t" r="r" b="b"/>
              <a:pathLst>
                <a:path w="866" h="2575" fill="none" extrusionOk="0">
                  <a:moveTo>
                    <a:pt x="674" y="0"/>
                  </a:moveTo>
                  <a:cubicBezTo>
                    <a:pt x="433" y="121"/>
                    <a:pt x="227" y="334"/>
                    <a:pt x="135" y="589"/>
                  </a:cubicBezTo>
                  <a:cubicBezTo>
                    <a:pt x="0" y="936"/>
                    <a:pt x="50" y="1333"/>
                    <a:pt x="206" y="1674"/>
                  </a:cubicBezTo>
                  <a:cubicBezTo>
                    <a:pt x="362" y="2014"/>
                    <a:pt x="610" y="2305"/>
                    <a:pt x="865" y="2574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2"/>
            <p:cNvSpPr/>
            <p:nvPr/>
          </p:nvSpPr>
          <p:spPr>
            <a:xfrm>
              <a:off x="7261829" y="4007297"/>
              <a:ext cx="49425" cy="55722"/>
            </a:xfrm>
            <a:custGeom>
              <a:avLst/>
              <a:gdLst/>
              <a:ahLst/>
              <a:cxnLst/>
              <a:rect l="l" t="t" r="r" b="b"/>
              <a:pathLst>
                <a:path w="1554" h="1752" fill="none" extrusionOk="0">
                  <a:moveTo>
                    <a:pt x="1554" y="7"/>
                  </a:moveTo>
                  <a:cubicBezTo>
                    <a:pt x="1369" y="0"/>
                    <a:pt x="1185" y="29"/>
                    <a:pt x="1015" y="100"/>
                  </a:cubicBezTo>
                  <a:cubicBezTo>
                    <a:pt x="454" y="327"/>
                    <a:pt x="114" y="922"/>
                    <a:pt x="29" y="1511"/>
                  </a:cubicBezTo>
                  <a:cubicBezTo>
                    <a:pt x="15" y="1596"/>
                    <a:pt x="8" y="1674"/>
                    <a:pt x="1" y="1752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2"/>
            <p:cNvSpPr/>
            <p:nvPr/>
          </p:nvSpPr>
          <p:spPr>
            <a:xfrm>
              <a:off x="7333327" y="4012704"/>
              <a:ext cx="33395" cy="33173"/>
            </a:xfrm>
            <a:custGeom>
              <a:avLst/>
              <a:gdLst/>
              <a:ahLst/>
              <a:cxnLst/>
              <a:rect l="l" t="t" r="r" b="b"/>
              <a:pathLst>
                <a:path w="1050" h="1043" fill="none" extrusionOk="0">
                  <a:moveTo>
                    <a:pt x="1050" y="1043"/>
                  </a:moveTo>
                  <a:cubicBezTo>
                    <a:pt x="887" y="759"/>
                    <a:pt x="688" y="497"/>
                    <a:pt x="440" y="277"/>
                  </a:cubicBezTo>
                  <a:cubicBezTo>
                    <a:pt x="305" y="171"/>
                    <a:pt x="156" y="71"/>
                    <a:pt x="0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2"/>
            <p:cNvSpPr/>
            <p:nvPr/>
          </p:nvSpPr>
          <p:spPr>
            <a:xfrm>
              <a:off x="6838314" y="3927243"/>
              <a:ext cx="44463" cy="54577"/>
            </a:xfrm>
            <a:custGeom>
              <a:avLst/>
              <a:gdLst/>
              <a:ahLst/>
              <a:cxnLst/>
              <a:rect l="l" t="t" r="r" b="b"/>
              <a:pathLst>
                <a:path w="1398" h="1716" extrusionOk="0">
                  <a:moveTo>
                    <a:pt x="248" y="0"/>
                  </a:moveTo>
                  <a:lnTo>
                    <a:pt x="248" y="0"/>
                  </a:lnTo>
                  <a:cubicBezTo>
                    <a:pt x="0" y="496"/>
                    <a:pt x="121" y="1156"/>
                    <a:pt x="539" y="1525"/>
                  </a:cubicBezTo>
                  <a:cubicBezTo>
                    <a:pt x="658" y="1634"/>
                    <a:pt x="826" y="1715"/>
                    <a:pt x="983" y="1715"/>
                  </a:cubicBezTo>
                  <a:cubicBezTo>
                    <a:pt x="1060" y="1715"/>
                    <a:pt x="1134" y="1696"/>
                    <a:pt x="1199" y="1652"/>
                  </a:cubicBezTo>
                  <a:cubicBezTo>
                    <a:pt x="1397" y="1510"/>
                    <a:pt x="1383" y="1191"/>
                    <a:pt x="1248" y="986"/>
                  </a:cubicBezTo>
                  <a:cubicBezTo>
                    <a:pt x="1106" y="780"/>
                    <a:pt x="879" y="660"/>
                    <a:pt x="688" y="511"/>
                  </a:cubicBezTo>
                  <a:cubicBezTo>
                    <a:pt x="489" y="369"/>
                    <a:pt x="298" y="170"/>
                    <a:pt x="248" y="0"/>
                  </a:cubicBezTo>
                  <a:close/>
                </a:path>
              </a:pathLst>
            </a:custGeom>
            <a:solidFill>
              <a:srgbClr val="98B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2"/>
            <p:cNvSpPr/>
            <p:nvPr/>
          </p:nvSpPr>
          <p:spPr>
            <a:xfrm>
              <a:off x="6800402" y="3981535"/>
              <a:ext cx="59125" cy="31455"/>
            </a:xfrm>
            <a:custGeom>
              <a:avLst/>
              <a:gdLst/>
              <a:ahLst/>
              <a:cxnLst/>
              <a:rect l="l" t="t" r="r" b="b"/>
              <a:pathLst>
                <a:path w="1859" h="989" extrusionOk="0">
                  <a:moveTo>
                    <a:pt x="1148" y="1"/>
                  </a:moveTo>
                  <a:cubicBezTo>
                    <a:pt x="1053" y="1"/>
                    <a:pt x="956" y="16"/>
                    <a:pt x="866" y="45"/>
                  </a:cubicBezTo>
                  <a:cubicBezTo>
                    <a:pt x="618" y="115"/>
                    <a:pt x="405" y="264"/>
                    <a:pt x="1" y="399"/>
                  </a:cubicBezTo>
                  <a:cubicBezTo>
                    <a:pt x="292" y="761"/>
                    <a:pt x="745" y="981"/>
                    <a:pt x="1206" y="988"/>
                  </a:cubicBezTo>
                  <a:cubicBezTo>
                    <a:pt x="1220" y="988"/>
                    <a:pt x="1234" y="988"/>
                    <a:pt x="1247" y="988"/>
                  </a:cubicBezTo>
                  <a:cubicBezTo>
                    <a:pt x="1405" y="988"/>
                    <a:pt x="1563" y="950"/>
                    <a:pt x="1674" y="839"/>
                  </a:cubicBezTo>
                  <a:cubicBezTo>
                    <a:pt x="1859" y="654"/>
                    <a:pt x="1802" y="321"/>
                    <a:pt x="1603" y="151"/>
                  </a:cubicBezTo>
                  <a:cubicBezTo>
                    <a:pt x="1477" y="47"/>
                    <a:pt x="1314" y="1"/>
                    <a:pt x="11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2"/>
            <p:cNvSpPr/>
            <p:nvPr/>
          </p:nvSpPr>
          <p:spPr>
            <a:xfrm>
              <a:off x="6830172" y="3960162"/>
              <a:ext cx="54387" cy="38134"/>
            </a:xfrm>
            <a:custGeom>
              <a:avLst/>
              <a:gdLst/>
              <a:ahLst/>
              <a:cxnLst/>
              <a:rect l="l" t="t" r="r" b="b"/>
              <a:pathLst>
                <a:path w="1710" h="1199" fill="none" extrusionOk="0">
                  <a:moveTo>
                    <a:pt x="1072" y="0"/>
                  </a:moveTo>
                  <a:cubicBezTo>
                    <a:pt x="1206" y="426"/>
                    <a:pt x="1462" y="823"/>
                    <a:pt x="1710" y="1135"/>
                  </a:cubicBezTo>
                  <a:cubicBezTo>
                    <a:pt x="1164" y="922"/>
                    <a:pt x="526" y="943"/>
                    <a:pt x="1" y="119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2"/>
            <p:cNvSpPr/>
            <p:nvPr/>
          </p:nvSpPr>
          <p:spPr>
            <a:xfrm>
              <a:off x="6823651" y="3810901"/>
              <a:ext cx="243594" cy="218214"/>
            </a:xfrm>
            <a:custGeom>
              <a:avLst/>
              <a:gdLst/>
              <a:ahLst/>
              <a:cxnLst/>
              <a:rect l="l" t="t" r="r" b="b"/>
              <a:pathLst>
                <a:path w="7659" h="6861" extrusionOk="0">
                  <a:moveTo>
                    <a:pt x="4464" y="0"/>
                  </a:moveTo>
                  <a:cubicBezTo>
                    <a:pt x="4242" y="0"/>
                    <a:pt x="4019" y="87"/>
                    <a:pt x="3815" y="198"/>
                  </a:cubicBezTo>
                  <a:cubicBezTo>
                    <a:pt x="3595" y="318"/>
                    <a:pt x="3383" y="474"/>
                    <a:pt x="3241" y="680"/>
                  </a:cubicBezTo>
                  <a:cubicBezTo>
                    <a:pt x="3092" y="893"/>
                    <a:pt x="3014" y="1155"/>
                    <a:pt x="3064" y="1403"/>
                  </a:cubicBezTo>
                  <a:cubicBezTo>
                    <a:pt x="2940" y="1249"/>
                    <a:pt x="2746" y="1177"/>
                    <a:pt x="2551" y="1177"/>
                  </a:cubicBezTo>
                  <a:cubicBezTo>
                    <a:pt x="2387" y="1177"/>
                    <a:pt x="2222" y="1228"/>
                    <a:pt x="2099" y="1325"/>
                  </a:cubicBezTo>
                  <a:cubicBezTo>
                    <a:pt x="1837" y="1545"/>
                    <a:pt x="1723" y="1893"/>
                    <a:pt x="1645" y="2226"/>
                  </a:cubicBezTo>
                  <a:cubicBezTo>
                    <a:pt x="1567" y="2559"/>
                    <a:pt x="1504" y="2914"/>
                    <a:pt x="1298" y="3183"/>
                  </a:cubicBezTo>
                  <a:cubicBezTo>
                    <a:pt x="1071" y="3474"/>
                    <a:pt x="716" y="3630"/>
                    <a:pt x="468" y="3899"/>
                  </a:cubicBezTo>
                  <a:cubicBezTo>
                    <a:pt x="85" y="4296"/>
                    <a:pt x="0" y="4942"/>
                    <a:pt x="227" y="5445"/>
                  </a:cubicBezTo>
                  <a:cubicBezTo>
                    <a:pt x="454" y="5948"/>
                    <a:pt x="958" y="6303"/>
                    <a:pt x="1504" y="6388"/>
                  </a:cubicBezTo>
                  <a:cubicBezTo>
                    <a:pt x="1600" y="6403"/>
                    <a:pt x="1698" y="6410"/>
                    <a:pt x="1796" y="6410"/>
                  </a:cubicBezTo>
                  <a:cubicBezTo>
                    <a:pt x="2253" y="6410"/>
                    <a:pt x="2727" y="6258"/>
                    <a:pt x="3205" y="6048"/>
                  </a:cubicBezTo>
                  <a:cubicBezTo>
                    <a:pt x="3361" y="6424"/>
                    <a:pt x="3695" y="6728"/>
                    <a:pt x="4085" y="6828"/>
                  </a:cubicBezTo>
                  <a:cubicBezTo>
                    <a:pt x="4173" y="6850"/>
                    <a:pt x="4265" y="6861"/>
                    <a:pt x="4356" y="6861"/>
                  </a:cubicBezTo>
                  <a:cubicBezTo>
                    <a:pt x="4675" y="6861"/>
                    <a:pt x="4994" y="6730"/>
                    <a:pt x="5198" y="6487"/>
                  </a:cubicBezTo>
                  <a:cubicBezTo>
                    <a:pt x="5460" y="6175"/>
                    <a:pt x="5503" y="5686"/>
                    <a:pt x="5403" y="5346"/>
                  </a:cubicBezTo>
                  <a:lnTo>
                    <a:pt x="5403" y="5346"/>
                  </a:lnTo>
                  <a:cubicBezTo>
                    <a:pt x="5498" y="5478"/>
                    <a:pt x="5663" y="5548"/>
                    <a:pt x="5828" y="5548"/>
                  </a:cubicBezTo>
                  <a:cubicBezTo>
                    <a:pt x="5946" y="5548"/>
                    <a:pt x="6063" y="5512"/>
                    <a:pt x="6155" y="5438"/>
                  </a:cubicBezTo>
                  <a:cubicBezTo>
                    <a:pt x="6368" y="5261"/>
                    <a:pt x="6389" y="4892"/>
                    <a:pt x="6198" y="4686"/>
                  </a:cubicBezTo>
                  <a:cubicBezTo>
                    <a:pt x="6666" y="4587"/>
                    <a:pt x="7041" y="4452"/>
                    <a:pt x="7297" y="4176"/>
                  </a:cubicBezTo>
                  <a:cubicBezTo>
                    <a:pt x="7545" y="3906"/>
                    <a:pt x="7658" y="3495"/>
                    <a:pt x="7531" y="3148"/>
                  </a:cubicBezTo>
                  <a:cubicBezTo>
                    <a:pt x="7415" y="2833"/>
                    <a:pt x="7096" y="2594"/>
                    <a:pt x="6763" y="2594"/>
                  </a:cubicBezTo>
                  <a:cubicBezTo>
                    <a:pt x="6728" y="2594"/>
                    <a:pt x="6693" y="2596"/>
                    <a:pt x="6659" y="2602"/>
                  </a:cubicBezTo>
                  <a:cubicBezTo>
                    <a:pt x="6871" y="2261"/>
                    <a:pt x="6963" y="1942"/>
                    <a:pt x="6885" y="1680"/>
                  </a:cubicBezTo>
                  <a:cubicBezTo>
                    <a:pt x="6807" y="1410"/>
                    <a:pt x="6581" y="1198"/>
                    <a:pt x="6318" y="1113"/>
                  </a:cubicBezTo>
                  <a:cubicBezTo>
                    <a:pt x="6210" y="1075"/>
                    <a:pt x="6096" y="1057"/>
                    <a:pt x="5981" y="1057"/>
                  </a:cubicBezTo>
                  <a:cubicBezTo>
                    <a:pt x="5817" y="1057"/>
                    <a:pt x="5653" y="1093"/>
                    <a:pt x="5503" y="1155"/>
                  </a:cubicBezTo>
                  <a:cubicBezTo>
                    <a:pt x="5489" y="893"/>
                    <a:pt x="5403" y="645"/>
                    <a:pt x="5247" y="432"/>
                  </a:cubicBezTo>
                  <a:cubicBezTo>
                    <a:pt x="5099" y="219"/>
                    <a:pt x="4872" y="49"/>
                    <a:pt x="4609" y="13"/>
                  </a:cubicBezTo>
                  <a:cubicBezTo>
                    <a:pt x="4561" y="5"/>
                    <a:pt x="4513" y="0"/>
                    <a:pt x="44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2"/>
            <p:cNvSpPr/>
            <p:nvPr/>
          </p:nvSpPr>
          <p:spPr>
            <a:xfrm>
              <a:off x="6826355" y="3961052"/>
              <a:ext cx="127220" cy="67013"/>
            </a:xfrm>
            <a:custGeom>
              <a:avLst/>
              <a:gdLst/>
              <a:ahLst/>
              <a:cxnLst/>
              <a:rect l="l" t="t" r="r" b="b"/>
              <a:pathLst>
                <a:path w="4000" h="2107" fill="none" extrusionOk="0">
                  <a:moveTo>
                    <a:pt x="4000" y="2107"/>
                  </a:moveTo>
                  <a:cubicBezTo>
                    <a:pt x="3610" y="2007"/>
                    <a:pt x="3276" y="1703"/>
                    <a:pt x="3120" y="1327"/>
                  </a:cubicBezTo>
                  <a:cubicBezTo>
                    <a:pt x="2539" y="1582"/>
                    <a:pt x="1965" y="1752"/>
                    <a:pt x="1419" y="1667"/>
                  </a:cubicBezTo>
                  <a:cubicBezTo>
                    <a:pt x="873" y="1582"/>
                    <a:pt x="369" y="1227"/>
                    <a:pt x="142" y="724"/>
                  </a:cubicBezTo>
                  <a:cubicBezTo>
                    <a:pt x="43" y="497"/>
                    <a:pt x="0" y="249"/>
                    <a:pt x="22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2"/>
            <p:cNvSpPr/>
            <p:nvPr/>
          </p:nvSpPr>
          <p:spPr>
            <a:xfrm>
              <a:off x="6977683" y="3998264"/>
              <a:ext cx="18956" cy="27320"/>
            </a:xfrm>
            <a:custGeom>
              <a:avLst/>
              <a:gdLst/>
              <a:ahLst/>
              <a:cxnLst/>
              <a:rect l="l" t="t" r="r" b="b"/>
              <a:pathLst>
                <a:path w="596" h="859" fill="none" extrusionOk="0">
                  <a:moveTo>
                    <a:pt x="596" y="1"/>
                  </a:moveTo>
                  <a:cubicBezTo>
                    <a:pt x="568" y="221"/>
                    <a:pt x="490" y="433"/>
                    <a:pt x="355" y="596"/>
                  </a:cubicBezTo>
                  <a:cubicBezTo>
                    <a:pt x="256" y="710"/>
                    <a:pt x="135" y="802"/>
                    <a:pt x="0" y="85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2"/>
            <p:cNvSpPr/>
            <p:nvPr/>
          </p:nvSpPr>
          <p:spPr>
            <a:xfrm>
              <a:off x="6723275" y="3727635"/>
              <a:ext cx="53496" cy="42269"/>
            </a:xfrm>
            <a:custGeom>
              <a:avLst/>
              <a:gdLst/>
              <a:ahLst/>
              <a:cxnLst/>
              <a:rect l="l" t="t" r="r" b="b"/>
              <a:pathLst>
                <a:path w="1682" h="1329" extrusionOk="0">
                  <a:moveTo>
                    <a:pt x="413" y="0"/>
                  </a:moveTo>
                  <a:cubicBezTo>
                    <a:pt x="273" y="0"/>
                    <a:pt x="133" y="23"/>
                    <a:pt x="1" y="72"/>
                  </a:cubicBezTo>
                  <a:cubicBezTo>
                    <a:pt x="164" y="136"/>
                    <a:pt x="334" y="348"/>
                    <a:pt x="455" y="568"/>
                  </a:cubicBezTo>
                  <a:cubicBezTo>
                    <a:pt x="575" y="781"/>
                    <a:pt x="675" y="1015"/>
                    <a:pt x="859" y="1178"/>
                  </a:cubicBezTo>
                  <a:cubicBezTo>
                    <a:pt x="963" y="1270"/>
                    <a:pt x="1108" y="1328"/>
                    <a:pt x="1245" y="1328"/>
                  </a:cubicBezTo>
                  <a:cubicBezTo>
                    <a:pt x="1350" y="1328"/>
                    <a:pt x="1451" y="1294"/>
                    <a:pt x="1525" y="1213"/>
                  </a:cubicBezTo>
                  <a:cubicBezTo>
                    <a:pt x="1681" y="1036"/>
                    <a:pt x="1618" y="745"/>
                    <a:pt x="1476" y="547"/>
                  </a:cubicBezTo>
                  <a:cubicBezTo>
                    <a:pt x="1243" y="202"/>
                    <a:pt x="827" y="0"/>
                    <a:pt x="4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2"/>
            <p:cNvSpPr/>
            <p:nvPr/>
          </p:nvSpPr>
          <p:spPr>
            <a:xfrm>
              <a:off x="6776962" y="3692682"/>
              <a:ext cx="34095" cy="57090"/>
            </a:xfrm>
            <a:custGeom>
              <a:avLst/>
              <a:gdLst/>
              <a:ahLst/>
              <a:cxnLst/>
              <a:rect l="l" t="t" r="r" b="b"/>
              <a:pathLst>
                <a:path w="1072" h="1795" extrusionOk="0">
                  <a:moveTo>
                    <a:pt x="582" y="1"/>
                  </a:moveTo>
                  <a:cubicBezTo>
                    <a:pt x="398" y="384"/>
                    <a:pt x="220" y="582"/>
                    <a:pt x="121" y="816"/>
                  </a:cubicBezTo>
                  <a:cubicBezTo>
                    <a:pt x="15" y="1050"/>
                    <a:pt x="1" y="1341"/>
                    <a:pt x="142" y="1561"/>
                  </a:cubicBezTo>
                  <a:cubicBezTo>
                    <a:pt x="236" y="1705"/>
                    <a:pt x="408" y="1795"/>
                    <a:pt x="574" y="1795"/>
                  </a:cubicBezTo>
                  <a:cubicBezTo>
                    <a:pt x="661" y="1795"/>
                    <a:pt x="745" y="1770"/>
                    <a:pt x="816" y="1717"/>
                  </a:cubicBezTo>
                  <a:cubicBezTo>
                    <a:pt x="951" y="1610"/>
                    <a:pt x="1000" y="1433"/>
                    <a:pt x="1022" y="1263"/>
                  </a:cubicBezTo>
                  <a:cubicBezTo>
                    <a:pt x="1071" y="809"/>
                    <a:pt x="901" y="334"/>
                    <a:pt x="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2"/>
            <p:cNvSpPr/>
            <p:nvPr/>
          </p:nvSpPr>
          <p:spPr>
            <a:xfrm>
              <a:off x="6753744" y="3722674"/>
              <a:ext cx="42205" cy="53719"/>
            </a:xfrm>
            <a:custGeom>
              <a:avLst/>
              <a:gdLst/>
              <a:ahLst/>
              <a:cxnLst/>
              <a:rect l="l" t="t" r="r" b="b"/>
              <a:pathLst>
                <a:path w="1327" h="1689" fill="none" extrusionOk="0">
                  <a:moveTo>
                    <a:pt x="0" y="916"/>
                  </a:moveTo>
                  <a:cubicBezTo>
                    <a:pt x="411" y="1107"/>
                    <a:pt x="766" y="1405"/>
                    <a:pt x="1050" y="1688"/>
                  </a:cubicBezTo>
                  <a:cubicBezTo>
                    <a:pt x="901" y="1121"/>
                    <a:pt x="1007" y="490"/>
                    <a:pt x="1326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2"/>
            <p:cNvSpPr/>
            <p:nvPr/>
          </p:nvSpPr>
          <p:spPr>
            <a:xfrm>
              <a:off x="6903259" y="3813350"/>
              <a:ext cx="37466" cy="61002"/>
            </a:xfrm>
            <a:custGeom>
              <a:avLst/>
              <a:gdLst/>
              <a:ahLst/>
              <a:cxnLst/>
              <a:rect l="l" t="t" r="r" b="b"/>
              <a:pathLst>
                <a:path w="1178" h="1918" extrusionOk="0">
                  <a:moveTo>
                    <a:pt x="837" y="0"/>
                  </a:moveTo>
                  <a:lnTo>
                    <a:pt x="837" y="0"/>
                  </a:lnTo>
                  <a:cubicBezTo>
                    <a:pt x="518" y="142"/>
                    <a:pt x="355" y="312"/>
                    <a:pt x="220" y="518"/>
                  </a:cubicBezTo>
                  <a:cubicBezTo>
                    <a:pt x="93" y="716"/>
                    <a:pt x="0" y="950"/>
                    <a:pt x="0" y="1192"/>
                  </a:cubicBezTo>
                  <a:cubicBezTo>
                    <a:pt x="0" y="1433"/>
                    <a:pt x="107" y="1674"/>
                    <a:pt x="305" y="1816"/>
                  </a:cubicBezTo>
                  <a:cubicBezTo>
                    <a:pt x="400" y="1882"/>
                    <a:pt x="519" y="1917"/>
                    <a:pt x="637" y="1917"/>
                  </a:cubicBezTo>
                  <a:cubicBezTo>
                    <a:pt x="758" y="1917"/>
                    <a:pt x="878" y="1880"/>
                    <a:pt x="972" y="1801"/>
                  </a:cubicBezTo>
                  <a:cubicBezTo>
                    <a:pt x="1128" y="1660"/>
                    <a:pt x="1177" y="1426"/>
                    <a:pt x="1149" y="1220"/>
                  </a:cubicBezTo>
                  <a:cubicBezTo>
                    <a:pt x="1121" y="1007"/>
                    <a:pt x="1029" y="816"/>
                    <a:pt x="951" y="617"/>
                  </a:cubicBezTo>
                  <a:cubicBezTo>
                    <a:pt x="873" y="419"/>
                    <a:pt x="809" y="213"/>
                    <a:pt x="8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2"/>
            <p:cNvSpPr/>
            <p:nvPr/>
          </p:nvSpPr>
          <p:spPr>
            <a:xfrm>
              <a:off x="6946546" y="3865860"/>
              <a:ext cx="49870" cy="29292"/>
            </a:xfrm>
            <a:custGeom>
              <a:avLst/>
              <a:gdLst/>
              <a:ahLst/>
              <a:cxnLst/>
              <a:rect l="l" t="t" r="r" b="b"/>
              <a:pathLst>
                <a:path w="1568" h="921" extrusionOk="0">
                  <a:moveTo>
                    <a:pt x="587" y="0"/>
                  </a:moveTo>
                  <a:cubicBezTo>
                    <a:pt x="514" y="0"/>
                    <a:pt x="441" y="9"/>
                    <a:pt x="369" y="30"/>
                  </a:cubicBezTo>
                  <a:cubicBezTo>
                    <a:pt x="178" y="79"/>
                    <a:pt x="1" y="250"/>
                    <a:pt x="1" y="448"/>
                  </a:cubicBezTo>
                  <a:cubicBezTo>
                    <a:pt x="1" y="569"/>
                    <a:pt x="65" y="682"/>
                    <a:pt x="157" y="760"/>
                  </a:cubicBezTo>
                  <a:cubicBezTo>
                    <a:pt x="249" y="838"/>
                    <a:pt x="369" y="888"/>
                    <a:pt x="490" y="909"/>
                  </a:cubicBezTo>
                  <a:cubicBezTo>
                    <a:pt x="538" y="917"/>
                    <a:pt x="586" y="920"/>
                    <a:pt x="635" y="920"/>
                  </a:cubicBezTo>
                  <a:cubicBezTo>
                    <a:pt x="819" y="920"/>
                    <a:pt x="1007" y="868"/>
                    <a:pt x="1164" y="767"/>
                  </a:cubicBezTo>
                  <a:cubicBezTo>
                    <a:pt x="1362" y="640"/>
                    <a:pt x="1511" y="434"/>
                    <a:pt x="1568" y="207"/>
                  </a:cubicBezTo>
                  <a:cubicBezTo>
                    <a:pt x="1348" y="150"/>
                    <a:pt x="1149" y="94"/>
                    <a:pt x="958" y="51"/>
                  </a:cubicBezTo>
                  <a:cubicBezTo>
                    <a:pt x="838" y="24"/>
                    <a:pt x="712" y="0"/>
                    <a:pt x="5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2"/>
            <p:cNvSpPr/>
            <p:nvPr/>
          </p:nvSpPr>
          <p:spPr>
            <a:xfrm>
              <a:off x="6917476" y="3847158"/>
              <a:ext cx="51651" cy="56867"/>
            </a:xfrm>
            <a:custGeom>
              <a:avLst/>
              <a:gdLst/>
              <a:ahLst/>
              <a:cxnLst/>
              <a:rect l="l" t="t" r="r" b="b"/>
              <a:pathLst>
                <a:path w="1624" h="1788" fill="none" extrusionOk="0">
                  <a:moveTo>
                    <a:pt x="177" y="1"/>
                  </a:moveTo>
                  <a:cubicBezTo>
                    <a:pt x="0" y="582"/>
                    <a:pt x="7" y="1213"/>
                    <a:pt x="192" y="1788"/>
                  </a:cubicBezTo>
                  <a:cubicBezTo>
                    <a:pt x="454" y="1270"/>
                    <a:pt x="1049" y="951"/>
                    <a:pt x="1624" y="1008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2"/>
            <p:cNvSpPr/>
            <p:nvPr/>
          </p:nvSpPr>
          <p:spPr>
            <a:xfrm>
              <a:off x="6981722" y="3573826"/>
              <a:ext cx="41760" cy="60302"/>
            </a:xfrm>
            <a:custGeom>
              <a:avLst/>
              <a:gdLst/>
              <a:ahLst/>
              <a:cxnLst/>
              <a:rect l="l" t="t" r="r" b="b"/>
              <a:pathLst>
                <a:path w="1313" h="1896" extrusionOk="0">
                  <a:moveTo>
                    <a:pt x="433" y="1"/>
                  </a:moveTo>
                  <a:cubicBezTo>
                    <a:pt x="192" y="242"/>
                    <a:pt x="100" y="469"/>
                    <a:pt x="51" y="703"/>
                  </a:cubicBezTo>
                  <a:cubicBezTo>
                    <a:pt x="1" y="937"/>
                    <a:pt x="1" y="1185"/>
                    <a:pt x="93" y="1412"/>
                  </a:cubicBezTo>
                  <a:cubicBezTo>
                    <a:pt x="178" y="1632"/>
                    <a:pt x="363" y="1823"/>
                    <a:pt x="597" y="1880"/>
                  </a:cubicBezTo>
                  <a:cubicBezTo>
                    <a:pt x="640" y="1891"/>
                    <a:pt x="685" y="1896"/>
                    <a:pt x="731" y="1896"/>
                  </a:cubicBezTo>
                  <a:cubicBezTo>
                    <a:pt x="928" y="1896"/>
                    <a:pt x="1127" y="1798"/>
                    <a:pt x="1213" y="1625"/>
                  </a:cubicBezTo>
                  <a:cubicBezTo>
                    <a:pt x="1313" y="1433"/>
                    <a:pt x="1270" y="1199"/>
                    <a:pt x="1164" y="1015"/>
                  </a:cubicBezTo>
                  <a:cubicBezTo>
                    <a:pt x="1065" y="831"/>
                    <a:pt x="909" y="682"/>
                    <a:pt x="767" y="526"/>
                  </a:cubicBezTo>
                  <a:cubicBezTo>
                    <a:pt x="625" y="377"/>
                    <a:pt x="490" y="199"/>
                    <a:pt x="4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2"/>
            <p:cNvSpPr/>
            <p:nvPr/>
          </p:nvSpPr>
          <p:spPr>
            <a:xfrm>
              <a:off x="7033151" y="3604518"/>
              <a:ext cx="46722" cy="33809"/>
            </a:xfrm>
            <a:custGeom>
              <a:avLst/>
              <a:gdLst/>
              <a:ahLst/>
              <a:cxnLst/>
              <a:rect l="l" t="t" r="r" b="b"/>
              <a:pathLst>
                <a:path w="1469" h="1063" extrusionOk="0">
                  <a:moveTo>
                    <a:pt x="1447" y="0"/>
                  </a:moveTo>
                  <a:lnTo>
                    <a:pt x="1447" y="0"/>
                  </a:lnTo>
                  <a:cubicBezTo>
                    <a:pt x="1220" y="29"/>
                    <a:pt x="1015" y="50"/>
                    <a:pt x="816" y="78"/>
                  </a:cubicBezTo>
                  <a:cubicBezTo>
                    <a:pt x="625" y="107"/>
                    <a:pt x="419" y="149"/>
                    <a:pt x="263" y="270"/>
                  </a:cubicBezTo>
                  <a:cubicBezTo>
                    <a:pt x="100" y="390"/>
                    <a:pt x="1" y="610"/>
                    <a:pt x="72" y="794"/>
                  </a:cubicBezTo>
                  <a:cubicBezTo>
                    <a:pt x="114" y="908"/>
                    <a:pt x="220" y="993"/>
                    <a:pt x="334" y="1028"/>
                  </a:cubicBezTo>
                  <a:cubicBezTo>
                    <a:pt x="396" y="1052"/>
                    <a:pt x="463" y="1062"/>
                    <a:pt x="529" y="1062"/>
                  </a:cubicBezTo>
                  <a:cubicBezTo>
                    <a:pt x="584" y="1062"/>
                    <a:pt x="637" y="1055"/>
                    <a:pt x="688" y="1043"/>
                  </a:cubicBezTo>
                  <a:cubicBezTo>
                    <a:pt x="922" y="1000"/>
                    <a:pt x="1135" y="858"/>
                    <a:pt x="1270" y="674"/>
                  </a:cubicBezTo>
                  <a:cubicBezTo>
                    <a:pt x="1405" y="482"/>
                    <a:pt x="1468" y="234"/>
                    <a:pt x="1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2"/>
            <p:cNvSpPr/>
            <p:nvPr/>
          </p:nvSpPr>
          <p:spPr>
            <a:xfrm>
              <a:off x="7001569" y="3607667"/>
              <a:ext cx="54387" cy="52796"/>
            </a:xfrm>
            <a:custGeom>
              <a:avLst/>
              <a:gdLst/>
              <a:ahLst/>
              <a:cxnLst/>
              <a:rect l="l" t="t" r="r" b="b"/>
              <a:pathLst>
                <a:path w="1710" h="1660" fill="none" extrusionOk="0">
                  <a:moveTo>
                    <a:pt x="1" y="1"/>
                  </a:moveTo>
                  <a:cubicBezTo>
                    <a:pt x="51" y="603"/>
                    <a:pt x="285" y="1192"/>
                    <a:pt x="667" y="1660"/>
                  </a:cubicBezTo>
                  <a:cubicBezTo>
                    <a:pt x="724" y="1085"/>
                    <a:pt x="1157" y="568"/>
                    <a:pt x="1710" y="412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2"/>
            <p:cNvSpPr/>
            <p:nvPr/>
          </p:nvSpPr>
          <p:spPr>
            <a:xfrm>
              <a:off x="7042406" y="3913472"/>
              <a:ext cx="16952" cy="33173"/>
            </a:xfrm>
            <a:custGeom>
              <a:avLst/>
              <a:gdLst/>
              <a:ahLst/>
              <a:cxnLst/>
              <a:rect l="l" t="t" r="r" b="b"/>
              <a:pathLst>
                <a:path w="533" h="1043" extrusionOk="0">
                  <a:moveTo>
                    <a:pt x="121" y="1"/>
                  </a:moveTo>
                  <a:lnTo>
                    <a:pt x="121" y="1"/>
                  </a:lnTo>
                  <a:cubicBezTo>
                    <a:pt x="178" y="220"/>
                    <a:pt x="0" y="447"/>
                    <a:pt x="43" y="667"/>
                  </a:cubicBezTo>
                  <a:cubicBezTo>
                    <a:pt x="85" y="844"/>
                    <a:pt x="256" y="958"/>
                    <a:pt x="412" y="1043"/>
                  </a:cubicBezTo>
                  <a:cubicBezTo>
                    <a:pt x="504" y="859"/>
                    <a:pt x="532" y="646"/>
                    <a:pt x="483" y="454"/>
                  </a:cubicBezTo>
                  <a:cubicBezTo>
                    <a:pt x="426" y="270"/>
                    <a:pt x="298" y="100"/>
                    <a:pt x="1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2"/>
            <p:cNvSpPr/>
            <p:nvPr/>
          </p:nvSpPr>
          <p:spPr>
            <a:xfrm>
              <a:off x="7053888" y="3931442"/>
              <a:ext cx="35017" cy="18447"/>
            </a:xfrm>
            <a:custGeom>
              <a:avLst/>
              <a:gdLst/>
              <a:ahLst/>
              <a:cxnLst/>
              <a:rect l="l" t="t" r="r" b="b"/>
              <a:pathLst>
                <a:path w="1101" h="580" extrusionOk="0">
                  <a:moveTo>
                    <a:pt x="656" y="1"/>
                  </a:moveTo>
                  <a:cubicBezTo>
                    <a:pt x="595" y="1"/>
                    <a:pt x="535" y="8"/>
                    <a:pt x="476" y="24"/>
                  </a:cubicBezTo>
                  <a:cubicBezTo>
                    <a:pt x="270" y="74"/>
                    <a:pt x="86" y="223"/>
                    <a:pt x="1" y="379"/>
                  </a:cubicBezTo>
                  <a:cubicBezTo>
                    <a:pt x="72" y="515"/>
                    <a:pt x="222" y="580"/>
                    <a:pt x="374" y="580"/>
                  </a:cubicBezTo>
                  <a:cubicBezTo>
                    <a:pt x="435" y="580"/>
                    <a:pt x="497" y="569"/>
                    <a:pt x="554" y="549"/>
                  </a:cubicBezTo>
                  <a:cubicBezTo>
                    <a:pt x="760" y="478"/>
                    <a:pt x="909" y="315"/>
                    <a:pt x="1100" y="145"/>
                  </a:cubicBezTo>
                  <a:cubicBezTo>
                    <a:pt x="972" y="52"/>
                    <a:pt x="814" y="1"/>
                    <a:pt x="6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2"/>
            <p:cNvSpPr/>
            <p:nvPr/>
          </p:nvSpPr>
          <p:spPr>
            <a:xfrm>
              <a:off x="7014450" y="3941047"/>
              <a:ext cx="60907" cy="56517"/>
            </a:xfrm>
            <a:custGeom>
              <a:avLst/>
              <a:gdLst/>
              <a:ahLst/>
              <a:cxnLst/>
              <a:rect l="l" t="t" r="r" b="b"/>
              <a:pathLst>
                <a:path w="1915" h="1777" extrusionOk="0">
                  <a:moveTo>
                    <a:pt x="933" y="1"/>
                  </a:moveTo>
                  <a:cubicBezTo>
                    <a:pt x="783" y="1"/>
                    <a:pt x="633" y="37"/>
                    <a:pt x="504" y="112"/>
                  </a:cubicBezTo>
                  <a:cubicBezTo>
                    <a:pt x="177" y="296"/>
                    <a:pt x="0" y="701"/>
                    <a:pt x="71" y="1062"/>
                  </a:cubicBezTo>
                  <a:cubicBezTo>
                    <a:pt x="142" y="1424"/>
                    <a:pt x="468" y="1722"/>
                    <a:pt x="837" y="1771"/>
                  </a:cubicBezTo>
                  <a:cubicBezTo>
                    <a:pt x="869" y="1775"/>
                    <a:pt x="901" y="1777"/>
                    <a:pt x="934" y="1777"/>
                  </a:cubicBezTo>
                  <a:cubicBezTo>
                    <a:pt x="1271" y="1777"/>
                    <a:pt x="1603" y="1579"/>
                    <a:pt x="1751" y="1275"/>
                  </a:cubicBezTo>
                  <a:cubicBezTo>
                    <a:pt x="1915" y="942"/>
                    <a:pt x="1844" y="495"/>
                    <a:pt x="1539" y="226"/>
                  </a:cubicBezTo>
                  <a:cubicBezTo>
                    <a:pt x="1375" y="78"/>
                    <a:pt x="1153" y="1"/>
                    <a:pt x="9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2"/>
            <p:cNvSpPr/>
            <p:nvPr/>
          </p:nvSpPr>
          <p:spPr>
            <a:xfrm>
              <a:off x="6766371" y="3599557"/>
              <a:ext cx="32282" cy="17143"/>
            </a:xfrm>
            <a:custGeom>
              <a:avLst/>
              <a:gdLst/>
              <a:ahLst/>
              <a:cxnLst/>
              <a:rect l="l" t="t" r="r" b="b"/>
              <a:pathLst>
                <a:path w="1015" h="539" extrusionOk="0">
                  <a:moveTo>
                    <a:pt x="320" y="0"/>
                  </a:moveTo>
                  <a:cubicBezTo>
                    <a:pt x="210" y="0"/>
                    <a:pt x="99" y="24"/>
                    <a:pt x="0" y="71"/>
                  </a:cubicBezTo>
                  <a:cubicBezTo>
                    <a:pt x="213" y="149"/>
                    <a:pt x="284" y="426"/>
                    <a:pt x="490" y="511"/>
                  </a:cubicBezTo>
                  <a:cubicBezTo>
                    <a:pt x="535" y="531"/>
                    <a:pt x="583" y="539"/>
                    <a:pt x="631" y="539"/>
                  </a:cubicBezTo>
                  <a:cubicBezTo>
                    <a:pt x="758" y="539"/>
                    <a:pt x="892" y="484"/>
                    <a:pt x="1014" y="433"/>
                  </a:cubicBezTo>
                  <a:cubicBezTo>
                    <a:pt x="915" y="256"/>
                    <a:pt x="759" y="107"/>
                    <a:pt x="575" y="43"/>
                  </a:cubicBezTo>
                  <a:cubicBezTo>
                    <a:pt x="493" y="15"/>
                    <a:pt x="407" y="0"/>
                    <a:pt x="3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2"/>
            <p:cNvSpPr/>
            <p:nvPr/>
          </p:nvSpPr>
          <p:spPr>
            <a:xfrm>
              <a:off x="6792069" y="3580378"/>
              <a:ext cx="19433" cy="32600"/>
            </a:xfrm>
            <a:custGeom>
              <a:avLst/>
              <a:gdLst/>
              <a:ahLst/>
              <a:cxnLst/>
              <a:rect l="l" t="t" r="r" b="b"/>
              <a:pathLst>
                <a:path w="611" h="1025" extrusionOk="0">
                  <a:moveTo>
                    <a:pt x="547" y="1"/>
                  </a:moveTo>
                  <a:cubicBezTo>
                    <a:pt x="341" y="64"/>
                    <a:pt x="164" y="227"/>
                    <a:pt x="86" y="426"/>
                  </a:cubicBezTo>
                  <a:cubicBezTo>
                    <a:pt x="1" y="625"/>
                    <a:pt x="15" y="859"/>
                    <a:pt x="93" y="1022"/>
                  </a:cubicBezTo>
                  <a:cubicBezTo>
                    <a:pt x="107" y="1024"/>
                    <a:pt x="121" y="1025"/>
                    <a:pt x="135" y="1025"/>
                  </a:cubicBezTo>
                  <a:cubicBezTo>
                    <a:pt x="324" y="1025"/>
                    <a:pt x="494" y="852"/>
                    <a:pt x="554" y="667"/>
                  </a:cubicBezTo>
                  <a:cubicBezTo>
                    <a:pt x="610" y="461"/>
                    <a:pt x="568" y="249"/>
                    <a:pt x="5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2"/>
            <p:cNvSpPr/>
            <p:nvPr/>
          </p:nvSpPr>
          <p:spPr>
            <a:xfrm>
              <a:off x="6780810" y="3607031"/>
              <a:ext cx="59793" cy="55913"/>
            </a:xfrm>
            <a:custGeom>
              <a:avLst/>
              <a:gdLst/>
              <a:ahLst/>
              <a:cxnLst/>
              <a:rect l="l" t="t" r="r" b="b"/>
              <a:pathLst>
                <a:path w="1880" h="1758" extrusionOk="0">
                  <a:moveTo>
                    <a:pt x="928" y="0"/>
                  </a:moveTo>
                  <a:cubicBezTo>
                    <a:pt x="865" y="0"/>
                    <a:pt x="801" y="7"/>
                    <a:pt x="738" y="21"/>
                  </a:cubicBezTo>
                  <a:cubicBezTo>
                    <a:pt x="376" y="106"/>
                    <a:pt x="78" y="432"/>
                    <a:pt x="43" y="793"/>
                  </a:cubicBezTo>
                  <a:cubicBezTo>
                    <a:pt x="0" y="1162"/>
                    <a:pt x="220" y="1538"/>
                    <a:pt x="553" y="1687"/>
                  </a:cubicBezTo>
                  <a:cubicBezTo>
                    <a:pt x="661" y="1735"/>
                    <a:pt x="778" y="1758"/>
                    <a:pt x="897" y="1758"/>
                  </a:cubicBezTo>
                  <a:cubicBezTo>
                    <a:pt x="1147" y="1758"/>
                    <a:pt x="1401" y="1657"/>
                    <a:pt x="1574" y="1474"/>
                  </a:cubicBezTo>
                  <a:cubicBezTo>
                    <a:pt x="1822" y="1205"/>
                    <a:pt x="1879" y="772"/>
                    <a:pt x="1709" y="453"/>
                  </a:cubicBezTo>
                  <a:cubicBezTo>
                    <a:pt x="1560" y="179"/>
                    <a:pt x="1256" y="0"/>
                    <a:pt x="9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2"/>
            <p:cNvSpPr/>
            <p:nvPr/>
          </p:nvSpPr>
          <p:spPr>
            <a:xfrm>
              <a:off x="6848237" y="3851007"/>
              <a:ext cx="23027" cy="32377"/>
            </a:xfrm>
            <a:custGeom>
              <a:avLst/>
              <a:gdLst/>
              <a:ahLst/>
              <a:cxnLst/>
              <a:rect l="l" t="t" r="r" b="b"/>
              <a:pathLst>
                <a:path w="724" h="1018" extrusionOk="0">
                  <a:moveTo>
                    <a:pt x="603" y="0"/>
                  </a:moveTo>
                  <a:lnTo>
                    <a:pt x="603" y="0"/>
                  </a:lnTo>
                  <a:cubicBezTo>
                    <a:pt x="504" y="78"/>
                    <a:pt x="433" y="142"/>
                    <a:pt x="362" y="206"/>
                  </a:cubicBezTo>
                  <a:cubicBezTo>
                    <a:pt x="241" y="312"/>
                    <a:pt x="121" y="419"/>
                    <a:pt x="64" y="568"/>
                  </a:cubicBezTo>
                  <a:cubicBezTo>
                    <a:pt x="0" y="710"/>
                    <a:pt x="29" y="901"/>
                    <a:pt x="163" y="986"/>
                  </a:cubicBezTo>
                  <a:cubicBezTo>
                    <a:pt x="202" y="1008"/>
                    <a:pt x="238" y="1018"/>
                    <a:pt x="272" y="1018"/>
                  </a:cubicBezTo>
                  <a:cubicBezTo>
                    <a:pt x="391" y="1018"/>
                    <a:pt x="484" y="905"/>
                    <a:pt x="539" y="823"/>
                  </a:cubicBezTo>
                  <a:cubicBezTo>
                    <a:pt x="695" y="582"/>
                    <a:pt x="723" y="263"/>
                    <a:pt x="6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2"/>
            <p:cNvSpPr/>
            <p:nvPr/>
          </p:nvSpPr>
          <p:spPr>
            <a:xfrm>
              <a:off x="6818467" y="3859308"/>
              <a:ext cx="34540" cy="27034"/>
            </a:xfrm>
            <a:custGeom>
              <a:avLst/>
              <a:gdLst/>
              <a:ahLst/>
              <a:cxnLst/>
              <a:rect l="l" t="t" r="r" b="b"/>
              <a:pathLst>
                <a:path w="1086" h="850" extrusionOk="0">
                  <a:moveTo>
                    <a:pt x="369" y="0"/>
                  </a:moveTo>
                  <a:cubicBezTo>
                    <a:pt x="246" y="0"/>
                    <a:pt x="123" y="19"/>
                    <a:pt x="0" y="37"/>
                  </a:cubicBezTo>
                  <a:cubicBezTo>
                    <a:pt x="177" y="229"/>
                    <a:pt x="234" y="512"/>
                    <a:pt x="426" y="690"/>
                  </a:cubicBezTo>
                  <a:cubicBezTo>
                    <a:pt x="544" y="792"/>
                    <a:pt x="699" y="849"/>
                    <a:pt x="891" y="849"/>
                  </a:cubicBezTo>
                  <a:cubicBezTo>
                    <a:pt x="952" y="849"/>
                    <a:pt x="1017" y="843"/>
                    <a:pt x="1085" y="831"/>
                  </a:cubicBezTo>
                  <a:cubicBezTo>
                    <a:pt x="1050" y="576"/>
                    <a:pt x="1007" y="307"/>
                    <a:pt x="816" y="144"/>
                  </a:cubicBezTo>
                  <a:cubicBezTo>
                    <a:pt x="709" y="51"/>
                    <a:pt x="567" y="9"/>
                    <a:pt x="426" y="2"/>
                  </a:cubicBezTo>
                  <a:cubicBezTo>
                    <a:pt x="407" y="1"/>
                    <a:pt x="388" y="0"/>
                    <a:pt x="3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2"/>
            <p:cNvSpPr/>
            <p:nvPr/>
          </p:nvSpPr>
          <p:spPr>
            <a:xfrm>
              <a:off x="6820026" y="3879854"/>
              <a:ext cx="70194" cy="64978"/>
            </a:xfrm>
            <a:custGeom>
              <a:avLst/>
              <a:gdLst/>
              <a:ahLst/>
              <a:cxnLst/>
              <a:rect l="l" t="t" r="r" b="b"/>
              <a:pathLst>
                <a:path w="2207" h="2043" extrusionOk="0">
                  <a:moveTo>
                    <a:pt x="1095" y="0"/>
                  </a:moveTo>
                  <a:cubicBezTo>
                    <a:pt x="1080" y="0"/>
                    <a:pt x="1065" y="0"/>
                    <a:pt x="1050" y="1"/>
                  </a:cubicBezTo>
                  <a:cubicBezTo>
                    <a:pt x="625" y="22"/>
                    <a:pt x="228" y="334"/>
                    <a:pt x="114" y="746"/>
                  </a:cubicBezTo>
                  <a:cubicBezTo>
                    <a:pt x="1" y="1157"/>
                    <a:pt x="171" y="1632"/>
                    <a:pt x="526" y="1873"/>
                  </a:cubicBezTo>
                  <a:cubicBezTo>
                    <a:pt x="693" y="1987"/>
                    <a:pt x="893" y="2042"/>
                    <a:pt x="1094" y="2042"/>
                  </a:cubicBezTo>
                  <a:cubicBezTo>
                    <a:pt x="1319" y="2042"/>
                    <a:pt x="1544" y="1972"/>
                    <a:pt x="1724" y="1838"/>
                  </a:cubicBezTo>
                  <a:cubicBezTo>
                    <a:pt x="2057" y="1575"/>
                    <a:pt x="2206" y="1093"/>
                    <a:pt x="2064" y="689"/>
                  </a:cubicBezTo>
                  <a:cubicBezTo>
                    <a:pt x="1927" y="298"/>
                    <a:pt x="1531" y="0"/>
                    <a:pt x="10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2"/>
            <p:cNvSpPr/>
            <p:nvPr/>
          </p:nvSpPr>
          <p:spPr>
            <a:xfrm>
              <a:off x="7225985" y="3571823"/>
              <a:ext cx="30692" cy="22772"/>
            </a:xfrm>
            <a:custGeom>
              <a:avLst/>
              <a:gdLst/>
              <a:ahLst/>
              <a:cxnLst/>
              <a:rect l="l" t="t" r="r" b="b"/>
              <a:pathLst>
                <a:path w="965" h="716" extrusionOk="0">
                  <a:moveTo>
                    <a:pt x="965" y="0"/>
                  </a:moveTo>
                  <a:lnTo>
                    <a:pt x="965" y="0"/>
                  </a:lnTo>
                  <a:cubicBezTo>
                    <a:pt x="837" y="14"/>
                    <a:pt x="745" y="28"/>
                    <a:pt x="645" y="43"/>
                  </a:cubicBezTo>
                  <a:cubicBezTo>
                    <a:pt x="497" y="71"/>
                    <a:pt x="333" y="92"/>
                    <a:pt x="206" y="184"/>
                  </a:cubicBezTo>
                  <a:cubicBezTo>
                    <a:pt x="78" y="277"/>
                    <a:pt x="0" y="454"/>
                    <a:pt x="71" y="596"/>
                  </a:cubicBezTo>
                  <a:cubicBezTo>
                    <a:pt x="114" y="686"/>
                    <a:pt x="187" y="715"/>
                    <a:pt x="262" y="715"/>
                  </a:cubicBezTo>
                  <a:cubicBezTo>
                    <a:pt x="336" y="715"/>
                    <a:pt x="412" y="687"/>
                    <a:pt x="468" y="660"/>
                  </a:cubicBezTo>
                  <a:cubicBezTo>
                    <a:pt x="731" y="539"/>
                    <a:pt x="929" y="284"/>
                    <a:pt x="9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2"/>
            <p:cNvSpPr/>
            <p:nvPr/>
          </p:nvSpPr>
          <p:spPr>
            <a:xfrm>
              <a:off x="7208619" y="3553535"/>
              <a:ext cx="24140" cy="39724"/>
            </a:xfrm>
            <a:custGeom>
              <a:avLst/>
              <a:gdLst/>
              <a:ahLst/>
              <a:cxnLst/>
              <a:rect l="l" t="t" r="r" b="b"/>
              <a:pathLst>
                <a:path w="759" h="1249" extrusionOk="0">
                  <a:moveTo>
                    <a:pt x="50" y="1"/>
                  </a:moveTo>
                  <a:lnTo>
                    <a:pt x="50" y="1"/>
                  </a:lnTo>
                  <a:cubicBezTo>
                    <a:pt x="99" y="256"/>
                    <a:pt x="0" y="525"/>
                    <a:pt x="64" y="781"/>
                  </a:cubicBezTo>
                  <a:cubicBezTo>
                    <a:pt x="121" y="979"/>
                    <a:pt x="277" y="1142"/>
                    <a:pt x="539" y="1249"/>
                  </a:cubicBezTo>
                  <a:cubicBezTo>
                    <a:pt x="653" y="1022"/>
                    <a:pt x="759" y="767"/>
                    <a:pt x="688" y="525"/>
                  </a:cubicBezTo>
                  <a:cubicBezTo>
                    <a:pt x="645" y="391"/>
                    <a:pt x="546" y="277"/>
                    <a:pt x="433" y="199"/>
                  </a:cubicBezTo>
                  <a:cubicBezTo>
                    <a:pt x="319" y="114"/>
                    <a:pt x="185" y="58"/>
                    <a:pt x="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2"/>
            <p:cNvSpPr/>
            <p:nvPr/>
          </p:nvSpPr>
          <p:spPr>
            <a:xfrm>
              <a:off x="7177927" y="3584640"/>
              <a:ext cx="70194" cy="64882"/>
            </a:xfrm>
            <a:custGeom>
              <a:avLst/>
              <a:gdLst/>
              <a:ahLst/>
              <a:cxnLst/>
              <a:rect l="l" t="t" r="r" b="b"/>
              <a:pathLst>
                <a:path w="2207" h="2040" extrusionOk="0">
                  <a:moveTo>
                    <a:pt x="1121" y="0"/>
                  </a:moveTo>
                  <a:cubicBezTo>
                    <a:pt x="869" y="0"/>
                    <a:pt x="615" y="89"/>
                    <a:pt x="426" y="257"/>
                  </a:cubicBezTo>
                  <a:cubicBezTo>
                    <a:pt x="107" y="540"/>
                    <a:pt x="1" y="1029"/>
                    <a:pt x="171" y="1427"/>
                  </a:cubicBezTo>
                  <a:cubicBezTo>
                    <a:pt x="331" y="1792"/>
                    <a:pt x="721" y="2040"/>
                    <a:pt x="1120" y="2040"/>
                  </a:cubicBezTo>
                  <a:cubicBezTo>
                    <a:pt x="1146" y="2040"/>
                    <a:pt x="1173" y="2039"/>
                    <a:pt x="1199" y="2036"/>
                  </a:cubicBezTo>
                  <a:cubicBezTo>
                    <a:pt x="1625" y="2001"/>
                    <a:pt x="2008" y="1668"/>
                    <a:pt x="2107" y="1249"/>
                  </a:cubicBezTo>
                  <a:cubicBezTo>
                    <a:pt x="2206" y="838"/>
                    <a:pt x="2015" y="356"/>
                    <a:pt x="1618" y="129"/>
                  </a:cubicBezTo>
                  <a:cubicBezTo>
                    <a:pt x="1467" y="42"/>
                    <a:pt x="1294" y="0"/>
                    <a:pt x="11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3" name="Google Shape;883;p32"/>
          <p:cNvGrpSpPr/>
          <p:nvPr/>
        </p:nvGrpSpPr>
        <p:grpSpPr>
          <a:xfrm>
            <a:off x="-76193" y="3523595"/>
            <a:ext cx="1736779" cy="1696111"/>
            <a:chOff x="7649277" y="2438356"/>
            <a:chExt cx="848907" cy="829029"/>
          </a:xfrm>
        </p:grpSpPr>
        <p:sp>
          <p:nvSpPr>
            <p:cNvPr id="884" name="Google Shape;884;p32"/>
            <p:cNvSpPr/>
            <p:nvPr/>
          </p:nvSpPr>
          <p:spPr>
            <a:xfrm>
              <a:off x="7649277" y="2438356"/>
              <a:ext cx="848907" cy="829029"/>
            </a:xfrm>
            <a:custGeom>
              <a:avLst/>
              <a:gdLst/>
              <a:ahLst/>
              <a:cxnLst/>
              <a:rect l="l" t="t" r="r" b="b"/>
              <a:pathLst>
                <a:path w="26691" h="26066" extrusionOk="0">
                  <a:moveTo>
                    <a:pt x="12253" y="0"/>
                  </a:moveTo>
                  <a:cubicBezTo>
                    <a:pt x="12140" y="0"/>
                    <a:pt x="12019" y="7"/>
                    <a:pt x="11878" y="14"/>
                  </a:cubicBezTo>
                  <a:cubicBezTo>
                    <a:pt x="11714" y="28"/>
                    <a:pt x="11566" y="64"/>
                    <a:pt x="11424" y="121"/>
                  </a:cubicBezTo>
                  <a:cubicBezTo>
                    <a:pt x="11395" y="128"/>
                    <a:pt x="11367" y="135"/>
                    <a:pt x="11346" y="142"/>
                  </a:cubicBezTo>
                  <a:cubicBezTo>
                    <a:pt x="11126" y="149"/>
                    <a:pt x="10913" y="199"/>
                    <a:pt x="10715" y="298"/>
                  </a:cubicBezTo>
                  <a:cubicBezTo>
                    <a:pt x="10544" y="383"/>
                    <a:pt x="10381" y="496"/>
                    <a:pt x="10218" y="624"/>
                  </a:cubicBezTo>
                  <a:cubicBezTo>
                    <a:pt x="7999" y="369"/>
                    <a:pt x="5467" y="241"/>
                    <a:pt x="2674" y="241"/>
                  </a:cubicBezTo>
                  <a:cubicBezTo>
                    <a:pt x="2284" y="241"/>
                    <a:pt x="1880" y="248"/>
                    <a:pt x="1475" y="248"/>
                  </a:cubicBezTo>
                  <a:cubicBezTo>
                    <a:pt x="703" y="262"/>
                    <a:pt x="79" y="894"/>
                    <a:pt x="79" y="1666"/>
                  </a:cubicBezTo>
                  <a:lnTo>
                    <a:pt x="79" y="6864"/>
                  </a:lnTo>
                  <a:lnTo>
                    <a:pt x="79" y="13501"/>
                  </a:lnTo>
                  <a:lnTo>
                    <a:pt x="79" y="13848"/>
                  </a:lnTo>
                  <a:cubicBezTo>
                    <a:pt x="1" y="14111"/>
                    <a:pt x="1" y="14394"/>
                    <a:pt x="79" y="14671"/>
                  </a:cubicBezTo>
                  <a:lnTo>
                    <a:pt x="79" y="24647"/>
                  </a:lnTo>
                  <a:cubicBezTo>
                    <a:pt x="79" y="25427"/>
                    <a:pt x="710" y="26066"/>
                    <a:pt x="1497" y="26066"/>
                  </a:cubicBezTo>
                  <a:lnTo>
                    <a:pt x="24130" y="26066"/>
                  </a:lnTo>
                  <a:cubicBezTo>
                    <a:pt x="24861" y="26066"/>
                    <a:pt x="25478" y="25505"/>
                    <a:pt x="25541" y="24782"/>
                  </a:cubicBezTo>
                  <a:cubicBezTo>
                    <a:pt x="25818" y="21910"/>
                    <a:pt x="26031" y="19514"/>
                    <a:pt x="26073" y="17280"/>
                  </a:cubicBezTo>
                  <a:cubicBezTo>
                    <a:pt x="26619" y="16167"/>
                    <a:pt x="26690" y="14891"/>
                    <a:pt x="26250" y="13784"/>
                  </a:cubicBezTo>
                  <a:cubicBezTo>
                    <a:pt x="26187" y="13614"/>
                    <a:pt x="26094" y="13465"/>
                    <a:pt x="25974" y="13331"/>
                  </a:cubicBezTo>
                  <a:cubicBezTo>
                    <a:pt x="25953" y="13295"/>
                    <a:pt x="25931" y="13253"/>
                    <a:pt x="25910" y="13217"/>
                  </a:cubicBezTo>
                  <a:cubicBezTo>
                    <a:pt x="25797" y="12267"/>
                    <a:pt x="25634" y="11402"/>
                    <a:pt x="25414" y="10587"/>
                  </a:cubicBezTo>
                  <a:cubicBezTo>
                    <a:pt x="25492" y="10402"/>
                    <a:pt x="25556" y="10218"/>
                    <a:pt x="25598" y="10026"/>
                  </a:cubicBezTo>
                  <a:cubicBezTo>
                    <a:pt x="25676" y="9729"/>
                    <a:pt x="25719" y="9417"/>
                    <a:pt x="25733" y="9105"/>
                  </a:cubicBezTo>
                  <a:cubicBezTo>
                    <a:pt x="25733" y="8998"/>
                    <a:pt x="25726" y="8899"/>
                    <a:pt x="25712" y="8800"/>
                  </a:cubicBezTo>
                  <a:cubicBezTo>
                    <a:pt x="25853" y="8232"/>
                    <a:pt x="25775" y="7616"/>
                    <a:pt x="25492" y="6984"/>
                  </a:cubicBezTo>
                  <a:cubicBezTo>
                    <a:pt x="25017" y="5928"/>
                    <a:pt x="24123" y="5084"/>
                    <a:pt x="23045" y="4666"/>
                  </a:cubicBezTo>
                  <a:cubicBezTo>
                    <a:pt x="22932" y="4616"/>
                    <a:pt x="22811" y="4588"/>
                    <a:pt x="22684" y="4574"/>
                  </a:cubicBezTo>
                  <a:cubicBezTo>
                    <a:pt x="22577" y="4517"/>
                    <a:pt x="22464" y="4481"/>
                    <a:pt x="22336" y="4453"/>
                  </a:cubicBezTo>
                  <a:cubicBezTo>
                    <a:pt x="22216" y="4432"/>
                    <a:pt x="22088" y="4411"/>
                    <a:pt x="21961" y="4396"/>
                  </a:cubicBezTo>
                  <a:cubicBezTo>
                    <a:pt x="21514" y="3950"/>
                    <a:pt x="20982" y="3602"/>
                    <a:pt x="20401" y="3382"/>
                  </a:cubicBezTo>
                  <a:cubicBezTo>
                    <a:pt x="20238" y="3326"/>
                    <a:pt x="20067" y="3290"/>
                    <a:pt x="19890" y="3290"/>
                  </a:cubicBezTo>
                  <a:cubicBezTo>
                    <a:pt x="19798" y="3269"/>
                    <a:pt x="19706" y="3255"/>
                    <a:pt x="19614" y="3233"/>
                  </a:cubicBezTo>
                  <a:cubicBezTo>
                    <a:pt x="19039" y="2921"/>
                    <a:pt x="18415" y="2624"/>
                    <a:pt x="17749" y="2361"/>
                  </a:cubicBezTo>
                  <a:cubicBezTo>
                    <a:pt x="17288" y="1645"/>
                    <a:pt x="16614" y="1049"/>
                    <a:pt x="15841" y="695"/>
                  </a:cubicBezTo>
                  <a:cubicBezTo>
                    <a:pt x="15239" y="418"/>
                    <a:pt x="14586" y="270"/>
                    <a:pt x="13891" y="255"/>
                  </a:cubicBezTo>
                  <a:cubicBezTo>
                    <a:pt x="13771" y="227"/>
                    <a:pt x="13643" y="206"/>
                    <a:pt x="13508" y="206"/>
                  </a:cubicBezTo>
                  <a:cubicBezTo>
                    <a:pt x="13473" y="206"/>
                    <a:pt x="13437" y="206"/>
                    <a:pt x="13402" y="213"/>
                  </a:cubicBezTo>
                  <a:lnTo>
                    <a:pt x="13374" y="213"/>
                  </a:lnTo>
                  <a:cubicBezTo>
                    <a:pt x="13338" y="199"/>
                    <a:pt x="13303" y="184"/>
                    <a:pt x="13267" y="170"/>
                  </a:cubicBezTo>
                  <a:cubicBezTo>
                    <a:pt x="12962" y="57"/>
                    <a:pt x="12629" y="0"/>
                    <a:pt x="12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2"/>
            <p:cNvSpPr/>
            <p:nvPr/>
          </p:nvSpPr>
          <p:spPr>
            <a:xfrm>
              <a:off x="7696858" y="2491120"/>
              <a:ext cx="781735" cy="731165"/>
            </a:xfrm>
            <a:custGeom>
              <a:avLst/>
              <a:gdLst/>
              <a:ahLst/>
              <a:cxnLst/>
              <a:rect l="l" t="t" r="r" b="b"/>
              <a:pathLst>
                <a:path w="24579" h="22989" extrusionOk="0">
                  <a:moveTo>
                    <a:pt x="1178" y="0"/>
                  </a:moveTo>
                  <a:cubicBezTo>
                    <a:pt x="792" y="0"/>
                    <a:pt x="400" y="3"/>
                    <a:pt x="1" y="7"/>
                  </a:cubicBezTo>
                  <a:lnTo>
                    <a:pt x="1" y="22988"/>
                  </a:lnTo>
                  <a:lnTo>
                    <a:pt x="22634" y="22988"/>
                  </a:lnTo>
                  <a:cubicBezTo>
                    <a:pt x="23974" y="8856"/>
                    <a:pt x="24579" y="0"/>
                    <a:pt x="1178" y="0"/>
                  </a:cubicBezTo>
                  <a:close/>
                </a:path>
              </a:pathLst>
            </a:custGeom>
            <a:solidFill>
              <a:srgbClr val="9876C1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2"/>
            <p:cNvSpPr/>
            <p:nvPr/>
          </p:nvSpPr>
          <p:spPr>
            <a:xfrm>
              <a:off x="7696858" y="2655393"/>
              <a:ext cx="543325" cy="566892"/>
            </a:xfrm>
            <a:custGeom>
              <a:avLst/>
              <a:gdLst/>
              <a:ahLst/>
              <a:cxnLst/>
              <a:rect l="l" t="t" r="r" b="b"/>
              <a:pathLst>
                <a:path w="17083" h="17824" extrusionOk="0">
                  <a:moveTo>
                    <a:pt x="1550" y="1"/>
                  </a:moveTo>
                  <a:cubicBezTo>
                    <a:pt x="1041" y="1"/>
                    <a:pt x="524" y="14"/>
                    <a:pt x="1" y="40"/>
                  </a:cubicBezTo>
                  <a:lnTo>
                    <a:pt x="1" y="17823"/>
                  </a:lnTo>
                  <a:lnTo>
                    <a:pt x="16246" y="17823"/>
                  </a:lnTo>
                  <a:cubicBezTo>
                    <a:pt x="17082" y="12690"/>
                    <a:pt x="16572" y="7499"/>
                    <a:pt x="14544" y="4911"/>
                  </a:cubicBezTo>
                  <a:cubicBezTo>
                    <a:pt x="11998" y="1643"/>
                    <a:pt x="7259" y="1"/>
                    <a:pt x="1550" y="1"/>
                  </a:cubicBezTo>
                  <a:close/>
                </a:path>
              </a:pathLst>
            </a:custGeom>
            <a:solidFill>
              <a:srgbClr val="9876C1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2"/>
            <p:cNvSpPr/>
            <p:nvPr/>
          </p:nvSpPr>
          <p:spPr>
            <a:xfrm>
              <a:off x="7696858" y="2867724"/>
              <a:ext cx="408694" cy="354562"/>
            </a:xfrm>
            <a:custGeom>
              <a:avLst/>
              <a:gdLst/>
              <a:ahLst/>
              <a:cxnLst/>
              <a:rect l="l" t="t" r="r" b="b"/>
              <a:pathLst>
                <a:path w="12850" h="11148" extrusionOk="0">
                  <a:moveTo>
                    <a:pt x="1" y="1"/>
                  </a:moveTo>
                  <a:lnTo>
                    <a:pt x="1" y="11147"/>
                  </a:lnTo>
                  <a:lnTo>
                    <a:pt x="10530" y="11147"/>
                  </a:lnTo>
                  <a:cubicBezTo>
                    <a:pt x="12367" y="6276"/>
                    <a:pt x="12849" y="1717"/>
                    <a:pt x="5489" y="526"/>
                  </a:cubicBezTo>
                  <a:cubicBezTo>
                    <a:pt x="3716" y="235"/>
                    <a:pt x="1844" y="50"/>
                    <a:pt x="1" y="1"/>
                  </a:cubicBezTo>
                  <a:close/>
                </a:path>
              </a:pathLst>
            </a:custGeom>
            <a:solidFill>
              <a:srgbClr val="9876C1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2"/>
            <p:cNvSpPr/>
            <p:nvPr/>
          </p:nvSpPr>
          <p:spPr>
            <a:xfrm>
              <a:off x="7696858" y="3012754"/>
              <a:ext cx="203679" cy="209531"/>
            </a:xfrm>
            <a:custGeom>
              <a:avLst/>
              <a:gdLst/>
              <a:ahLst/>
              <a:cxnLst/>
              <a:rect l="l" t="t" r="r" b="b"/>
              <a:pathLst>
                <a:path w="6404" h="6588" extrusionOk="0">
                  <a:moveTo>
                    <a:pt x="1" y="0"/>
                  </a:moveTo>
                  <a:lnTo>
                    <a:pt x="1" y="6587"/>
                  </a:lnTo>
                  <a:lnTo>
                    <a:pt x="6404" y="6587"/>
                  </a:lnTo>
                  <a:cubicBezTo>
                    <a:pt x="6340" y="5396"/>
                    <a:pt x="5851" y="4170"/>
                    <a:pt x="4837" y="2985"/>
                  </a:cubicBezTo>
                  <a:cubicBezTo>
                    <a:pt x="3397" y="1319"/>
                    <a:pt x="1702" y="333"/>
                    <a:pt x="1" y="0"/>
                  </a:cubicBezTo>
                  <a:close/>
                </a:path>
              </a:pathLst>
            </a:custGeom>
            <a:solidFill>
              <a:srgbClr val="9876C1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2"/>
            <p:cNvSpPr/>
            <p:nvPr/>
          </p:nvSpPr>
          <p:spPr>
            <a:xfrm>
              <a:off x="7813900" y="3140324"/>
              <a:ext cx="509039" cy="81961"/>
            </a:xfrm>
            <a:custGeom>
              <a:avLst/>
              <a:gdLst/>
              <a:ahLst/>
              <a:cxnLst/>
              <a:rect l="l" t="t" r="r" b="b"/>
              <a:pathLst>
                <a:path w="16005" h="2577" extrusionOk="0">
                  <a:moveTo>
                    <a:pt x="4810" y="0"/>
                  </a:moveTo>
                  <a:cubicBezTo>
                    <a:pt x="3555" y="0"/>
                    <a:pt x="3362" y="1236"/>
                    <a:pt x="3362" y="1236"/>
                  </a:cubicBezTo>
                  <a:cubicBezTo>
                    <a:pt x="3362" y="1236"/>
                    <a:pt x="3125" y="1024"/>
                    <a:pt x="2896" y="1024"/>
                  </a:cubicBezTo>
                  <a:cubicBezTo>
                    <a:pt x="2823" y="1024"/>
                    <a:pt x="2751" y="1045"/>
                    <a:pt x="2688" y="1102"/>
                  </a:cubicBezTo>
                  <a:cubicBezTo>
                    <a:pt x="2454" y="1307"/>
                    <a:pt x="2667" y="1563"/>
                    <a:pt x="2717" y="1619"/>
                  </a:cubicBezTo>
                  <a:cubicBezTo>
                    <a:pt x="2636" y="1533"/>
                    <a:pt x="2048" y="936"/>
                    <a:pt x="1317" y="936"/>
                  </a:cubicBezTo>
                  <a:cubicBezTo>
                    <a:pt x="1085" y="936"/>
                    <a:pt x="838" y="996"/>
                    <a:pt x="589" y="1151"/>
                  </a:cubicBezTo>
                  <a:cubicBezTo>
                    <a:pt x="86" y="1463"/>
                    <a:pt x="1" y="2045"/>
                    <a:pt x="58" y="2576"/>
                  </a:cubicBezTo>
                  <a:lnTo>
                    <a:pt x="15976" y="2576"/>
                  </a:lnTo>
                  <a:cubicBezTo>
                    <a:pt x="16005" y="2399"/>
                    <a:pt x="15990" y="2208"/>
                    <a:pt x="15927" y="2009"/>
                  </a:cubicBezTo>
                  <a:cubicBezTo>
                    <a:pt x="15715" y="1374"/>
                    <a:pt x="15058" y="1209"/>
                    <a:pt x="14435" y="1209"/>
                  </a:cubicBezTo>
                  <a:cubicBezTo>
                    <a:pt x="13765" y="1209"/>
                    <a:pt x="13133" y="1399"/>
                    <a:pt x="13133" y="1399"/>
                  </a:cubicBezTo>
                  <a:cubicBezTo>
                    <a:pt x="13133" y="1399"/>
                    <a:pt x="13327" y="782"/>
                    <a:pt x="12899" y="782"/>
                  </a:cubicBezTo>
                  <a:cubicBezTo>
                    <a:pt x="12895" y="782"/>
                    <a:pt x="12890" y="782"/>
                    <a:pt x="12885" y="783"/>
                  </a:cubicBezTo>
                  <a:cubicBezTo>
                    <a:pt x="12431" y="790"/>
                    <a:pt x="12516" y="1506"/>
                    <a:pt x="12516" y="1506"/>
                  </a:cubicBezTo>
                  <a:cubicBezTo>
                    <a:pt x="12516" y="1506"/>
                    <a:pt x="11784" y="1111"/>
                    <a:pt x="11013" y="1111"/>
                  </a:cubicBezTo>
                  <a:cubicBezTo>
                    <a:pt x="10494" y="1111"/>
                    <a:pt x="9958" y="1290"/>
                    <a:pt x="9616" y="1889"/>
                  </a:cubicBezTo>
                  <a:cubicBezTo>
                    <a:pt x="9616" y="1889"/>
                    <a:pt x="8912" y="1208"/>
                    <a:pt x="7996" y="1208"/>
                  </a:cubicBezTo>
                  <a:cubicBezTo>
                    <a:pt x="7575" y="1208"/>
                    <a:pt x="7108" y="1352"/>
                    <a:pt x="6645" y="1775"/>
                  </a:cubicBezTo>
                  <a:cubicBezTo>
                    <a:pt x="6645" y="1775"/>
                    <a:pt x="6560" y="201"/>
                    <a:pt x="5071" y="17"/>
                  </a:cubicBezTo>
                  <a:cubicBezTo>
                    <a:pt x="4979" y="5"/>
                    <a:pt x="4892" y="0"/>
                    <a:pt x="48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2"/>
            <p:cNvSpPr/>
            <p:nvPr/>
          </p:nvSpPr>
          <p:spPr>
            <a:xfrm>
              <a:off x="7696858" y="2582464"/>
              <a:ext cx="62719" cy="309431"/>
            </a:xfrm>
            <a:custGeom>
              <a:avLst/>
              <a:gdLst/>
              <a:ahLst/>
              <a:cxnLst/>
              <a:rect l="l" t="t" r="r" b="b"/>
              <a:pathLst>
                <a:path w="1972" h="9729" extrusionOk="0">
                  <a:moveTo>
                    <a:pt x="1" y="0"/>
                  </a:moveTo>
                  <a:lnTo>
                    <a:pt x="1" y="9729"/>
                  </a:lnTo>
                  <a:cubicBezTo>
                    <a:pt x="525" y="9452"/>
                    <a:pt x="958" y="9062"/>
                    <a:pt x="1263" y="8573"/>
                  </a:cubicBezTo>
                  <a:cubicBezTo>
                    <a:pt x="1951" y="7481"/>
                    <a:pt x="1922" y="5985"/>
                    <a:pt x="1199" y="4914"/>
                  </a:cubicBezTo>
                  <a:cubicBezTo>
                    <a:pt x="1724" y="3992"/>
                    <a:pt x="1972" y="2950"/>
                    <a:pt x="1738" y="1985"/>
                  </a:cubicBezTo>
                  <a:cubicBezTo>
                    <a:pt x="1518" y="1092"/>
                    <a:pt x="859" y="305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2"/>
            <p:cNvSpPr/>
            <p:nvPr/>
          </p:nvSpPr>
          <p:spPr>
            <a:xfrm>
              <a:off x="7734992" y="2676957"/>
              <a:ext cx="19624" cy="61797"/>
            </a:xfrm>
            <a:custGeom>
              <a:avLst/>
              <a:gdLst/>
              <a:ahLst/>
              <a:cxnLst/>
              <a:rect l="l" t="t" r="r" b="b"/>
              <a:pathLst>
                <a:path w="617" h="1943" fill="none" extrusionOk="0">
                  <a:moveTo>
                    <a:pt x="0" y="1943"/>
                  </a:moveTo>
                  <a:cubicBezTo>
                    <a:pt x="347" y="1333"/>
                    <a:pt x="574" y="660"/>
                    <a:pt x="617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2"/>
            <p:cNvSpPr/>
            <p:nvPr/>
          </p:nvSpPr>
          <p:spPr>
            <a:xfrm>
              <a:off x="7696858" y="2779560"/>
              <a:ext cx="58903" cy="112335"/>
            </a:xfrm>
            <a:custGeom>
              <a:avLst/>
              <a:gdLst/>
              <a:ahLst/>
              <a:cxnLst/>
              <a:rect l="l" t="t" r="r" b="b"/>
              <a:pathLst>
                <a:path w="1852" h="3532" fill="none" extrusionOk="0">
                  <a:moveTo>
                    <a:pt x="1" y="3532"/>
                  </a:moveTo>
                  <a:cubicBezTo>
                    <a:pt x="525" y="3255"/>
                    <a:pt x="958" y="2865"/>
                    <a:pt x="1263" y="2376"/>
                  </a:cubicBezTo>
                  <a:cubicBezTo>
                    <a:pt x="1702" y="1681"/>
                    <a:pt x="1851" y="809"/>
                    <a:pt x="1710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2"/>
            <p:cNvSpPr/>
            <p:nvPr/>
          </p:nvSpPr>
          <p:spPr>
            <a:xfrm>
              <a:off x="7756842" y="2491598"/>
              <a:ext cx="695766" cy="662371"/>
            </a:xfrm>
            <a:custGeom>
              <a:avLst/>
              <a:gdLst/>
              <a:ahLst/>
              <a:cxnLst/>
              <a:rect l="l" t="t" r="r" b="b"/>
              <a:pathLst>
                <a:path w="21876" h="20826" extrusionOk="0">
                  <a:moveTo>
                    <a:pt x="10393" y="1"/>
                  </a:moveTo>
                  <a:cubicBezTo>
                    <a:pt x="9796" y="1"/>
                    <a:pt x="9196" y="139"/>
                    <a:pt x="8659" y="397"/>
                  </a:cubicBezTo>
                  <a:cubicBezTo>
                    <a:pt x="7666" y="879"/>
                    <a:pt x="6872" y="1730"/>
                    <a:pt x="6368" y="2708"/>
                  </a:cubicBezTo>
                  <a:cubicBezTo>
                    <a:pt x="5944" y="2511"/>
                    <a:pt x="5487" y="2419"/>
                    <a:pt x="5030" y="2419"/>
                  </a:cubicBezTo>
                  <a:cubicBezTo>
                    <a:pt x="3847" y="2419"/>
                    <a:pt x="2658" y="3035"/>
                    <a:pt x="1993" y="4027"/>
                  </a:cubicBezTo>
                  <a:cubicBezTo>
                    <a:pt x="1079" y="5403"/>
                    <a:pt x="1171" y="7331"/>
                    <a:pt x="2093" y="8707"/>
                  </a:cubicBezTo>
                  <a:cubicBezTo>
                    <a:pt x="2069" y="8703"/>
                    <a:pt x="2045" y="8702"/>
                    <a:pt x="2021" y="8702"/>
                  </a:cubicBezTo>
                  <a:cubicBezTo>
                    <a:pt x="1849" y="8702"/>
                    <a:pt x="1694" y="8790"/>
                    <a:pt x="1632" y="8927"/>
                  </a:cubicBezTo>
                  <a:cubicBezTo>
                    <a:pt x="1561" y="9083"/>
                    <a:pt x="1632" y="9288"/>
                    <a:pt x="1859" y="9459"/>
                  </a:cubicBezTo>
                  <a:cubicBezTo>
                    <a:pt x="1369" y="9565"/>
                    <a:pt x="901" y="9792"/>
                    <a:pt x="554" y="10153"/>
                  </a:cubicBezTo>
                  <a:cubicBezTo>
                    <a:pt x="206" y="10515"/>
                    <a:pt x="1" y="11018"/>
                    <a:pt x="29" y="11515"/>
                  </a:cubicBezTo>
                  <a:cubicBezTo>
                    <a:pt x="65" y="12018"/>
                    <a:pt x="355" y="12500"/>
                    <a:pt x="937" y="12869"/>
                  </a:cubicBezTo>
                  <a:cubicBezTo>
                    <a:pt x="391" y="13068"/>
                    <a:pt x="29" y="13670"/>
                    <a:pt x="79" y="14259"/>
                  </a:cubicBezTo>
                  <a:cubicBezTo>
                    <a:pt x="121" y="14840"/>
                    <a:pt x="540" y="15365"/>
                    <a:pt x="1072" y="15599"/>
                  </a:cubicBezTo>
                  <a:cubicBezTo>
                    <a:pt x="1376" y="15733"/>
                    <a:pt x="1715" y="15779"/>
                    <a:pt x="2067" y="15779"/>
                  </a:cubicBezTo>
                  <a:cubicBezTo>
                    <a:pt x="2331" y="15779"/>
                    <a:pt x="2602" y="15753"/>
                    <a:pt x="2873" y="15720"/>
                  </a:cubicBezTo>
                  <a:lnTo>
                    <a:pt x="2873" y="15720"/>
                  </a:lnTo>
                  <a:cubicBezTo>
                    <a:pt x="2809" y="16110"/>
                    <a:pt x="3000" y="16528"/>
                    <a:pt x="3333" y="16734"/>
                  </a:cubicBezTo>
                  <a:cubicBezTo>
                    <a:pt x="3513" y="16838"/>
                    <a:pt x="3725" y="16882"/>
                    <a:pt x="3938" y="16882"/>
                  </a:cubicBezTo>
                  <a:cubicBezTo>
                    <a:pt x="4129" y="16882"/>
                    <a:pt x="4322" y="16847"/>
                    <a:pt x="4496" y="16790"/>
                  </a:cubicBezTo>
                  <a:cubicBezTo>
                    <a:pt x="4596" y="17429"/>
                    <a:pt x="5021" y="18010"/>
                    <a:pt x="5603" y="18294"/>
                  </a:cubicBezTo>
                  <a:cubicBezTo>
                    <a:pt x="5872" y="18430"/>
                    <a:pt x="6173" y="18501"/>
                    <a:pt x="6468" y="18501"/>
                  </a:cubicBezTo>
                  <a:cubicBezTo>
                    <a:pt x="6801" y="18501"/>
                    <a:pt x="7126" y="18411"/>
                    <a:pt x="7389" y="18223"/>
                  </a:cubicBezTo>
                  <a:cubicBezTo>
                    <a:pt x="7893" y="19244"/>
                    <a:pt x="8836" y="20045"/>
                    <a:pt x="9935" y="20371"/>
                  </a:cubicBezTo>
                  <a:cubicBezTo>
                    <a:pt x="10321" y="20486"/>
                    <a:pt x="10724" y="20542"/>
                    <a:pt x="11126" y="20542"/>
                  </a:cubicBezTo>
                  <a:cubicBezTo>
                    <a:pt x="11862" y="20542"/>
                    <a:pt x="12597" y="20355"/>
                    <a:pt x="13225" y="20002"/>
                  </a:cubicBezTo>
                  <a:cubicBezTo>
                    <a:pt x="13239" y="20166"/>
                    <a:pt x="13261" y="20329"/>
                    <a:pt x="13324" y="20470"/>
                  </a:cubicBezTo>
                  <a:cubicBezTo>
                    <a:pt x="13381" y="20619"/>
                    <a:pt x="13495" y="20754"/>
                    <a:pt x="13643" y="20804"/>
                  </a:cubicBezTo>
                  <a:cubicBezTo>
                    <a:pt x="13684" y="20818"/>
                    <a:pt x="13726" y="20825"/>
                    <a:pt x="13768" y="20825"/>
                  </a:cubicBezTo>
                  <a:cubicBezTo>
                    <a:pt x="13888" y="20825"/>
                    <a:pt x="14004" y="20767"/>
                    <a:pt x="14062" y="20662"/>
                  </a:cubicBezTo>
                  <a:cubicBezTo>
                    <a:pt x="14126" y="20527"/>
                    <a:pt x="14083" y="20364"/>
                    <a:pt x="14126" y="20173"/>
                  </a:cubicBezTo>
                  <a:cubicBezTo>
                    <a:pt x="14555" y="20447"/>
                    <a:pt x="15064" y="20581"/>
                    <a:pt x="15574" y="20581"/>
                  </a:cubicBezTo>
                  <a:cubicBezTo>
                    <a:pt x="16226" y="20581"/>
                    <a:pt x="16880" y="20361"/>
                    <a:pt x="17373" y="19932"/>
                  </a:cubicBezTo>
                  <a:cubicBezTo>
                    <a:pt x="18260" y="19173"/>
                    <a:pt x="18557" y="17811"/>
                    <a:pt x="18203" y="16741"/>
                  </a:cubicBezTo>
                  <a:lnTo>
                    <a:pt x="18203" y="16741"/>
                  </a:lnTo>
                  <a:cubicBezTo>
                    <a:pt x="18243" y="16742"/>
                    <a:pt x="18283" y="16743"/>
                    <a:pt x="18323" y="16743"/>
                  </a:cubicBezTo>
                  <a:cubicBezTo>
                    <a:pt x="19319" y="16743"/>
                    <a:pt x="20321" y="16320"/>
                    <a:pt x="20968" y="15564"/>
                  </a:cubicBezTo>
                  <a:cubicBezTo>
                    <a:pt x="21635" y="14769"/>
                    <a:pt x="21876" y="13614"/>
                    <a:pt x="21493" y="12649"/>
                  </a:cubicBezTo>
                  <a:cubicBezTo>
                    <a:pt x="21145" y="11763"/>
                    <a:pt x="20358" y="11132"/>
                    <a:pt x="19479" y="10607"/>
                  </a:cubicBezTo>
                  <a:cubicBezTo>
                    <a:pt x="19749" y="10558"/>
                    <a:pt x="19990" y="10387"/>
                    <a:pt x="20131" y="10153"/>
                  </a:cubicBezTo>
                  <a:cubicBezTo>
                    <a:pt x="20181" y="10068"/>
                    <a:pt x="20217" y="9948"/>
                    <a:pt x="20160" y="9870"/>
                  </a:cubicBezTo>
                  <a:cubicBezTo>
                    <a:pt x="20110" y="9813"/>
                    <a:pt x="20039" y="9799"/>
                    <a:pt x="19968" y="9792"/>
                  </a:cubicBezTo>
                  <a:cubicBezTo>
                    <a:pt x="19936" y="9789"/>
                    <a:pt x="19904" y="9787"/>
                    <a:pt x="19872" y="9787"/>
                  </a:cubicBezTo>
                  <a:cubicBezTo>
                    <a:pt x="19692" y="9787"/>
                    <a:pt x="19516" y="9837"/>
                    <a:pt x="19366" y="9934"/>
                  </a:cubicBezTo>
                  <a:cubicBezTo>
                    <a:pt x="20046" y="9473"/>
                    <a:pt x="20585" y="8778"/>
                    <a:pt x="20791" y="7984"/>
                  </a:cubicBezTo>
                  <a:cubicBezTo>
                    <a:pt x="20989" y="7189"/>
                    <a:pt x="20841" y="6303"/>
                    <a:pt x="20344" y="5651"/>
                  </a:cubicBezTo>
                  <a:cubicBezTo>
                    <a:pt x="19915" y="5094"/>
                    <a:pt x="19227" y="4739"/>
                    <a:pt x="18533" y="4739"/>
                  </a:cubicBezTo>
                  <a:cubicBezTo>
                    <a:pt x="18413" y="4739"/>
                    <a:pt x="18293" y="4750"/>
                    <a:pt x="18174" y="4772"/>
                  </a:cubicBezTo>
                  <a:cubicBezTo>
                    <a:pt x="17898" y="4006"/>
                    <a:pt x="17267" y="3382"/>
                    <a:pt x="16508" y="3098"/>
                  </a:cubicBezTo>
                  <a:cubicBezTo>
                    <a:pt x="16198" y="2983"/>
                    <a:pt x="15868" y="2925"/>
                    <a:pt x="15535" y="2925"/>
                  </a:cubicBezTo>
                  <a:cubicBezTo>
                    <a:pt x="15044" y="2925"/>
                    <a:pt x="14546" y="3051"/>
                    <a:pt x="14090" y="3304"/>
                  </a:cubicBezTo>
                  <a:cubicBezTo>
                    <a:pt x="14196" y="3119"/>
                    <a:pt x="14296" y="2935"/>
                    <a:pt x="14402" y="2751"/>
                  </a:cubicBezTo>
                  <a:cubicBezTo>
                    <a:pt x="14445" y="2680"/>
                    <a:pt x="14487" y="2588"/>
                    <a:pt x="14438" y="2524"/>
                  </a:cubicBezTo>
                  <a:cubicBezTo>
                    <a:pt x="14409" y="2485"/>
                    <a:pt x="14367" y="2471"/>
                    <a:pt x="14321" y="2471"/>
                  </a:cubicBezTo>
                  <a:cubicBezTo>
                    <a:pt x="14275" y="2471"/>
                    <a:pt x="14225" y="2485"/>
                    <a:pt x="14182" y="2503"/>
                  </a:cubicBezTo>
                  <a:cubicBezTo>
                    <a:pt x="13970" y="2595"/>
                    <a:pt x="13778" y="2737"/>
                    <a:pt x="13622" y="2914"/>
                  </a:cubicBezTo>
                  <a:cubicBezTo>
                    <a:pt x="13615" y="1793"/>
                    <a:pt x="12863" y="772"/>
                    <a:pt x="11864" y="311"/>
                  </a:cubicBezTo>
                  <a:cubicBezTo>
                    <a:pt x="11402" y="100"/>
                    <a:pt x="10898" y="1"/>
                    <a:pt x="103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2"/>
            <p:cNvSpPr/>
            <p:nvPr/>
          </p:nvSpPr>
          <p:spPr>
            <a:xfrm>
              <a:off x="7796980" y="2491788"/>
              <a:ext cx="281951" cy="216083"/>
            </a:xfrm>
            <a:custGeom>
              <a:avLst/>
              <a:gdLst/>
              <a:ahLst/>
              <a:cxnLst/>
              <a:rect l="l" t="t" r="r" b="b"/>
              <a:pathLst>
                <a:path w="8865" h="6794" fill="none" extrusionOk="0">
                  <a:moveTo>
                    <a:pt x="129" y="6794"/>
                  </a:moveTo>
                  <a:cubicBezTo>
                    <a:pt x="1" y="5829"/>
                    <a:pt x="192" y="4829"/>
                    <a:pt x="731" y="4021"/>
                  </a:cubicBezTo>
                  <a:cubicBezTo>
                    <a:pt x="1653" y="2645"/>
                    <a:pt x="3582" y="1993"/>
                    <a:pt x="5106" y="2702"/>
                  </a:cubicBezTo>
                  <a:cubicBezTo>
                    <a:pt x="5610" y="1724"/>
                    <a:pt x="6404" y="873"/>
                    <a:pt x="7397" y="391"/>
                  </a:cubicBezTo>
                  <a:cubicBezTo>
                    <a:pt x="7850" y="171"/>
                    <a:pt x="8354" y="36"/>
                    <a:pt x="8864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2"/>
            <p:cNvSpPr/>
            <p:nvPr/>
          </p:nvSpPr>
          <p:spPr>
            <a:xfrm>
              <a:off x="7757065" y="2822847"/>
              <a:ext cx="59348" cy="170538"/>
            </a:xfrm>
            <a:custGeom>
              <a:avLst/>
              <a:gdLst/>
              <a:ahLst/>
              <a:cxnLst/>
              <a:rect l="l" t="t" r="r" b="b"/>
              <a:pathLst>
                <a:path w="1866" h="5362" fill="none" extrusionOk="0">
                  <a:moveTo>
                    <a:pt x="1866" y="5361"/>
                  </a:moveTo>
                  <a:cubicBezTo>
                    <a:pt x="1582" y="5347"/>
                    <a:pt x="1313" y="5298"/>
                    <a:pt x="1065" y="5184"/>
                  </a:cubicBezTo>
                  <a:cubicBezTo>
                    <a:pt x="533" y="4950"/>
                    <a:pt x="114" y="4425"/>
                    <a:pt x="72" y="3844"/>
                  </a:cubicBezTo>
                  <a:cubicBezTo>
                    <a:pt x="22" y="3255"/>
                    <a:pt x="384" y="2653"/>
                    <a:pt x="930" y="2454"/>
                  </a:cubicBezTo>
                  <a:cubicBezTo>
                    <a:pt x="348" y="2085"/>
                    <a:pt x="58" y="1603"/>
                    <a:pt x="22" y="1100"/>
                  </a:cubicBezTo>
                  <a:cubicBezTo>
                    <a:pt x="1" y="710"/>
                    <a:pt x="121" y="320"/>
                    <a:pt x="341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2"/>
            <p:cNvSpPr/>
            <p:nvPr/>
          </p:nvSpPr>
          <p:spPr>
            <a:xfrm>
              <a:off x="7914945" y="3057854"/>
              <a:ext cx="24840" cy="17843"/>
            </a:xfrm>
            <a:custGeom>
              <a:avLst/>
              <a:gdLst/>
              <a:ahLst/>
              <a:cxnLst/>
              <a:rect l="l" t="t" r="r" b="b"/>
              <a:pathLst>
                <a:path w="781" h="561" fill="none" extrusionOk="0">
                  <a:moveTo>
                    <a:pt x="780" y="561"/>
                  </a:moveTo>
                  <a:cubicBezTo>
                    <a:pt x="731" y="539"/>
                    <a:pt x="681" y="518"/>
                    <a:pt x="632" y="490"/>
                  </a:cubicBezTo>
                  <a:cubicBezTo>
                    <a:pt x="390" y="369"/>
                    <a:pt x="178" y="199"/>
                    <a:pt x="0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2"/>
            <p:cNvSpPr/>
            <p:nvPr/>
          </p:nvSpPr>
          <p:spPr>
            <a:xfrm>
              <a:off x="7959154" y="3071148"/>
              <a:ext cx="100377" cy="63642"/>
            </a:xfrm>
            <a:custGeom>
              <a:avLst/>
              <a:gdLst/>
              <a:ahLst/>
              <a:cxnLst/>
              <a:rect l="l" t="t" r="r" b="b"/>
              <a:pathLst>
                <a:path w="3156" h="2001" fill="none" extrusionOk="0">
                  <a:moveTo>
                    <a:pt x="3156" y="2000"/>
                  </a:moveTo>
                  <a:cubicBezTo>
                    <a:pt x="2241" y="1617"/>
                    <a:pt x="1468" y="894"/>
                    <a:pt x="1028" y="1"/>
                  </a:cubicBezTo>
                  <a:cubicBezTo>
                    <a:pt x="738" y="206"/>
                    <a:pt x="369" y="298"/>
                    <a:pt x="0" y="277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2"/>
            <p:cNvSpPr/>
            <p:nvPr/>
          </p:nvSpPr>
          <p:spPr>
            <a:xfrm>
              <a:off x="8138438" y="3101840"/>
              <a:ext cx="189908" cy="53242"/>
            </a:xfrm>
            <a:custGeom>
              <a:avLst/>
              <a:gdLst/>
              <a:ahLst/>
              <a:cxnLst/>
              <a:rect l="l" t="t" r="r" b="b"/>
              <a:pathLst>
                <a:path w="5971" h="1674" fill="none" extrusionOk="0">
                  <a:moveTo>
                    <a:pt x="5971" y="0"/>
                  </a:moveTo>
                  <a:cubicBezTo>
                    <a:pt x="5815" y="284"/>
                    <a:pt x="5616" y="539"/>
                    <a:pt x="5375" y="745"/>
                  </a:cubicBezTo>
                  <a:cubicBezTo>
                    <a:pt x="4496" y="1510"/>
                    <a:pt x="3106" y="1610"/>
                    <a:pt x="2128" y="986"/>
                  </a:cubicBezTo>
                  <a:cubicBezTo>
                    <a:pt x="2085" y="1177"/>
                    <a:pt x="2128" y="1340"/>
                    <a:pt x="2064" y="1475"/>
                  </a:cubicBezTo>
                  <a:cubicBezTo>
                    <a:pt x="1986" y="1617"/>
                    <a:pt x="1801" y="1673"/>
                    <a:pt x="1645" y="1617"/>
                  </a:cubicBezTo>
                  <a:cubicBezTo>
                    <a:pt x="1497" y="1567"/>
                    <a:pt x="1383" y="1432"/>
                    <a:pt x="1326" y="1283"/>
                  </a:cubicBezTo>
                  <a:cubicBezTo>
                    <a:pt x="1263" y="1142"/>
                    <a:pt x="1241" y="979"/>
                    <a:pt x="1227" y="815"/>
                  </a:cubicBezTo>
                  <a:cubicBezTo>
                    <a:pt x="851" y="1028"/>
                    <a:pt x="433" y="1177"/>
                    <a:pt x="0" y="126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2"/>
            <p:cNvSpPr/>
            <p:nvPr/>
          </p:nvSpPr>
          <p:spPr>
            <a:xfrm>
              <a:off x="8335757" y="2893899"/>
              <a:ext cx="116852" cy="161061"/>
            </a:xfrm>
            <a:custGeom>
              <a:avLst/>
              <a:gdLst/>
              <a:ahLst/>
              <a:cxnLst/>
              <a:rect l="l" t="t" r="r" b="b"/>
              <a:pathLst>
                <a:path w="3674" h="5064" fill="none" extrusionOk="0">
                  <a:moveTo>
                    <a:pt x="3291" y="0"/>
                  </a:moveTo>
                  <a:cubicBezTo>
                    <a:pt x="3674" y="965"/>
                    <a:pt x="3433" y="2120"/>
                    <a:pt x="2766" y="2915"/>
                  </a:cubicBezTo>
                  <a:cubicBezTo>
                    <a:pt x="2093" y="3702"/>
                    <a:pt x="1036" y="4127"/>
                    <a:pt x="1" y="4092"/>
                  </a:cubicBezTo>
                  <a:cubicBezTo>
                    <a:pt x="107" y="4404"/>
                    <a:pt x="150" y="4730"/>
                    <a:pt x="150" y="506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2"/>
            <p:cNvSpPr/>
            <p:nvPr/>
          </p:nvSpPr>
          <p:spPr>
            <a:xfrm>
              <a:off x="8372746" y="2726096"/>
              <a:ext cx="48057" cy="126552"/>
            </a:xfrm>
            <a:custGeom>
              <a:avLst/>
              <a:gdLst/>
              <a:ahLst/>
              <a:cxnLst/>
              <a:rect l="l" t="t" r="r" b="b"/>
              <a:pathLst>
                <a:path w="1511" h="3979" fill="none" extrusionOk="0">
                  <a:moveTo>
                    <a:pt x="1511" y="1"/>
                  </a:moveTo>
                  <a:cubicBezTo>
                    <a:pt x="1504" y="206"/>
                    <a:pt x="1476" y="412"/>
                    <a:pt x="1426" y="611"/>
                  </a:cubicBezTo>
                  <a:cubicBezTo>
                    <a:pt x="1220" y="1405"/>
                    <a:pt x="681" y="2100"/>
                    <a:pt x="1" y="2561"/>
                  </a:cubicBezTo>
                  <a:cubicBezTo>
                    <a:pt x="178" y="2447"/>
                    <a:pt x="391" y="2398"/>
                    <a:pt x="603" y="2419"/>
                  </a:cubicBezTo>
                  <a:cubicBezTo>
                    <a:pt x="674" y="2426"/>
                    <a:pt x="745" y="2440"/>
                    <a:pt x="788" y="2497"/>
                  </a:cubicBezTo>
                  <a:cubicBezTo>
                    <a:pt x="852" y="2575"/>
                    <a:pt x="816" y="2695"/>
                    <a:pt x="766" y="2780"/>
                  </a:cubicBezTo>
                  <a:cubicBezTo>
                    <a:pt x="625" y="3014"/>
                    <a:pt x="384" y="3185"/>
                    <a:pt x="114" y="3234"/>
                  </a:cubicBezTo>
                  <a:cubicBezTo>
                    <a:pt x="490" y="3454"/>
                    <a:pt x="852" y="3702"/>
                    <a:pt x="1164" y="397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2"/>
            <p:cNvSpPr/>
            <p:nvPr/>
          </p:nvSpPr>
          <p:spPr>
            <a:xfrm>
              <a:off x="8281879" y="2590129"/>
              <a:ext cx="53019" cy="53242"/>
            </a:xfrm>
            <a:custGeom>
              <a:avLst/>
              <a:gdLst/>
              <a:ahLst/>
              <a:cxnLst/>
              <a:rect l="l" t="t" r="r" b="b"/>
              <a:pathLst>
                <a:path w="1667" h="1674" fill="none" extrusionOk="0">
                  <a:moveTo>
                    <a:pt x="0" y="0"/>
                  </a:moveTo>
                  <a:cubicBezTo>
                    <a:pt x="759" y="284"/>
                    <a:pt x="1390" y="908"/>
                    <a:pt x="1666" y="1674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2"/>
            <p:cNvSpPr/>
            <p:nvPr/>
          </p:nvSpPr>
          <p:spPr>
            <a:xfrm>
              <a:off x="7696858" y="2846319"/>
              <a:ext cx="335829" cy="375967"/>
            </a:xfrm>
            <a:custGeom>
              <a:avLst/>
              <a:gdLst/>
              <a:ahLst/>
              <a:cxnLst/>
              <a:rect l="l" t="t" r="r" b="b"/>
              <a:pathLst>
                <a:path w="10559" h="11821" extrusionOk="0">
                  <a:moveTo>
                    <a:pt x="8247" y="0"/>
                  </a:moveTo>
                  <a:lnTo>
                    <a:pt x="6914" y="1553"/>
                  </a:lnTo>
                  <a:lnTo>
                    <a:pt x="6836" y="596"/>
                  </a:lnTo>
                  <a:lnTo>
                    <a:pt x="6397" y="738"/>
                  </a:lnTo>
                  <a:lnTo>
                    <a:pt x="6241" y="1702"/>
                  </a:lnTo>
                  <a:cubicBezTo>
                    <a:pt x="4298" y="4758"/>
                    <a:pt x="2355" y="7814"/>
                    <a:pt x="412" y="10870"/>
                  </a:cubicBezTo>
                  <a:cubicBezTo>
                    <a:pt x="270" y="10346"/>
                    <a:pt x="135" y="9814"/>
                    <a:pt x="1" y="9289"/>
                  </a:cubicBezTo>
                  <a:lnTo>
                    <a:pt x="1" y="11820"/>
                  </a:lnTo>
                  <a:lnTo>
                    <a:pt x="2582" y="11820"/>
                  </a:lnTo>
                  <a:cubicBezTo>
                    <a:pt x="3539" y="10019"/>
                    <a:pt x="4489" y="8254"/>
                    <a:pt x="5439" y="6488"/>
                  </a:cubicBezTo>
                  <a:cubicBezTo>
                    <a:pt x="5503" y="6488"/>
                    <a:pt x="8829" y="4928"/>
                    <a:pt x="8829" y="4928"/>
                  </a:cubicBezTo>
                  <a:lnTo>
                    <a:pt x="10353" y="5524"/>
                  </a:lnTo>
                  <a:lnTo>
                    <a:pt x="10559" y="5212"/>
                  </a:lnTo>
                  <a:lnTo>
                    <a:pt x="9524" y="4510"/>
                  </a:lnTo>
                  <a:lnTo>
                    <a:pt x="10467" y="4006"/>
                  </a:lnTo>
                  <a:lnTo>
                    <a:pt x="10389" y="3496"/>
                  </a:lnTo>
                  <a:cubicBezTo>
                    <a:pt x="8978" y="3971"/>
                    <a:pt x="7567" y="4446"/>
                    <a:pt x="6155" y="4928"/>
                  </a:cubicBezTo>
                  <a:cubicBezTo>
                    <a:pt x="7006" y="3262"/>
                    <a:pt x="7815" y="1766"/>
                    <a:pt x="8630" y="263"/>
                  </a:cubicBezTo>
                  <a:cubicBezTo>
                    <a:pt x="8673" y="128"/>
                    <a:pt x="8247" y="0"/>
                    <a:pt x="8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2"/>
            <p:cNvSpPr/>
            <p:nvPr/>
          </p:nvSpPr>
          <p:spPr>
            <a:xfrm>
              <a:off x="7709930" y="2869759"/>
              <a:ext cx="190385" cy="322312"/>
            </a:xfrm>
            <a:custGeom>
              <a:avLst/>
              <a:gdLst/>
              <a:ahLst/>
              <a:cxnLst/>
              <a:rect l="l" t="t" r="r" b="b"/>
              <a:pathLst>
                <a:path w="5986" h="10134" fill="none" extrusionOk="0">
                  <a:moveTo>
                    <a:pt x="5986" y="1"/>
                  </a:moveTo>
                  <a:lnTo>
                    <a:pt x="5830" y="965"/>
                  </a:lnTo>
                  <a:cubicBezTo>
                    <a:pt x="5128" y="2071"/>
                    <a:pt x="4426" y="3170"/>
                    <a:pt x="3724" y="4276"/>
                  </a:cubicBezTo>
                  <a:moveTo>
                    <a:pt x="3256" y="5014"/>
                  </a:moveTo>
                  <a:lnTo>
                    <a:pt x="1" y="10133"/>
                  </a:ln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2"/>
            <p:cNvSpPr/>
            <p:nvPr/>
          </p:nvSpPr>
          <p:spPr>
            <a:xfrm>
              <a:off x="7877510" y="2814037"/>
              <a:ext cx="188572" cy="236852"/>
            </a:xfrm>
            <a:custGeom>
              <a:avLst/>
              <a:gdLst/>
              <a:ahLst/>
              <a:cxnLst/>
              <a:rect l="l" t="t" r="r" b="b"/>
              <a:pathLst>
                <a:path w="5929" h="7447" extrusionOk="0">
                  <a:moveTo>
                    <a:pt x="2524" y="1"/>
                  </a:moveTo>
                  <a:cubicBezTo>
                    <a:pt x="2512" y="1"/>
                    <a:pt x="2501" y="1"/>
                    <a:pt x="2489" y="1"/>
                  </a:cubicBezTo>
                  <a:cubicBezTo>
                    <a:pt x="908" y="37"/>
                    <a:pt x="0" y="1746"/>
                    <a:pt x="0" y="1746"/>
                  </a:cubicBezTo>
                  <a:cubicBezTo>
                    <a:pt x="0" y="1746"/>
                    <a:pt x="270" y="1899"/>
                    <a:pt x="647" y="1899"/>
                  </a:cubicBezTo>
                  <a:cubicBezTo>
                    <a:pt x="935" y="1899"/>
                    <a:pt x="1284" y="1810"/>
                    <a:pt x="1624" y="1497"/>
                  </a:cubicBezTo>
                  <a:cubicBezTo>
                    <a:pt x="1624" y="1497"/>
                    <a:pt x="2213" y="1441"/>
                    <a:pt x="2262" y="994"/>
                  </a:cubicBezTo>
                  <a:cubicBezTo>
                    <a:pt x="2262" y="994"/>
                    <a:pt x="2505" y="1867"/>
                    <a:pt x="3279" y="1867"/>
                  </a:cubicBezTo>
                  <a:cubicBezTo>
                    <a:pt x="3321" y="1867"/>
                    <a:pt x="3365" y="1865"/>
                    <a:pt x="3411" y="1859"/>
                  </a:cubicBezTo>
                  <a:lnTo>
                    <a:pt x="3411" y="1859"/>
                  </a:lnTo>
                  <a:cubicBezTo>
                    <a:pt x="3411" y="1859"/>
                    <a:pt x="2986" y="2958"/>
                    <a:pt x="3886" y="3185"/>
                  </a:cubicBezTo>
                  <a:cubicBezTo>
                    <a:pt x="3886" y="3185"/>
                    <a:pt x="3801" y="4029"/>
                    <a:pt x="4439" y="4114"/>
                  </a:cubicBezTo>
                  <a:cubicBezTo>
                    <a:pt x="4439" y="4114"/>
                    <a:pt x="3808" y="5511"/>
                    <a:pt x="4737" y="6794"/>
                  </a:cubicBezTo>
                  <a:cubicBezTo>
                    <a:pt x="4737" y="6794"/>
                    <a:pt x="4446" y="7447"/>
                    <a:pt x="5141" y="7447"/>
                  </a:cubicBezTo>
                  <a:cubicBezTo>
                    <a:pt x="5141" y="7447"/>
                    <a:pt x="5928" y="5383"/>
                    <a:pt x="5744" y="3880"/>
                  </a:cubicBezTo>
                  <a:cubicBezTo>
                    <a:pt x="5561" y="2388"/>
                    <a:pt x="4099" y="1"/>
                    <a:pt x="25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2"/>
            <p:cNvSpPr/>
            <p:nvPr/>
          </p:nvSpPr>
          <p:spPr>
            <a:xfrm>
              <a:off x="7877510" y="2845619"/>
              <a:ext cx="163541" cy="205269"/>
            </a:xfrm>
            <a:custGeom>
              <a:avLst/>
              <a:gdLst/>
              <a:ahLst/>
              <a:cxnLst/>
              <a:rect l="l" t="t" r="r" b="b"/>
              <a:pathLst>
                <a:path w="5142" h="6454" fill="none" extrusionOk="0">
                  <a:moveTo>
                    <a:pt x="5141" y="6454"/>
                  </a:moveTo>
                  <a:cubicBezTo>
                    <a:pt x="4446" y="6454"/>
                    <a:pt x="4737" y="5801"/>
                    <a:pt x="4737" y="5801"/>
                  </a:cubicBezTo>
                  <a:cubicBezTo>
                    <a:pt x="3808" y="4518"/>
                    <a:pt x="4439" y="3121"/>
                    <a:pt x="4439" y="3121"/>
                  </a:cubicBezTo>
                  <a:cubicBezTo>
                    <a:pt x="3801" y="3036"/>
                    <a:pt x="3886" y="2192"/>
                    <a:pt x="3886" y="2192"/>
                  </a:cubicBezTo>
                  <a:cubicBezTo>
                    <a:pt x="2986" y="1965"/>
                    <a:pt x="3411" y="866"/>
                    <a:pt x="3411" y="866"/>
                  </a:cubicBezTo>
                  <a:cubicBezTo>
                    <a:pt x="2532" y="972"/>
                    <a:pt x="2262" y="1"/>
                    <a:pt x="2262" y="1"/>
                  </a:cubicBezTo>
                  <a:cubicBezTo>
                    <a:pt x="2213" y="448"/>
                    <a:pt x="1624" y="504"/>
                    <a:pt x="1624" y="504"/>
                  </a:cubicBezTo>
                  <a:cubicBezTo>
                    <a:pt x="837" y="1228"/>
                    <a:pt x="0" y="753"/>
                    <a:pt x="0" y="75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2"/>
            <p:cNvSpPr/>
            <p:nvPr/>
          </p:nvSpPr>
          <p:spPr>
            <a:xfrm>
              <a:off x="7789092" y="2604792"/>
              <a:ext cx="69939" cy="50729"/>
            </a:xfrm>
            <a:custGeom>
              <a:avLst/>
              <a:gdLst/>
              <a:ahLst/>
              <a:cxnLst/>
              <a:rect l="l" t="t" r="r" b="b"/>
              <a:pathLst>
                <a:path w="2199" h="1595" extrusionOk="0">
                  <a:moveTo>
                    <a:pt x="1074" y="0"/>
                  </a:moveTo>
                  <a:cubicBezTo>
                    <a:pt x="815" y="0"/>
                    <a:pt x="556" y="76"/>
                    <a:pt x="348" y="227"/>
                  </a:cubicBezTo>
                  <a:cubicBezTo>
                    <a:pt x="206" y="333"/>
                    <a:pt x="86" y="475"/>
                    <a:pt x="43" y="652"/>
                  </a:cubicBezTo>
                  <a:cubicBezTo>
                    <a:pt x="1" y="858"/>
                    <a:pt x="86" y="1085"/>
                    <a:pt x="242" y="1241"/>
                  </a:cubicBezTo>
                  <a:cubicBezTo>
                    <a:pt x="391" y="1397"/>
                    <a:pt x="596" y="1482"/>
                    <a:pt x="802" y="1539"/>
                  </a:cubicBezTo>
                  <a:cubicBezTo>
                    <a:pt x="942" y="1573"/>
                    <a:pt x="1087" y="1595"/>
                    <a:pt x="1229" y="1595"/>
                  </a:cubicBezTo>
                  <a:cubicBezTo>
                    <a:pt x="1352" y="1595"/>
                    <a:pt x="1474" y="1578"/>
                    <a:pt x="1589" y="1539"/>
                  </a:cubicBezTo>
                  <a:cubicBezTo>
                    <a:pt x="1837" y="1454"/>
                    <a:pt x="2064" y="1255"/>
                    <a:pt x="2128" y="993"/>
                  </a:cubicBezTo>
                  <a:cubicBezTo>
                    <a:pt x="2199" y="737"/>
                    <a:pt x="2085" y="440"/>
                    <a:pt x="1781" y="220"/>
                  </a:cubicBezTo>
                  <a:cubicBezTo>
                    <a:pt x="1577" y="73"/>
                    <a:pt x="1326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2"/>
            <p:cNvSpPr/>
            <p:nvPr/>
          </p:nvSpPr>
          <p:spPr>
            <a:xfrm>
              <a:off x="7789092" y="2603869"/>
              <a:ext cx="39279" cy="40392"/>
            </a:xfrm>
            <a:custGeom>
              <a:avLst/>
              <a:gdLst/>
              <a:ahLst/>
              <a:cxnLst/>
              <a:rect l="l" t="t" r="r" b="b"/>
              <a:pathLst>
                <a:path w="1235" h="1270" fill="none" extrusionOk="0">
                  <a:moveTo>
                    <a:pt x="1235" y="36"/>
                  </a:moveTo>
                  <a:cubicBezTo>
                    <a:pt x="930" y="1"/>
                    <a:pt x="604" y="72"/>
                    <a:pt x="355" y="256"/>
                  </a:cubicBezTo>
                  <a:cubicBezTo>
                    <a:pt x="206" y="362"/>
                    <a:pt x="86" y="504"/>
                    <a:pt x="43" y="681"/>
                  </a:cubicBezTo>
                  <a:cubicBezTo>
                    <a:pt x="1" y="887"/>
                    <a:pt x="86" y="1114"/>
                    <a:pt x="242" y="1270"/>
                  </a:cubicBezTo>
                </a:path>
              </a:pathLst>
            </a:custGeom>
            <a:noFill/>
            <a:ln w="3025" cap="rnd" cmpd="sng">
              <a:solidFill>
                <a:srgbClr val="2B22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2"/>
            <p:cNvSpPr/>
            <p:nvPr/>
          </p:nvSpPr>
          <p:spPr>
            <a:xfrm>
              <a:off x="7850221" y="2615828"/>
              <a:ext cx="7029" cy="13104"/>
            </a:xfrm>
            <a:custGeom>
              <a:avLst/>
              <a:gdLst/>
              <a:ahLst/>
              <a:cxnLst/>
              <a:rect l="l" t="t" r="r" b="b"/>
              <a:pathLst>
                <a:path w="221" h="412" fill="none" extrusionOk="0">
                  <a:moveTo>
                    <a:pt x="220" y="412"/>
                  </a:moveTo>
                  <a:cubicBezTo>
                    <a:pt x="199" y="270"/>
                    <a:pt x="128" y="121"/>
                    <a:pt x="0" y="0"/>
                  </a:cubicBezTo>
                </a:path>
              </a:pathLst>
            </a:custGeom>
            <a:noFill/>
            <a:ln w="3025" cap="rnd" cmpd="sng">
              <a:solidFill>
                <a:srgbClr val="2B22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2"/>
            <p:cNvSpPr/>
            <p:nvPr/>
          </p:nvSpPr>
          <p:spPr>
            <a:xfrm>
              <a:off x="7838040" y="2485364"/>
              <a:ext cx="235039" cy="109982"/>
            </a:xfrm>
            <a:custGeom>
              <a:avLst/>
              <a:gdLst/>
              <a:ahLst/>
              <a:cxnLst/>
              <a:rect l="l" t="t" r="r" b="b"/>
              <a:pathLst>
                <a:path w="7390" h="3458" extrusionOk="0">
                  <a:moveTo>
                    <a:pt x="6320" y="0"/>
                  </a:moveTo>
                  <a:cubicBezTo>
                    <a:pt x="6158" y="0"/>
                    <a:pt x="5982" y="16"/>
                    <a:pt x="5787" y="32"/>
                  </a:cubicBezTo>
                  <a:cubicBezTo>
                    <a:pt x="5411" y="75"/>
                    <a:pt x="5106" y="359"/>
                    <a:pt x="4865" y="649"/>
                  </a:cubicBezTo>
                  <a:cubicBezTo>
                    <a:pt x="4624" y="947"/>
                    <a:pt x="4411" y="1273"/>
                    <a:pt x="4092" y="1479"/>
                  </a:cubicBezTo>
                  <a:cubicBezTo>
                    <a:pt x="3803" y="1653"/>
                    <a:pt x="3458" y="1713"/>
                    <a:pt x="3121" y="1713"/>
                  </a:cubicBezTo>
                  <a:cubicBezTo>
                    <a:pt x="3102" y="1713"/>
                    <a:pt x="3083" y="1713"/>
                    <a:pt x="3064" y="1713"/>
                  </a:cubicBezTo>
                  <a:cubicBezTo>
                    <a:pt x="2709" y="1706"/>
                    <a:pt x="2355" y="1642"/>
                    <a:pt x="2000" y="1599"/>
                  </a:cubicBezTo>
                  <a:cubicBezTo>
                    <a:pt x="1841" y="1580"/>
                    <a:pt x="1681" y="1567"/>
                    <a:pt x="1521" y="1567"/>
                  </a:cubicBezTo>
                  <a:cubicBezTo>
                    <a:pt x="1324" y="1567"/>
                    <a:pt x="1128" y="1587"/>
                    <a:pt x="936" y="1642"/>
                  </a:cubicBezTo>
                  <a:cubicBezTo>
                    <a:pt x="596" y="1748"/>
                    <a:pt x="277" y="1975"/>
                    <a:pt x="142" y="2301"/>
                  </a:cubicBezTo>
                  <a:cubicBezTo>
                    <a:pt x="0" y="2635"/>
                    <a:pt x="93" y="3060"/>
                    <a:pt x="390" y="3259"/>
                  </a:cubicBezTo>
                  <a:cubicBezTo>
                    <a:pt x="522" y="3344"/>
                    <a:pt x="672" y="3377"/>
                    <a:pt x="828" y="3377"/>
                  </a:cubicBezTo>
                  <a:cubicBezTo>
                    <a:pt x="1034" y="3377"/>
                    <a:pt x="1249" y="3320"/>
                    <a:pt x="1447" y="3252"/>
                  </a:cubicBezTo>
                  <a:cubicBezTo>
                    <a:pt x="1721" y="3157"/>
                    <a:pt x="2004" y="3039"/>
                    <a:pt x="2285" y="3039"/>
                  </a:cubicBezTo>
                  <a:cubicBezTo>
                    <a:pt x="2361" y="3039"/>
                    <a:pt x="2436" y="3048"/>
                    <a:pt x="2511" y="3067"/>
                  </a:cubicBezTo>
                  <a:cubicBezTo>
                    <a:pt x="2745" y="3124"/>
                    <a:pt x="2936" y="3280"/>
                    <a:pt x="3156" y="3372"/>
                  </a:cubicBezTo>
                  <a:cubicBezTo>
                    <a:pt x="3299" y="3430"/>
                    <a:pt x="3454" y="3458"/>
                    <a:pt x="3612" y="3458"/>
                  </a:cubicBezTo>
                  <a:cubicBezTo>
                    <a:pt x="3822" y="3458"/>
                    <a:pt x="4038" y="3409"/>
                    <a:pt x="4241" y="3315"/>
                  </a:cubicBezTo>
                  <a:cubicBezTo>
                    <a:pt x="4787" y="3067"/>
                    <a:pt x="4957" y="2358"/>
                    <a:pt x="5446" y="1997"/>
                  </a:cubicBezTo>
                  <a:cubicBezTo>
                    <a:pt x="5666" y="1841"/>
                    <a:pt x="5935" y="1770"/>
                    <a:pt x="6205" y="1706"/>
                  </a:cubicBezTo>
                  <a:cubicBezTo>
                    <a:pt x="6467" y="1635"/>
                    <a:pt x="6737" y="1578"/>
                    <a:pt x="6971" y="1429"/>
                  </a:cubicBezTo>
                  <a:cubicBezTo>
                    <a:pt x="7198" y="1287"/>
                    <a:pt x="7389" y="1039"/>
                    <a:pt x="7382" y="770"/>
                  </a:cubicBezTo>
                  <a:cubicBezTo>
                    <a:pt x="7382" y="451"/>
                    <a:pt x="7120" y="188"/>
                    <a:pt x="6822" y="75"/>
                  </a:cubicBezTo>
                  <a:cubicBezTo>
                    <a:pt x="6665" y="19"/>
                    <a:pt x="6501" y="0"/>
                    <a:pt x="6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2"/>
            <p:cNvSpPr/>
            <p:nvPr/>
          </p:nvSpPr>
          <p:spPr>
            <a:xfrm>
              <a:off x="7842556" y="2534407"/>
              <a:ext cx="73311" cy="24172"/>
            </a:xfrm>
            <a:custGeom>
              <a:avLst/>
              <a:gdLst/>
              <a:ahLst/>
              <a:cxnLst/>
              <a:rect l="l" t="t" r="r" b="b"/>
              <a:pathLst>
                <a:path w="2305" h="760" fill="none" extrusionOk="0">
                  <a:moveTo>
                    <a:pt x="2305" y="114"/>
                  </a:moveTo>
                  <a:cubicBezTo>
                    <a:pt x="2156" y="93"/>
                    <a:pt x="2007" y="72"/>
                    <a:pt x="1858" y="57"/>
                  </a:cubicBezTo>
                  <a:cubicBezTo>
                    <a:pt x="1504" y="15"/>
                    <a:pt x="1142" y="1"/>
                    <a:pt x="794" y="100"/>
                  </a:cubicBezTo>
                  <a:cubicBezTo>
                    <a:pt x="454" y="206"/>
                    <a:pt x="135" y="433"/>
                    <a:pt x="0" y="75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2"/>
            <p:cNvSpPr/>
            <p:nvPr/>
          </p:nvSpPr>
          <p:spPr>
            <a:xfrm>
              <a:off x="7944937" y="2489753"/>
              <a:ext cx="66568" cy="49870"/>
            </a:xfrm>
            <a:custGeom>
              <a:avLst/>
              <a:gdLst/>
              <a:ahLst/>
              <a:cxnLst/>
              <a:rect l="l" t="t" r="r" b="b"/>
              <a:pathLst>
                <a:path w="2093" h="1568" fill="none" extrusionOk="0">
                  <a:moveTo>
                    <a:pt x="2092" y="1"/>
                  </a:moveTo>
                  <a:cubicBezTo>
                    <a:pt x="1865" y="114"/>
                    <a:pt x="1667" y="313"/>
                    <a:pt x="1504" y="511"/>
                  </a:cubicBezTo>
                  <a:cubicBezTo>
                    <a:pt x="1263" y="809"/>
                    <a:pt x="1050" y="1135"/>
                    <a:pt x="731" y="1341"/>
                  </a:cubicBezTo>
                  <a:cubicBezTo>
                    <a:pt x="511" y="1476"/>
                    <a:pt x="256" y="1547"/>
                    <a:pt x="1" y="1568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2"/>
            <p:cNvSpPr/>
            <p:nvPr/>
          </p:nvSpPr>
          <p:spPr>
            <a:xfrm>
              <a:off x="8030397" y="2485014"/>
              <a:ext cx="42428" cy="27320"/>
            </a:xfrm>
            <a:custGeom>
              <a:avLst/>
              <a:gdLst/>
              <a:ahLst/>
              <a:cxnLst/>
              <a:rect l="l" t="t" r="r" b="b"/>
              <a:pathLst>
                <a:path w="1334" h="859" fill="none" extrusionOk="0">
                  <a:moveTo>
                    <a:pt x="1334" y="859"/>
                  </a:moveTo>
                  <a:cubicBezTo>
                    <a:pt x="1334" y="830"/>
                    <a:pt x="1334" y="809"/>
                    <a:pt x="1334" y="781"/>
                  </a:cubicBezTo>
                  <a:cubicBezTo>
                    <a:pt x="1334" y="462"/>
                    <a:pt x="1072" y="199"/>
                    <a:pt x="774" y="86"/>
                  </a:cubicBezTo>
                  <a:cubicBezTo>
                    <a:pt x="540" y="1"/>
                    <a:pt x="299" y="1"/>
                    <a:pt x="1" y="22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2"/>
            <p:cNvSpPr/>
            <p:nvPr/>
          </p:nvSpPr>
          <p:spPr>
            <a:xfrm>
              <a:off x="8024990" y="2526742"/>
              <a:ext cx="39947" cy="15584"/>
            </a:xfrm>
            <a:custGeom>
              <a:avLst/>
              <a:gdLst/>
              <a:ahLst/>
              <a:cxnLst/>
              <a:rect l="l" t="t" r="r" b="b"/>
              <a:pathLst>
                <a:path w="1256" h="490" fill="none" extrusionOk="0">
                  <a:moveTo>
                    <a:pt x="1" y="490"/>
                  </a:moveTo>
                  <a:cubicBezTo>
                    <a:pt x="107" y="454"/>
                    <a:pt x="213" y="426"/>
                    <a:pt x="327" y="405"/>
                  </a:cubicBezTo>
                  <a:cubicBezTo>
                    <a:pt x="589" y="334"/>
                    <a:pt x="859" y="277"/>
                    <a:pt x="1093" y="128"/>
                  </a:cubicBezTo>
                  <a:cubicBezTo>
                    <a:pt x="1149" y="93"/>
                    <a:pt x="1206" y="50"/>
                    <a:pt x="1256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2"/>
            <p:cNvSpPr/>
            <p:nvPr/>
          </p:nvSpPr>
          <p:spPr>
            <a:xfrm>
              <a:off x="7841189" y="2574768"/>
              <a:ext cx="14471" cy="16729"/>
            </a:xfrm>
            <a:custGeom>
              <a:avLst/>
              <a:gdLst/>
              <a:ahLst/>
              <a:cxnLst/>
              <a:rect l="l" t="t" r="r" b="b"/>
              <a:pathLst>
                <a:path w="455" h="526" fill="none" extrusionOk="0">
                  <a:moveTo>
                    <a:pt x="1" y="1"/>
                  </a:moveTo>
                  <a:cubicBezTo>
                    <a:pt x="36" y="178"/>
                    <a:pt x="135" y="341"/>
                    <a:pt x="291" y="448"/>
                  </a:cubicBezTo>
                  <a:cubicBezTo>
                    <a:pt x="341" y="483"/>
                    <a:pt x="398" y="504"/>
                    <a:pt x="455" y="526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2"/>
            <p:cNvSpPr/>
            <p:nvPr/>
          </p:nvSpPr>
          <p:spPr>
            <a:xfrm>
              <a:off x="7872549" y="2637042"/>
              <a:ext cx="20387" cy="17111"/>
            </a:xfrm>
            <a:custGeom>
              <a:avLst/>
              <a:gdLst/>
              <a:ahLst/>
              <a:cxnLst/>
              <a:rect l="l" t="t" r="r" b="b"/>
              <a:pathLst>
                <a:path w="641" h="538" extrusionOk="0">
                  <a:moveTo>
                    <a:pt x="327" y="0"/>
                  </a:moveTo>
                  <a:cubicBezTo>
                    <a:pt x="249" y="0"/>
                    <a:pt x="172" y="29"/>
                    <a:pt x="121" y="85"/>
                  </a:cubicBezTo>
                  <a:cubicBezTo>
                    <a:pt x="0" y="227"/>
                    <a:pt x="85" y="489"/>
                    <a:pt x="263" y="532"/>
                  </a:cubicBezTo>
                  <a:cubicBezTo>
                    <a:pt x="280" y="536"/>
                    <a:pt x="298" y="538"/>
                    <a:pt x="316" y="538"/>
                  </a:cubicBezTo>
                  <a:cubicBezTo>
                    <a:pt x="483" y="538"/>
                    <a:pt x="641" y="365"/>
                    <a:pt x="596" y="199"/>
                  </a:cubicBezTo>
                  <a:cubicBezTo>
                    <a:pt x="566" y="66"/>
                    <a:pt x="446" y="0"/>
                    <a:pt x="3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2"/>
            <p:cNvSpPr/>
            <p:nvPr/>
          </p:nvSpPr>
          <p:spPr>
            <a:xfrm>
              <a:off x="8026580" y="2596713"/>
              <a:ext cx="123626" cy="80562"/>
            </a:xfrm>
            <a:custGeom>
              <a:avLst/>
              <a:gdLst/>
              <a:ahLst/>
              <a:cxnLst/>
              <a:rect l="l" t="t" r="r" b="b"/>
              <a:pathLst>
                <a:path w="3887" h="2533" extrusionOk="0">
                  <a:moveTo>
                    <a:pt x="1044" y="0"/>
                  </a:moveTo>
                  <a:cubicBezTo>
                    <a:pt x="764" y="0"/>
                    <a:pt x="485" y="101"/>
                    <a:pt x="277" y="282"/>
                  </a:cubicBezTo>
                  <a:cubicBezTo>
                    <a:pt x="121" y="424"/>
                    <a:pt x="0" y="658"/>
                    <a:pt x="121" y="828"/>
                  </a:cubicBezTo>
                  <a:cubicBezTo>
                    <a:pt x="220" y="963"/>
                    <a:pt x="426" y="970"/>
                    <a:pt x="596" y="984"/>
                  </a:cubicBezTo>
                  <a:cubicBezTo>
                    <a:pt x="780" y="991"/>
                    <a:pt x="979" y="1027"/>
                    <a:pt x="1114" y="1155"/>
                  </a:cubicBezTo>
                  <a:cubicBezTo>
                    <a:pt x="1270" y="1296"/>
                    <a:pt x="1319" y="1523"/>
                    <a:pt x="1404" y="1722"/>
                  </a:cubicBezTo>
                  <a:cubicBezTo>
                    <a:pt x="1567" y="2105"/>
                    <a:pt x="1922" y="2403"/>
                    <a:pt x="2326" y="2495"/>
                  </a:cubicBezTo>
                  <a:cubicBezTo>
                    <a:pt x="2430" y="2520"/>
                    <a:pt x="2536" y="2533"/>
                    <a:pt x="2642" y="2533"/>
                  </a:cubicBezTo>
                  <a:cubicBezTo>
                    <a:pt x="2951" y="2533"/>
                    <a:pt x="3260" y="2428"/>
                    <a:pt x="3503" y="2232"/>
                  </a:cubicBezTo>
                  <a:cubicBezTo>
                    <a:pt x="3716" y="2048"/>
                    <a:pt x="3879" y="1793"/>
                    <a:pt x="3886" y="1509"/>
                  </a:cubicBezTo>
                  <a:cubicBezTo>
                    <a:pt x="3886" y="1233"/>
                    <a:pt x="3702" y="942"/>
                    <a:pt x="3425" y="885"/>
                  </a:cubicBezTo>
                  <a:cubicBezTo>
                    <a:pt x="3383" y="876"/>
                    <a:pt x="3341" y="872"/>
                    <a:pt x="3299" y="872"/>
                  </a:cubicBezTo>
                  <a:cubicBezTo>
                    <a:pt x="3121" y="872"/>
                    <a:pt x="2944" y="944"/>
                    <a:pt x="2766" y="984"/>
                  </a:cubicBezTo>
                  <a:cubicBezTo>
                    <a:pt x="2706" y="996"/>
                    <a:pt x="2638" y="1004"/>
                    <a:pt x="2569" y="1004"/>
                  </a:cubicBezTo>
                  <a:cubicBezTo>
                    <a:pt x="2382" y="1004"/>
                    <a:pt x="2186" y="947"/>
                    <a:pt x="2113" y="750"/>
                  </a:cubicBezTo>
                  <a:cubicBezTo>
                    <a:pt x="1986" y="403"/>
                    <a:pt x="1674" y="126"/>
                    <a:pt x="1319" y="34"/>
                  </a:cubicBezTo>
                  <a:cubicBezTo>
                    <a:pt x="1229" y="11"/>
                    <a:pt x="1137" y="0"/>
                    <a:pt x="10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2"/>
            <p:cNvSpPr/>
            <p:nvPr/>
          </p:nvSpPr>
          <p:spPr>
            <a:xfrm>
              <a:off x="8026580" y="2594868"/>
              <a:ext cx="61384" cy="31360"/>
            </a:xfrm>
            <a:custGeom>
              <a:avLst/>
              <a:gdLst/>
              <a:ahLst/>
              <a:cxnLst/>
              <a:rect l="l" t="t" r="r" b="b"/>
              <a:pathLst>
                <a:path w="1930" h="986" fill="none" extrusionOk="0">
                  <a:moveTo>
                    <a:pt x="1929" y="482"/>
                  </a:moveTo>
                  <a:cubicBezTo>
                    <a:pt x="1773" y="298"/>
                    <a:pt x="1553" y="156"/>
                    <a:pt x="1319" y="92"/>
                  </a:cubicBezTo>
                  <a:cubicBezTo>
                    <a:pt x="958" y="0"/>
                    <a:pt x="553" y="99"/>
                    <a:pt x="277" y="340"/>
                  </a:cubicBezTo>
                  <a:cubicBezTo>
                    <a:pt x="121" y="482"/>
                    <a:pt x="0" y="716"/>
                    <a:pt x="121" y="886"/>
                  </a:cubicBezTo>
                  <a:cubicBezTo>
                    <a:pt x="156" y="929"/>
                    <a:pt x="199" y="964"/>
                    <a:pt x="249" y="986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8093784" y="2620567"/>
              <a:ext cx="56422" cy="25953"/>
            </a:xfrm>
            <a:custGeom>
              <a:avLst/>
              <a:gdLst/>
              <a:ahLst/>
              <a:cxnLst/>
              <a:rect l="l" t="t" r="r" b="b"/>
              <a:pathLst>
                <a:path w="1774" h="816" fill="none" extrusionOk="0">
                  <a:moveTo>
                    <a:pt x="1766" y="816"/>
                  </a:moveTo>
                  <a:cubicBezTo>
                    <a:pt x="1773" y="802"/>
                    <a:pt x="1773" y="780"/>
                    <a:pt x="1773" y="759"/>
                  </a:cubicBezTo>
                  <a:cubicBezTo>
                    <a:pt x="1773" y="483"/>
                    <a:pt x="1589" y="192"/>
                    <a:pt x="1312" y="135"/>
                  </a:cubicBezTo>
                  <a:cubicBezTo>
                    <a:pt x="1092" y="85"/>
                    <a:pt x="873" y="185"/>
                    <a:pt x="653" y="234"/>
                  </a:cubicBezTo>
                  <a:cubicBezTo>
                    <a:pt x="433" y="277"/>
                    <a:pt x="100" y="270"/>
                    <a:pt x="0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8137993" y="2656188"/>
              <a:ext cx="9255" cy="11545"/>
            </a:xfrm>
            <a:custGeom>
              <a:avLst/>
              <a:gdLst/>
              <a:ahLst/>
              <a:cxnLst/>
              <a:rect l="l" t="t" r="r" b="b"/>
              <a:pathLst>
                <a:path w="291" h="363" fill="none" extrusionOk="0">
                  <a:moveTo>
                    <a:pt x="0" y="362"/>
                  </a:moveTo>
                  <a:cubicBezTo>
                    <a:pt x="121" y="263"/>
                    <a:pt x="220" y="143"/>
                    <a:pt x="291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8108001" y="2692287"/>
              <a:ext cx="53019" cy="37784"/>
            </a:xfrm>
            <a:custGeom>
              <a:avLst/>
              <a:gdLst/>
              <a:ahLst/>
              <a:cxnLst/>
              <a:rect l="l" t="t" r="r" b="b"/>
              <a:pathLst>
                <a:path w="1667" h="1188" extrusionOk="0">
                  <a:moveTo>
                    <a:pt x="984" y="1"/>
                  </a:moveTo>
                  <a:cubicBezTo>
                    <a:pt x="811" y="1"/>
                    <a:pt x="637" y="58"/>
                    <a:pt x="482" y="135"/>
                  </a:cubicBezTo>
                  <a:cubicBezTo>
                    <a:pt x="355" y="199"/>
                    <a:pt x="227" y="277"/>
                    <a:pt x="142" y="390"/>
                  </a:cubicBezTo>
                  <a:cubicBezTo>
                    <a:pt x="50" y="497"/>
                    <a:pt x="0" y="645"/>
                    <a:pt x="28" y="780"/>
                  </a:cubicBezTo>
                  <a:cubicBezTo>
                    <a:pt x="71" y="957"/>
                    <a:pt x="234" y="1085"/>
                    <a:pt x="404" y="1142"/>
                  </a:cubicBezTo>
                  <a:cubicBezTo>
                    <a:pt x="497" y="1173"/>
                    <a:pt x="595" y="1188"/>
                    <a:pt x="693" y="1188"/>
                  </a:cubicBezTo>
                  <a:cubicBezTo>
                    <a:pt x="911" y="1188"/>
                    <a:pt x="1132" y="1113"/>
                    <a:pt x="1298" y="972"/>
                  </a:cubicBezTo>
                  <a:cubicBezTo>
                    <a:pt x="1560" y="752"/>
                    <a:pt x="1666" y="532"/>
                    <a:pt x="1588" y="341"/>
                  </a:cubicBezTo>
                  <a:cubicBezTo>
                    <a:pt x="1503" y="149"/>
                    <a:pt x="1298" y="29"/>
                    <a:pt x="1085" y="7"/>
                  </a:cubicBezTo>
                  <a:cubicBezTo>
                    <a:pt x="1051" y="3"/>
                    <a:pt x="1018" y="1"/>
                    <a:pt x="9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8108001" y="2691842"/>
              <a:ext cx="42873" cy="30247"/>
            </a:xfrm>
            <a:custGeom>
              <a:avLst/>
              <a:gdLst/>
              <a:ahLst/>
              <a:cxnLst/>
              <a:rect l="l" t="t" r="r" b="b"/>
              <a:pathLst>
                <a:path w="1348" h="951" fill="none" extrusionOk="0">
                  <a:moveTo>
                    <a:pt x="106" y="950"/>
                  </a:moveTo>
                  <a:cubicBezTo>
                    <a:pt x="71" y="908"/>
                    <a:pt x="43" y="851"/>
                    <a:pt x="28" y="794"/>
                  </a:cubicBezTo>
                  <a:cubicBezTo>
                    <a:pt x="0" y="659"/>
                    <a:pt x="50" y="511"/>
                    <a:pt x="142" y="404"/>
                  </a:cubicBezTo>
                  <a:cubicBezTo>
                    <a:pt x="227" y="291"/>
                    <a:pt x="355" y="213"/>
                    <a:pt x="482" y="149"/>
                  </a:cubicBezTo>
                  <a:cubicBezTo>
                    <a:pt x="667" y="57"/>
                    <a:pt x="879" y="0"/>
                    <a:pt x="1085" y="21"/>
                  </a:cubicBezTo>
                  <a:cubicBezTo>
                    <a:pt x="1177" y="28"/>
                    <a:pt x="1269" y="57"/>
                    <a:pt x="1347" y="9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8192793" y="2803159"/>
              <a:ext cx="134662" cy="72865"/>
            </a:xfrm>
            <a:custGeom>
              <a:avLst/>
              <a:gdLst/>
              <a:ahLst/>
              <a:cxnLst/>
              <a:rect l="l" t="t" r="r" b="b"/>
              <a:pathLst>
                <a:path w="4234" h="2291" extrusionOk="0">
                  <a:moveTo>
                    <a:pt x="3551" y="0"/>
                  </a:moveTo>
                  <a:cubicBezTo>
                    <a:pt x="3425" y="0"/>
                    <a:pt x="3296" y="29"/>
                    <a:pt x="3177" y="74"/>
                  </a:cubicBezTo>
                  <a:cubicBezTo>
                    <a:pt x="2950" y="166"/>
                    <a:pt x="2759" y="308"/>
                    <a:pt x="2539" y="421"/>
                  </a:cubicBezTo>
                  <a:cubicBezTo>
                    <a:pt x="2215" y="591"/>
                    <a:pt x="1847" y="678"/>
                    <a:pt x="1481" y="678"/>
                  </a:cubicBezTo>
                  <a:cubicBezTo>
                    <a:pt x="1358" y="678"/>
                    <a:pt x="1235" y="668"/>
                    <a:pt x="1113" y="648"/>
                  </a:cubicBezTo>
                  <a:cubicBezTo>
                    <a:pt x="964" y="626"/>
                    <a:pt x="808" y="590"/>
                    <a:pt x="657" y="590"/>
                  </a:cubicBezTo>
                  <a:cubicBezTo>
                    <a:pt x="566" y="590"/>
                    <a:pt x="476" y="604"/>
                    <a:pt x="390" y="641"/>
                  </a:cubicBezTo>
                  <a:cubicBezTo>
                    <a:pt x="100" y="769"/>
                    <a:pt x="0" y="1166"/>
                    <a:pt x="121" y="1456"/>
                  </a:cubicBezTo>
                  <a:cubicBezTo>
                    <a:pt x="241" y="1754"/>
                    <a:pt x="518" y="1953"/>
                    <a:pt x="809" y="2088"/>
                  </a:cubicBezTo>
                  <a:cubicBezTo>
                    <a:pt x="1117" y="2224"/>
                    <a:pt x="1452" y="2291"/>
                    <a:pt x="1788" y="2291"/>
                  </a:cubicBezTo>
                  <a:cubicBezTo>
                    <a:pt x="2341" y="2291"/>
                    <a:pt x="2896" y="2110"/>
                    <a:pt x="3333" y="1761"/>
                  </a:cubicBezTo>
                  <a:cubicBezTo>
                    <a:pt x="3595" y="1549"/>
                    <a:pt x="3929" y="1364"/>
                    <a:pt x="4077" y="1045"/>
                  </a:cubicBezTo>
                  <a:cubicBezTo>
                    <a:pt x="4233" y="719"/>
                    <a:pt x="4184" y="265"/>
                    <a:pt x="3872" y="81"/>
                  </a:cubicBezTo>
                  <a:cubicBezTo>
                    <a:pt x="3774" y="24"/>
                    <a:pt x="3664" y="0"/>
                    <a:pt x="35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8317946" y="2823546"/>
              <a:ext cx="7474" cy="19878"/>
            </a:xfrm>
            <a:custGeom>
              <a:avLst/>
              <a:gdLst/>
              <a:ahLst/>
              <a:cxnLst/>
              <a:rect l="l" t="t" r="r" b="b"/>
              <a:pathLst>
                <a:path w="235" h="625" fill="none" extrusionOk="0">
                  <a:moveTo>
                    <a:pt x="228" y="0"/>
                  </a:moveTo>
                  <a:cubicBezTo>
                    <a:pt x="235" y="142"/>
                    <a:pt x="206" y="277"/>
                    <a:pt x="142" y="404"/>
                  </a:cubicBezTo>
                  <a:cubicBezTo>
                    <a:pt x="107" y="482"/>
                    <a:pt x="57" y="553"/>
                    <a:pt x="1" y="624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8192793" y="2801887"/>
              <a:ext cx="129033" cy="56867"/>
            </a:xfrm>
            <a:custGeom>
              <a:avLst/>
              <a:gdLst/>
              <a:ahLst/>
              <a:cxnLst/>
              <a:rect l="l" t="t" r="r" b="b"/>
              <a:pathLst>
                <a:path w="4057" h="1788" fill="none" extrusionOk="0">
                  <a:moveTo>
                    <a:pt x="312" y="1787"/>
                  </a:moveTo>
                  <a:cubicBezTo>
                    <a:pt x="227" y="1702"/>
                    <a:pt x="163" y="1610"/>
                    <a:pt x="121" y="1496"/>
                  </a:cubicBezTo>
                  <a:cubicBezTo>
                    <a:pt x="0" y="1206"/>
                    <a:pt x="100" y="809"/>
                    <a:pt x="390" y="681"/>
                  </a:cubicBezTo>
                  <a:cubicBezTo>
                    <a:pt x="617" y="582"/>
                    <a:pt x="872" y="653"/>
                    <a:pt x="1113" y="688"/>
                  </a:cubicBezTo>
                  <a:cubicBezTo>
                    <a:pt x="1596" y="766"/>
                    <a:pt x="2106" y="688"/>
                    <a:pt x="2539" y="461"/>
                  </a:cubicBezTo>
                  <a:cubicBezTo>
                    <a:pt x="2759" y="348"/>
                    <a:pt x="2950" y="206"/>
                    <a:pt x="3177" y="114"/>
                  </a:cubicBezTo>
                  <a:cubicBezTo>
                    <a:pt x="3404" y="29"/>
                    <a:pt x="3666" y="0"/>
                    <a:pt x="3872" y="121"/>
                  </a:cubicBezTo>
                  <a:cubicBezTo>
                    <a:pt x="3950" y="171"/>
                    <a:pt x="4014" y="234"/>
                    <a:pt x="4056" y="305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8341863" y="2818012"/>
              <a:ext cx="51206" cy="35049"/>
            </a:xfrm>
            <a:custGeom>
              <a:avLst/>
              <a:gdLst/>
              <a:ahLst/>
              <a:cxnLst/>
              <a:rect l="l" t="t" r="r" b="b"/>
              <a:pathLst>
                <a:path w="1610" h="1102" extrusionOk="0">
                  <a:moveTo>
                    <a:pt x="729" y="0"/>
                  </a:moveTo>
                  <a:cubicBezTo>
                    <a:pt x="631" y="0"/>
                    <a:pt x="534" y="11"/>
                    <a:pt x="440" y="32"/>
                  </a:cubicBezTo>
                  <a:cubicBezTo>
                    <a:pt x="270" y="75"/>
                    <a:pt x="99" y="167"/>
                    <a:pt x="43" y="323"/>
                  </a:cubicBezTo>
                  <a:cubicBezTo>
                    <a:pt x="0" y="429"/>
                    <a:pt x="14" y="550"/>
                    <a:pt x="57" y="649"/>
                  </a:cubicBezTo>
                  <a:cubicBezTo>
                    <a:pt x="165" y="918"/>
                    <a:pt x="448" y="1101"/>
                    <a:pt x="730" y="1101"/>
                  </a:cubicBezTo>
                  <a:cubicBezTo>
                    <a:pt x="783" y="1101"/>
                    <a:pt x="835" y="1095"/>
                    <a:pt x="887" y="1082"/>
                  </a:cubicBezTo>
                  <a:cubicBezTo>
                    <a:pt x="1121" y="1025"/>
                    <a:pt x="1234" y="989"/>
                    <a:pt x="1340" y="933"/>
                  </a:cubicBezTo>
                  <a:cubicBezTo>
                    <a:pt x="1447" y="876"/>
                    <a:pt x="1539" y="784"/>
                    <a:pt x="1574" y="670"/>
                  </a:cubicBezTo>
                  <a:cubicBezTo>
                    <a:pt x="1610" y="536"/>
                    <a:pt x="1567" y="387"/>
                    <a:pt x="1475" y="280"/>
                  </a:cubicBezTo>
                  <a:cubicBezTo>
                    <a:pt x="1383" y="167"/>
                    <a:pt x="1255" y="103"/>
                    <a:pt x="1121" y="61"/>
                  </a:cubicBezTo>
                  <a:cubicBezTo>
                    <a:pt x="994" y="20"/>
                    <a:pt x="861" y="0"/>
                    <a:pt x="7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8342531" y="2817440"/>
              <a:ext cx="48503" cy="14694"/>
            </a:xfrm>
            <a:custGeom>
              <a:avLst/>
              <a:gdLst/>
              <a:ahLst/>
              <a:cxnLst/>
              <a:rect l="l" t="t" r="r" b="b"/>
              <a:pathLst>
                <a:path w="1525" h="462" fill="none" extrusionOk="0">
                  <a:moveTo>
                    <a:pt x="0" y="461"/>
                  </a:moveTo>
                  <a:cubicBezTo>
                    <a:pt x="0" y="419"/>
                    <a:pt x="8" y="376"/>
                    <a:pt x="22" y="341"/>
                  </a:cubicBezTo>
                  <a:cubicBezTo>
                    <a:pt x="78" y="185"/>
                    <a:pt x="249" y="93"/>
                    <a:pt x="419" y="50"/>
                  </a:cubicBezTo>
                  <a:cubicBezTo>
                    <a:pt x="639" y="1"/>
                    <a:pt x="880" y="8"/>
                    <a:pt x="1100" y="79"/>
                  </a:cubicBezTo>
                  <a:cubicBezTo>
                    <a:pt x="1234" y="121"/>
                    <a:pt x="1362" y="185"/>
                    <a:pt x="1454" y="298"/>
                  </a:cubicBezTo>
                  <a:cubicBezTo>
                    <a:pt x="1482" y="334"/>
                    <a:pt x="1511" y="369"/>
                    <a:pt x="1525" y="41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8268107" y="2624097"/>
              <a:ext cx="155654" cy="100027"/>
            </a:xfrm>
            <a:custGeom>
              <a:avLst/>
              <a:gdLst/>
              <a:ahLst/>
              <a:cxnLst/>
              <a:rect l="l" t="t" r="r" b="b"/>
              <a:pathLst>
                <a:path w="4894" h="3145" extrusionOk="0">
                  <a:moveTo>
                    <a:pt x="1980" y="1"/>
                  </a:moveTo>
                  <a:cubicBezTo>
                    <a:pt x="1577" y="1"/>
                    <a:pt x="1174" y="81"/>
                    <a:pt x="802" y="237"/>
                  </a:cubicBezTo>
                  <a:cubicBezTo>
                    <a:pt x="511" y="364"/>
                    <a:pt x="171" y="669"/>
                    <a:pt x="86" y="1024"/>
                  </a:cubicBezTo>
                  <a:cubicBezTo>
                    <a:pt x="1" y="1378"/>
                    <a:pt x="192" y="1776"/>
                    <a:pt x="525" y="1932"/>
                  </a:cubicBezTo>
                  <a:cubicBezTo>
                    <a:pt x="809" y="2059"/>
                    <a:pt x="1185" y="2024"/>
                    <a:pt x="1405" y="2251"/>
                  </a:cubicBezTo>
                  <a:cubicBezTo>
                    <a:pt x="1603" y="2442"/>
                    <a:pt x="1624" y="2789"/>
                    <a:pt x="1865" y="2931"/>
                  </a:cubicBezTo>
                  <a:cubicBezTo>
                    <a:pt x="1932" y="2970"/>
                    <a:pt x="2004" y="2986"/>
                    <a:pt x="2079" y="2986"/>
                  </a:cubicBezTo>
                  <a:cubicBezTo>
                    <a:pt x="2235" y="2986"/>
                    <a:pt x="2400" y="2916"/>
                    <a:pt x="2539" y="2839"/>
                  </a:cubicBezTo>
                  <a:cubicBezTo>
                    <a:pt x="2727" y="2729"/>
                    <a:pt x="2920" y="2601"/>
                    <a:pt x="3136" y="2601"/>
                  </a:cubicBezTo>
                  <a:cubicBezTo>
                    <a:pt x="3156" y="2601"/>
                    <a:pt x="3177" y="2603"/>
                    <a:pt x="3198" y="2605"/>
                  </a:cubicBezTo>
                  <a:cubicBezTo>
                    <a:pt x="3560" y="2655"/>
                    <a:pt x="3773" y="3080"/>
                    <a:pt x="4134" y="3137"/>
                  </a:cubicBezTo>
                  <a:cubicBezTo>
                    <a:pt x="4163" y="3142"/>
                    <a:pt x="4192" y="3145"/>
                    <a:pt x="4221" y="3145"/>
                  </a:cubicBezTo>
                  <a:cubicBezTo>
                    <a:pt x="4493" y="3145"/>
                    <a:pt x="4737" y="2910"/>
                    <a:pt x="4808" y="2641"/>
                  </a:cubicBezTo>
                  <a:cubicBezTo>
                    <a:pt x="4893" y="2343"/>
                    <a:pt x="4815" y="2031"/>
                    <a:pt x="4688" y="1747"/>
                  </a:cubicBezTo>
                  <a:cubicBezTo>
                    <a:pt x="4368" y="1045"/>
                    <a:pt x="3773" y="478"/>
                    <a:pt x="3057" y="201"/>
                  </a:cubicBezTo>
                  <a:cubicBezTo>
                    <a:pt x="2713" y="66"/>
                    <a:pt x="2346" y="1"/>
                    <a:pt x="19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8365303" y="2630490"/>
              <a:ext cx="58458" cy="85937"/>
            </a:xfrm>
            <a:custGeom>
              <a:avLst/>
              <a:gdLst/>
              <a:ahLst/>
              <a:cxnLst/>
              <a:rect l="l" t="t" r="r" b="b"/>
              <a:pathLst>
                <a:path w="1838" h="2702" fill="none" extrusionOk="0">
                  <a:moveTo>
                    <a:pt x="1" y="0"/>
                  </a:moveTo>
                  <a:cubicBezTo>
                    <a:pt x="717" y="277"/>
                    <a:pt x="1312" y="844"/>
                    <a:pt x="1632" y="1546"/>
                  </a:cubicBezTo>
                  <a:cubicBezTo>
                    <a:pt x="1759" y="1830"/>
                    <a:pt x="1837" y="2142"/>
                    <a:pt x="1752" y="2440"/>
                  </a:cubicBezTo>
                  <a:cubicBezTo>
                    <a:pt x="1731" y="2532"/>
                    <a:pt x="1681" y="2624"/>
                    <a:pt x="1624" y="2702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8303061" y="2622825"/>
              <a:ext cx="47167" cy="5439"/>
            </a:xfrm>
            <a:custGeom>
              <a:avLst/>
              <a:gdLst/>
              <a:ahLst/>
              <a:cxnLst/>
              <a:rect l="l" t="t" r="r" b="b"/>
              <a:pathLst>
                <a:path w="1483" h="171" fill="none" extrusionOk="0">
                  <a:moveTo>
                    <a:pt x="1" y="170"/>
                  </a:moveTo>
                  <a:cubicBezTo>
                    <a:pt x="483" y="22"/>
                    <a:pt x="993" y="0"/>
                    <a:pt x="1483" y="10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8079122" y="3031678"/>
              <a:ext cx="18765" cy="17334"/>
            </a:xfrm>
            <a:custGeom>
              <a:avLst/>
              <a:gdLst/>
              <a:ahLst/>
              <a:cxnLst/>
              <a:rect l="l" t="t" r="r" b="b"/>
              <a:pathLst>
                <a:path w="590" h="545" extrusionOk="0">
                  <a:moveTo>
                    <a:pt x="296" y="0"/>
                  </a:moveTo>
                  <a:cubicBezTo>
                    <a:pt x="145" y="0"/>
                    <a:pt x="0" y="137"/>
                    <a:pt x="0" y="277"/>
                  </a:cubicBezTo>
                  <a:cubicBezTo>
                    <a:pt x="6" y="429"/>
                    <a:pt x="158" y="544"/>
                    <a:pt x="302" y="544"/>
                  </a:cubicBezTo>
                  <a:cubicBezTo>
                    <a:pt x="340" y="544"/>
                    <a:pt x="378" y="536"/>
                    <a:pt x="412" y="518"/>
                  </a:cubicBezTo>
                  <a:cubicBezTo>
                    <a:pt x="575" y="426"/>
                    <a:pt x="589" y="150"/>
                    <a:pt x="433" y="43"/>
                  </a:cubicBezTo>
                  <a:cubicBezTo>
                    <a:pt x="389" y="13"/>
                    <a:pt x="342" y="0"/>
                    <a:pt x="2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7844179" y="2877647"/>
              <a:ext cx="18924" cy="17334"/>
            </a:xfrm>
            <a:custGeom>
              <a:avLst/>
              <a:gdLst/>
              <a:ahLst/>
              <a:cxnLst/>
              <a:rect l="l" t="t" r="r" b="b"/>
              <a:pathLst>
                <a:path w="595" h="545" extrusionOk="0">
                  <a:moveTo>
                    <a:pt x="297" y="0"/>
                  </a:moveTo>
                  <a:cubicBezTo>
                    <a:pt x="144" y="0"/>
                    <a:pt x="1" y="137"/>
                    <a:pt x="6" y="277"/>
                  </a:cubicBezTo>
                  <a:cubicBezTo>
                    <a:pt x="12" y="429"/>
                    <a:pt x="159" y="544"/>
                    <a:pt x="304" y="544"/>
                  </a:cubicBezTo>
                  <a:cubicBezTo>
                    <a:pt x="343" y="544"/>
                    <a:pt x="382" y="536"/>
                    <a:pt x="417" y="518"/>
                  </a:cubicBezTo>
                  <a:cubicBezTo>
                    <a:pt x="580" y="426"/>
                    <a:pt x="595" y="150"/>
                    <a:pt x="439" y="43"/>
                  </a:cubicBezTo>
                  <a:cubicBezTo>
                    <a:pt x="393" y="13"/>
                    <a:pt x="345" y="0"/>
                    <a:pt x="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8114744" y="2546111"/>
              <a:ext cx="18765" cy="17366"/>
            </a:xfrm>
            <a:custGeom>
              <a:avLst/>
              <a:gdLst/>
              <a:ahLst/>
              <a:cxnLst/>
              <a:rect l="l" t="t" r="r" b="b"/>
              <a:pathLst>
                <a:path w="590" h="546" extrusionOk="0">
                  <a:moveTo>
                    <a:pt x="296" y="1"/>
                  </a:moveTo>
                  <a:cubicBezTo>
                    <a:pt x="145" y="1"/>
                    <a:pt x="1" y="137"/>
                    <a:pt x="1" y="278"/>
                  </a:cubicBezTo>
                  <a:cubicBezTo>
                    <a:pt x="6" y="429"/>
                    <a:pt x="158" y="545"/>
                    <a:pt x="302" y="545"/>
                  </a:cubicBezTo>
                  <a:cubicBezTo>
                    <a:pt x="340" y="545"/>
                    <a:pt x="378" y="537"/>
                    <a:pt x="412" y="519"/>
                  </a:cubicBezTo>
                  <a:cubicBezTo>
                    <a:pt x="575" y="427"/>
                    <a:pt x="589" y="150"/>
                    <a:pt x="433" y="44"/>
                  </a:cubicBezTo>
                  <a:cubicBezTo>
                    <a:pt x="390" y="14"/>
                    <a:pt x="343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8118401" y="2962630"/>
              <a:ext cx="18701" cy="17270"/>
            </a:xfrm>
            <a:custGeom>
              <a:avLst/>
              <a:gdLst/>
              <a:ahLst/>
              <a:cxnLst/>
              <a:rect l="l" t="t" r="r" b="b"/>
              <a:pathLst>
                <a:path w="588" h="543" extrusionOk="0">
                  <a:moveTo>
                    <a:pt x="292" y="0"/>
                  </a:moveTo>
                  <a:cubicBezTo>
                    <a:pt x="143" y="0"/>
                    <a:pt x="1" y="133"/>
                    <a:pt x="6" y="279"/>
                  </a:cubicBezTo>
                  <a:cubicBezTo>
                    <a:pt x="6" y="428"/>
                    <a:pt x="152" y="542"/>
                    <a:pt x="294" y="542"/>
                  </a:cubicBezTo>
                  <a:cubicBezTo>
                    <a:pt x="334" y="542"/>
                    <a:pt x="374" y="533"/>
                    <a:pt x="411" y="513"/>
                  </a:cubicBezTo>
                  <a:cubicBezTo>
                    <a:pt x="574" y="427"/>
                    <a:pt x="588" y="151"/>
                    <a:pt x="432" y="45"/>
                  </a:cubicBezTo>
                  <a:cubicBezTo>
                    <a:pt x="387" y="14"/>
                    <a:pt x="339" y="0"/>
                    <a:pt x="2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761804" y="2731725"/>
              <a:ext cx="18765" cy="17238"/>
            </a:xfrm>
            <a:custGeom>
              <a:avLst/>
              <a:gdLst/>
              <a:ahLst/>
              <a:cxnLst/>
              <a:rect l="l" t="t" r="r" b="b"/>
              <a:pathLst>
                <a:path w="590" h="542" extrusionOk="0">
                  <a:moveTo>
                    <a:pt x="293" y="0"/>
                  </a:moveTo>
                  <a:cubicBezTo>
                    <a:pt x="141" y="0"/>
                    <a:pt x="1" y="137"/>
                    <a:pt x="1" y="278"/>
                  </a:cubicBezTo>
                  <a:cubicBezTo>
                    <a:pt x="6" y="427"/>
                    <a:pt x="149" y="541"/>
                    <a:pt x="293" y="541"/>
                  </a:cubicBezTo>
                  <a:cubicBezTo>
                    <a:pt x="334" y="541"/>
                    <a:pt x="374" y="532"/>
                    <a:pt x="412" y="512"/>
                  </a:cubicBezTo>
                  <a:cubicBezTo>
                    <a:pt x="575" y="427"/>
                    <a:pt x="589" y="150"/>
                    <a:pt x="433" y="44"/>
                  </a:cubicBezTo>
                  <a:cubicBezTo>
                    <a:pt x="388" y="13"/>
                    <a:pt x="340" y="0"/>
                    <a:pt x="2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2"/>
            <p:cNvSpPr/>
            <p:nvPr/>
          </p:nvSpPr>
          <p:spPr>
            <a:xfrm>
              <a:off x="8210190" y="2927231"/>
              <a:ext cx="18924" cy="17238"/>
            </a:xfrm>
            <a:custGeom>
              <a:avLst/>
              <a:gdLst/>
              <a:ahLst/>
              <a:cxnLst/>
              <a:rect l="l" t="t" r="r" b="b"/>
              <a:pathLst>
                <a:path w="595" h="542" extrusionOk="0">
                  <a:moveTo>
                    <a:pt x="295" y="0"/>
                  </a:moveTo>
                  <a:cubicBezTo>
                    <a:pt x="142" y="0"/>
                    <a:pt x="1" y="133"/>
                    <a:pt x="6" y="278"/>
                  </a:cubicBezTo>
                  <a:cubicBezTo>
                    <a:pt x="12" y="423"/>
                    <a:pt x="157" y="541"/>
                    <a:pt x="298" y="541"/>
                  </a:cubicBezTo>
                  <a:cubicBezTo>
                    <a:pt x="337" y="541"/>
                    <a:pt x="375" y="532"/>
                    <a:pt x="410" y="512"/>
                  </a:cubicBezTo>
                  <a:cubicBezTo>
                    <a:pt x="581" y="420"/>
                    <a:pt x="595" y="151"/>
                    <a:pt x="439" y="44"/>
                  </a:cubicBezTo>
                  <a:cubicBezTo>
                    <a:pt x="393" y="14"/>
                    <a:pt x="343" y="0"/>
                    <a:pt x="2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2"/>
            <p:cNvSpPr/>
            <p:nvPr/>
          </p:nvSpPr>
          <p:spPr>
            <a:xfrm>
              <a:off x="8210159" y="2924559"/>
              <a:ext cx="18956" cy="21914"/>
            </a:xfrm>
            <a:custGeom>
              <a:avLst/>
              <a:gdLst/>
              <a:ahLst/>
              <a:cxnLst/>
              <a:rect l="l" t="t" r="r" b="b"/>
              <a:pathLst>
                <a:path w="596" h="689" fill="none" extrusionOk="0">
                  <a:moveTo>
                    <a:pt x="440" y="128"/>
                  </a:moveTo>
                  <a:cubicBezTo>
                    <a:pt x="596" y="235"/>
                    <a:pt x="582" y="504"/>
                    <a:pt x="411" y="596"/>
                  </a:cubicBezTo>
                  <a:cubicBezTo>
                    <a:pt x="248" y="689"/>
                    <a:pt x="14" y="547"/>
                    <a:pt x="7" y="362"/>
                  </a:cubicBezTo>
                  <a:cubicBezTo>
                    <a:pt x="0" y="171"/>
                    <a:pt x="248" y="1"/>
                    <a:pt x="440" y="12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2"/>
            <p:cNvSpPr/>
            <p:nvPr/>
          </p:nvSpPr>
          <p:spPr>
            <a:xfrm>
              <a:off x="8375068" y="3081262"/>
              <a:ext cx="18701" cy="17238"/>
            </a:xfrm>
            <a:custGeom>
              <a:avLst/>
              <a:gdLst/>
              <a:ahLst/>
              <a:cxnLst/>
              <a:rect l="l" t="t" r="r" b="b"/>
              <a:pathLst>
                <a:path w="588" h="542" extrusionOk="0">
                  <a:moveTo>
                    <a:pt x="294" y="1"/>
                  </a:moveTo>
                  <a:cubicBezTo>
                    <a:pt x="144" y="1"/>
                    <a:pt x="0" y="138"/>
                    <a:pt x="6" y="278"/>
                  </a:cubicBezTo>
                  <a:cubicBezTo>
                    <a:pt x="6" y="427"/>
                    <a:pt x="152" y="542"/>
                    <a:pt x="293" y="542"/>
                  </a:cubicBezTo>
                  <a:cubicBezTo>
                    <a:pt x="334" y="542"/>
                    <a:pt x="374" y="533"/>
                    <a:pt x="410" y="512"/>
                  </a:cubicBezTo>
                  <a:cubicBezTo>
                    <a:pt x="573" y="427"/>
                    <a:pt x="587" y="151"/>
                    <a:pt x="431" y="44"/>
                  </a:cubicBezTo>
                  <a:cubicBezTo>
                    <a:pt x="387" y="14"/>
                    <a:pt x="340" y="1"/>
                    <a:pt x="2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2"/>
            <p:cNvSpPr/>
            <p:nvPr/>
          </p:nvSpPr>
          <p:spPr>
            <a:xfrm>
              <a:off x="8375004" y="3078591"/>
              <a:ext cx="18765" cy="21914"/>
            </a:xfrm>
            <a:custGeom>
              <a:avLst/>
              <a:gdLst/>
              <a:ahLst/>
              <a:cxnLst/>
              <a:rect l="l" t="t" r="r" b="b"/>
              <a:pathLst>
                <a:path w="590" h="689" fill="none" extrusionOk="0">
                  <a:moveTo>
                    <a:pt x="433" y="128"/>
                  </a:moveTo>
                  <a:cubicBezTo>
                    <a:pt x="589" y="235"/>
                    <a:pt x="575" y="511"/>
                    <a:pt x="412" y="596"/>
                  </a:cubicBezTo>
                  <a:cubicBezTo>
                    <a:pt x="249" y="688"/>
                    <a:pt x="8" y="554"/>
                    <a:pt x="8" y="362"/>
                  </a:cubicBezTo>
                  <a:cubicBezTo>
                    <a:pt x="1" y="178"/>
                    <a:pt x="249" y="1"/>
                    <a:pt x="433" y="12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2"/>
            <p:cNvSpPr/>
            <p:nvPr/>
          </p:nvSpPr>
          <p:spPr>
            <a:xfrm>
              <a:off x="7883426" y="2726096"/>
              <a:ext cx="18924" cy="17334"/>
            </a:xfrm>
            <a:custGeom>
              <a:avLst/>
              <a:gdLst/>
              <a:ahLst/>
              <a:cxnLst/>
              <a:rect l="l" t="t" r="r" b="b"/>
              <a:pathLst>
                <a:path w="595" h="545" extrusionOk="0">
                  <a:moveTo>
                    <a:pt x="297" y="0"/>
                  </a:moveTo>
                  <a:cubicBezTo>
                    <a:pt x="144" y="0"/>
                    <a:pt x="0" y="137"/>
                    <a:pt x="6" y="277"/>
                  </a:cubicBezTo>
                  <a:cubicBezTo>
                    <a:pt x="11" y="429"/>
                    <a:pt x="159" y="545"/>
                    <a:pt x="301" y="545"/>
                  </a:cubicBezTo>
                  <a:cubicBezTo>
                    <a:pt x="338" y="545"/>
                    <a:pt x="376" y="536"/>
                    <a:pt x="410" y="518"/>
                  </a:cubicBezTo>
                  <a:cubicBezTo>
                    <a:pt x="580" y="426"/>
                    <a:pt x="594" y="150"/>
                    <a:pt x="438" y="43"/>
                  </a:cubicBezTo>
                  <a:cubicBezTo>
                    <a:pt x="393" y="13"/>
                    <a:pt x="345" y="0"/>
                    <a:pt x="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2"/>
            <p:cNvSpPr/>
            <p:nvPr/>
          </p:nvSpPr>
          <p:spPr>
            <a:xfrm>
              <a:off x="7883362" y="2723392"/>
              <a:ext cx="18988" cy="21914"/>
            </a:xfrm>
            <a:custGeom>
              <a:avLst/>
              <a:gdLst/>
              <a:ahLst/>
              <a:cxnLst/>
              <a:rect l="l" t="t" r="r" b="b"/>
              <a:pathLst>
                <a:path w="597" h="689" fill="none" extrusionOk="0">
                  <a:moveTo>
                    <a:pt x="440" y="128"/>
                  </a:moveTo>
                  <a:cubicBezTo>
                    <a:pt x="596" y="235"/>
                    <a:pt x="582" y="511"/>
                    <a:pt x="412" y="603"/>
                  </a:cubicBezTo>
                  <a:cubicBezTo>
                    <a:pt x="249" y="689"/>
                    <a:pt x="15" y="554"/>
                    <a:pt x="8" y="362"/>
                  </a:cubicBezTo>
                  <a:cubicBezTo>
                    <a:pt x="1" y="178"/>
                    <a:pt x="249" y="1"/>
                    <a:pt x="440" y="12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2"/>
            <p:cNvSpPr/>
            <p:nvPr/>
          </p:nvSpPr>
          <p:spPr>
            <a:xfrm>
              <a:off x="8141428" y="3168980"/>
              <a:ext cx="18924" cy="17238"/>
            </a:xfrm>
            <a:custGeom>
              <a:avLst/>
              <a:gdLst/>
              <a:ahLst/>
              <a:cxnLst/>
              <a:rect l="l" t="t" r="r" b="b"/>
              <a:pathLst>
                <a:path w="595" h="542" extrusionOk="0">
                  <a:moveTo>
                    <a:pt x="294" y="0"/>
                  </a:moveTo>
                  <a:cubicBezTo>
                    <a:pt x="142" y="0"/>
                    <a:pt x="0" y="133"/>
                    <a:pt x="6" y="279"/>
                  </a:cubicBezTo>
                  <a:cubicBezTo>
                    <a:pt x="6" y="423"/>
                    <a:pt x="154" y="542"/>
                    <a:pt x="296" y="542"/>
                  </a:cubicBezTo>
                  <a:cubicBezTo>
                    <a:pt x="336" y="542"/>
                    <a:pt x="375" y="533"/>
                    <a:pt x="410" y="513"/>
                  </a:cubicBezTo>
                  <a:cubicBezTo>
                    <a:pt x="580" y="420"/>
                    <a:pt x="594" y="151"/>
                    <a:pt x="438" y="45"/>
                  </a:cubicBezTo>
                  <a:cubicBezTo>
                    <a:pt x="392" y="14"/>
                    <a:pt x="342" y="0"/>
                    <a:pt x="2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2"/>
            <p:cNvSpPr/>
            <p:nvPr/>
          </p:nvSpPr>
          <p:spPr>
            <a:xfrm>
              <a:off x="8141364" y="3166309"/>
              <a:ext cx="18988" cy="21914"/>
            </a:xfrm>
            <a:custGeom>
              <a:avLst/>
              <a:gdLst/>
              <a:ahLst/>
              <a:cxnLst/>
              <a:rect l="l" t="t" r="r" b="b"/>
              <a:pathLst>
                <a:path w="597" h="689" fill="none" extrusionOk="0">
                  <a:moveTo>
                    <a:pt x="440" y="129"/>
                  </a:moveTo>
                  <a:cubicBezTo>
                    <a:pt x="596" y="235"/>
                    <a:pt x="582" y="504"/>
                    <a:pt x="412" y="597"/>
                  </a:cubicBezTo>
                  <a:cubicBezTo>
                    <a:pt x="249" y="689"/>
                    <a:pt x="8" y="547"/>
                    <a:pt x="8" y="363"/>
                  </a:cubicBezTo>
                  <a:cubicBezTo>
                    <a:pt x="1" y="171"/>
                    <a:pt x="249" y="1"/>
                    <a:pt x="440" y="129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2"/>
            <p:cNvSpPr/>
            <p:nvPr/>
          </p:nvSpPr>
          <p:spPr>
            <a:xfrm>
              <a:off x="8350196" y="3169871"/>
              <a:ext cx="18765" cy="17238"/>
            </a:xfrm>
            <a:custGeom>
              <a:avLst/>
              <a:gdLst/>
              <a:ahLst/>
              <a:cxnLst/>
              <a:rect l="l" t="t" r="r" b="b"/>
              <a:pathLst>
                <a:path w="590" h="542" extrusionOk="0">
                  <a:moveTo>
                    <a:pt x="293" y="1"/>
                  </a:moveTo>
                  <a:cubicBezTo>
                    <a:pt x="143" y="1"/>
                    <a:pt x="1" y="134"/>
                    <a:pt x="1" y="279"/>
                  </a:cubicBezTo>
                  <a:cubicBezTo>
                    <a:pt x="6" y="423"/>
                    <a:pt x="156" y="542"/>
                    <a:pt x="298" y="542"/>
                  </a:cubicBezTo>
                  <a:cubicBezTo>
                    <a:pt x="338" y="542"/>
                    <a:pt x="377" y="533"/>
                    <a:pt x="412" y="513"/>
                  </a:cubicBezTo>
                  <a:cubicBezTo>
                    <a:pt x="575" y="421"/>
                    <a:pt x="589" y="151"/>
                    <a:pt x="433" y="45"/>
                  </a:cubicBezTo>
                  <a:cubicBezTo>
                    <a:pt x="389" y="14"/>
                    <a:pt x="340" y="1"/>
                    <a:pt x="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2"/>
            <p:cNvSpPr/>
            <p:nvPr/>
          </p:nvSpPr>
          <p:spPr>
            <a:xfrm>
              <a:off x="8350196" y="3167231"/>
              <a:ext cx="18765" cy="21914"/>
            </a:xfrm>
            <a:custGeom>
              <a:avLst/>
              <a:gdLst/>
              <a:ahLst/>
              <a:cxnLst/>
              <a:rect l="l" t="t" r="r" b="b"/>
              <a:pathLst>
                <a:path w="590" h="689" fill="none" extrusionOk="0">
                  <a:moveTo>
                    <a:pt x="433" y="128"/>
                  </a:moveTo>
                  <a:cubicBezTo>
                    <a:pt x="589" y="234"/>
                    <a:pt x="575" y="504"/>
                    <a:pt x="412" y="596"/>
                  </a:cubicBezTo>
                  <a:cubicBezTo>
                    <a:pt x="249" y="688"/>
                    <a:pt x="8" y="546"/>
                    <a:pt x="1" y="362"/>
                  </a:cubicBezTo>
                  <a:cubicBezTo>
                    <a:pt x="1" y="171"/>
                    <a:pt x="249" y="0"/>
                    <a:pt x="433" y="12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2"/>
            <p:cNvSpPr/>
            <p:nvPr/>
          </p:nvSpPr>
          <p:spPr>
            <a:xfrm>
              <a:off x="7770391" y="3126171"/>
              <a:ext cx="18733" cy="17238"/>
            </a:xfrm>
            <a:custGeom>
              <a:avLst/>
              <a:gdLst/>
              <a:ahLst/>
              <a:cxnLst/>
              <a:rect l="l" t="t" r="r" b="b"/>
              <a:pathLst>
                <a:path w="589" h="542" extrusionOk="0">
                  <a:moveTo>
                    <a:pt x="295" y="0"/>
                  </a:moveTo>
                  <a:cubicBezTo>
                    <a:pt x="145" y="0"/>
                    <a:pt x="0" y="137"/>
                    <a:pt x="0" y="277"/>
                  </a:cubicBezTo>
                  <a:cubicBezTo>
                    <a:pt x="6" y="426"/>
                    <a:pt x="153" y="541"/>
                    <a:pt x="295" y="541"/>
                  </a:cubicBezTo>
                  <a:cubicBezTo>
                    <a:pt x="335" y="541"/>
                    <a:pt x="375" y="532"/>
                    <a:pt x="412" y="511"/>
                  </a:cubicBezTo>
                  <a:cubicBezTo>
                    <a:pt x="575" y="426"/>
                    <a:pt x="589" y="150"/>
                    <a:pt x="433" y="43"/>
                  </a:cubicBezTo>
                  <a:cubicBezTo>
                    <a:pt x="389" y="13"/>
                    <a:pt x="342" y="0"/>
                    <a:pt x="2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2"/>
            <p:cNvSpPr/>
            <p:nvPr/>
          </p:nvSpPr>
          <p:spPr>
            <a:xfrm>
              <a:off x="7770391" y="3123468"/>
              <a:ext cx="18733" cy="21914"/>
            </a:xfrm>
            <a:custGeom>
              <a:avLst/>
              <a:gdLst/>
              <a:ahLst/>
              <a:cxnLst/>
              <a:rect l="l" t="t" r="r" b="b"/>
              <a:pathLst>
                <a:path w="589" h="689" fill="none" extrusionOk="0">
                  <a:moveTo>
                    <a:pt x="433" y="128"/>
                  </a:moveTo>
                  <a:cubicBezTo>
                    <a:pt x="589" y="235"/>
                    <a:pt x="575" y="511"/>
                    <a:pt x="412" y="596"/>
                  </a:cubicBezTo>
                  <a:cubicBezTo>
                    <a:pt x="248" y="689"/>
                    <a:pt x="7" y="554"/>
                    <a:pt x="0" y="362"/>
                  </a:cubicBezTo>
                  <a:cubicBezTo>
                    <a:pt x="0" y="178"/>
                    <a:pt x="248" y="1"/>
                    <a:pt x="433" y="12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2"/>
            <p:cNvSpPr/>
            <p:nvPr/>
          </p:nvSpPr>
          <p:spPr>
            <a:xfrm>
              <a:off x="7757351" y="2545189"/>
              <a:ext cx="18924" cy="17238"/>
            </a:xfrm>
            <a:custGeom>
              <a:avLst/>
              <a:gdLst/>
              <a:ahLst/>
              <a:cxnLst/>
              <a:rect l="l" t="t" r="r" b="b"/>
              <a:pathLst>
                <a:path w="595" h="542" extrusionOk="0">
                  <a:moveTo>
                    <a:pt x="294" y="0"/>
                  </a:moveTo>
                  <a:cubicBezTo>
                    <a:pt x="142" y="0"/>
                    <a:pt x="1" y="133"/>
                    <a:pt x="6" y="279"/>
                  </a:cubicBezTo>
                  <a:cubicBezTo>
                    <a:pt x="12" y="423"/>
                    <a:pt x="157" y="542"/>
                    <a:pt x="298" y="542"/>
                  </a:cubicBezTo>
                  <a:cubicBezTo>
                    <a:pt x="336" y="542"/>
                    <a:pt x="375" y="533"/>
                    <a:pt x="410" y="513"/>
                  </a:cubicBezTo>
                  <a:cubicBezTo>
                    <a:pt x="580" y="420"/>
                    <a:pt x="595" y="151"/>
                    <a:pt x="439" y="45"/>
                  </a:cubicBezTo>
                  <a:cubicBezTo>
                    <a:pt x="392" y="14"/>
                    <a:pt x="343" y="0"/>
                    <a:pt x="2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2"/>
            <p:cNvSpPr/>
            <p:nvPr/>
          </p:nvSpPr>
          <p:spPr>
            <a:xfrm>
              <a:off x="7757319" y="2542517"/>
              <a:ext cx="18956" cy="21914"/>
            </a:xfrm>
            <a:custGeom>
              <a:avLst/>
              <a:gdLst/>
              <a:ahLst/>
              <a:cxnLst/>
              <a:rect l="l" t="t" r="r" b="b"/>
              <a:pathLst>
                <a:path w="596" h="689" fill="none" extrusionOk="0">
                  <a:moveTo>
                    <a:pt x="440" y="129"/>
                  </a:moveTo>
                  <a:cubicBezTo>
                    <a:pt x="596" y="235"/>
                    <a:pt x="581" y="504"/>
                    <a:pt x="411" y="597"/>
                  </a:cubicBezTo>
                  <a:cubicBezTo>
                    <a:pt x="248" y="689"/>
                    <a:pt x="14" y="547"/>
                    <a:pt x="7" y="363"/>
                  </a:cubicBezTo>
                  <a:cubicBezTo>
                    <a:pt x="0" y="171"/>
                    <a:pt x="248" y="1"/>
                    <a:pt x="440" y="129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2"/>
            <p:cNvSpPr/>
            <p:nvPr/>
          </p:nvSpPr>
          <p:spPr>
            <a:xfrm>
              <a:off x="7720330" y="3002100"/>
              <a:ext cx="18733" cy="17238"/>
            </a:xfrm>
            <a:custGeom>
              <a:avLst/>
              <a:gdLst/>
              <a:ahLst/>
              <a:cxnLst/>
              <a:rect l="l" t="t" r="r" b="b"/>
              <a:pathLst>
                <a:path w="589" h="542" extrusionOk="0">
                  <a:moveTo>
                    <a:pt x="292" y="0"/>
                  </a:moveTo>
                  <a:cubicBezTo>
                    <a:pt x="143" y="0"/>
                    <a:pt x="0" y="133"/>
                    <a:pt x="0" y="278"/>
                  </a:cubicBezTo>
                  <a:cubicBezTo>
                    <a:pt x="6" y="423"/>
                    <a:pt x="155" y="541"/>
                    <a:pt x="298" y="541"/>
                  </a:cubicBezTo>
                  <a:cubicBezTo>
                    <a:pt x="337" y="541"/>
                    <a:pt x="376" y="532"/>
                    <a:pt x="411" y="512"/>
                  </a:cubicBezTo>
                  <a:cubicBezTo>
                    <a:pt x="574" y="420"/>
                    <a:pt x="589" y="151"/>
                    <a:pt x="433" y="44"/>
                  </a:cubicBezTo>
                  <a:cubicBezTo>
                    <a:pt x="388" y="14"/>
                    <a:pt x="340" y="0"/>
                    <a:pt x="2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2"/>
            <p:cNvSpPr/>
            <p:nvPr/>
          </p:nvSpPr>
          <p:spPr>
            <a:xfrm>
              <a:off x="7720330" y="2999428"/>
              <a:ext cx="18733" cy="21914"/>
            </a:xfrm>
            <a:custGeom>
              <a:avLst/>
              <a:gdLst/>
              <a:ahLst/>
              <a:cxnLst/>
              <a:rect l="l" t="t" r="r" b="b"/>
              <a:pathLst>
                <a:path w="589" h="689" fill="none" extrusionOk="0">
                  <a:moveTo>
                    <a:pt x="433" y="128"/>
                  </a:moveTo>
                  <a:cubicBezTo>
                    <a:pt x="589" y="235"/>
                    <a:pt x="574" y="504"/>
                    <a:pt x="411" y="596"/>
                  </a:cubicBezTo>
                  <a:cubicBezTo>
                    <a:pt x="248" y="689"/>
                    <a:pt x="7" y="547"/>
                    <a:pt x="0" y="362"/>
                  </a:cubicBezTo>
                  <a:cubicBezTo>
                    <a:pt x="0" y="171"/>
                    <a:pt x="248" y="1"/>
                    <a:pt x="433" y="12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2"/>
            <p:cNvSpPr/>
            <p:nvPr/>
          </p:nvSpPr>
          <p:spPr>
            <a:xfrm>
              <a:off x="8309199" y="2754943"/>
              <a:ext cx="18924" cy="17366"/>
            </a:xfrm>
            <a:custGeom>
              <a:avLst/>
              <a:gdLst/>
              <a:ahLst/>
              <a:cxnLst/>
              <a:rect l="l" t="t" r="r" b="b"/>
              <a:pathLst>
                <a:path w="595" h="546" extrusionOk="0">
                  <a:moveTo>
                    <a:pt x="298" y="1"/>
                  </a:moveTo>
                  <a:cubicBezTo>
                    <a:pt x="144" y="1"/>
                    <a:pt x="1" y="139"/>
                    <a:pt x="6" y="285"/>
                  </a:cubicBezTo>
                  <a:cubicBezTo>
                    <a:pt x="12" y="431"/>
                    <a:pt x="159" y="545"/>
                    <a:pt x="304" y="545"/>
                  </a:cubicBezTo>
                  <a:cubicBezTo>
                    <a:pt x="343" y="545"/>
                    <a:pt x="382" y="537"/>
                    <a:pt x="417" y="519"/>
                  </a:cubicBezTo>
                  <a:cubicBezTo>
                    <a:pt x="581" y="427"/>
                    <a:pt x="595" y="150"/>
                    <a:pt x="439" y="44"/>
                  </a:cubicBezTo>
                  <a:cubicBezTo>
                    <a:pt x="394" y="14"/>
                    <a:pt x="345" y="1"/>
                    <a:pt x="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2"/>
            <p:cNvSpPr/>
            <p:nvPr/>
          </p:nvSpPr>
          <p:spPr>
            <a:xfrm>
              <a:off x="8309168" y="2752271"/>
              <a:ext cx="18956" cy="21914"/>
            </a:xfrm>
            <a:custGeom>
              <a:avLst/>
              <a:gdLst/>
              <a:ahLst/>
              <a:cxnLst/>
              <a:rect l="l" t="t" r="r" b="b"/>
              <a:pathLst>
                <a:path w="596" h="689" fill="none" extrusionOk="0">
                  <a:moveTo>
                    <a:pt x="440" y="128"/>
                  </a:moveTo>
                  <a:cubicBezTo>
                    <a:pt x="596" y="234"/>
                    <a:pt x="582" y="511"/>
                    <a:pt x="418" y="603"/>
                  </a:cubicBezTo>
                  <a:cubicBezTo>
                    <a:pt x="248" y="688"/>
                    <a:pt x="14" y="553"/>
                    <a:pt x="7" y="369"/>
                  </a:cubicBezTo>
                  <a:cubicBezTo>
                    <a:pt x="0" y="178"/>
                    <a:pt x="248" y="0"/>
                    <a:pt x="440" y="12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2"/>
            <p:cNvSpPr/>
            <p:nvPr/>
          </p:nvSpPr>
          <p:spPr>
            <a:xfrm>
              <a:off x="7891981" y="3120064"/>
              <a:ext cx="18924" cy="17238"/>
            </a:xfrm>
            <a:custGeom>
              <a:avLst/>
              <a:gdLst/>
              <a:ahLst/>
              <a:cxnLst/>
              <a:rect l="l" t="t" r="r" b="b"/>
              <a:pathLst>
                <a:path w="595" h="542" extrusionOk="0">
                  <a:moveTo>
                    <a:pt x="297" y="1"/>
                  </a:moveTo>
                  <a:cubicBezTo>
                    <a:pt x="144" y="1"/>
                    <a:pt x="1" y="137"/>
                    <a:pt x="6" y="278"/>
                  </a:cubicBezTo>
                  <a:cubicBezTo>
                    <a:pt x="12" y="427"/>
                    <a:pt x="155" y="542"/>
                    <a:pt x="298" y="542"/>
                  </a:cubicBezTo>
                  <a:cubicBezTo>
                    <a:pt x="339" y="542"/>
                    <a:pt x="380" y="532"/>
                    <a:pt x="418" y="512"/>
                  </a:cubicBezTo>
                  <a:cubicBezTo>
                    <a:pt x="581" y="427"/>
                    <a:pt x="595" y="150"/>
                    <a:pt x="439" y="44"/>
                  </a:cubicBezTo>
                  <a:cubicBezTo>
                    <a:pt x="393" y="14"/>
                    <a:pt x="345" y="1"/>
                    <a:pt x="2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2"/>
            <p:cNvSpPr/>
            <p:nvPr/>
          </p:nvSpPr>
          <p:spPr>
            <a:xfrm>
              <a:off x="7891950" y="3117393"/>
              <a:ext cx="18956" cy="21914"/>
            </a:xfrm>
            <a:custGeom>
              <a:avLst/>
              <a:gdLst/>
              <a:ahLst/>
              <a:cxnLst/>
              <a:rect l="l" t="t" r="r" b="b"/>
              <a:pathLst>
                <a:path w="596" h="689" fill="none" extrusionOk="0">
                  <a:moveTo>
                    <a:pt x="440" y="128"/>
                  </a:moveTo>
                  <a:cubicBezTo>
                    <a:pt x="596" y="234"/>
                    <a:pt x="582" y="511"/>
                    <a:pt x="419" y="596"/>
                  </a:cubicBezTo>
                  <a:cubicBezTo>
                    <a:pt x="248" y="688"/>
                    <a:pt x="14" y="553"/>
                    <a:pt x="7" y="362"/>
                  </a:cubicBezTo>
                  <a:cubicBezTo>
                    <a:pt x="0" y="178"/>
                    <a:pt x="248" y="0"/>
                    <a:pt x="440" y="12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2"/>
            <p:cNvSpPr/>
            <p:nvPr/>
          </p:nvSpPr>
          <p:spPr>
            <a:xfrm>
              <a:off x="8326279" y="2954965"/>
              <a:ext cx="18765" cy="17270"/>
            </a:xfrm>
            <a:custGeom>
              <a:avLst/>
              <a:gdLst/>
              <a:ahLst/>
              <a:cxnLst/>
              <a:rect l="l" t="t" r="r" b="b"/>
              <a:pathLst>
                <a:path w="590" h="543" extrusionOk="0">
                  <a:moveTo>
                    <a:pt x="290" y="0"/>
                  </a:moveTo>
                  <a:cubicBezTo>
                    <a:pt x="140" y="0"/>
                    <a:pt x="1" y="133"/>
                    <a:pt x="1" y="278"/>
                  </a:cubicBezTo>
                  <a:cubicBezTo>
                    <a:pt x="6" y="428"/>
                    <a:pt x="150" y="542"/>
                    <a:pt x="293" y="542"/>
                  </a:cubicBezTo>
                  <a:cubicBezTo>
                    <a:pt x="334" y="542"/>
                    <a:pt x="375" y="533"/>
                    <a:pt x="412" y="512"/>
                  </a:cubicBezTo>
                  <a:cubicBezTo>
                    <a:pt x="575" y="427"/>
                    <a:pt x="589" y="151"/>
                    <a:pt x="433" y="44"/>
                  </a:cubicBezTo>
                  <a:cubicBezTo>
                    <a:pt x="387" y="14"/>
                    <a:pt x="338" y="0"/>
                    <a:pt x="2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2"/>
            <p:cNvSpPr/>
            <p:nvPr/>
          </p:nvSpPr>
          <p:spPr>
            <a:xfrm>
              <a:off x="8196005" y="2742730"/>
              <a:ext cx="18701" cy="17270"/>
            </a:xfrm>
            <a:custGeom>
              <a:avLst/>
              <a:gdLst/>
              <a:ahLst/>
              <a:cxnLst/>
              <a:rect l="l" t="t" r="r" b="b"/>
              <a:pathLst>
                <a:path w="588" h="543" extrusionOk="0">
                  <a:moveTo>
                    <a:pt x="291" y="1"/>
                  </a:moveTo>
                  <a:cubicBezTo>
                    <a:pt x="142" y="1"/>
                    <a:pt x="0" y="134"/>
                    <a:pt x="6" y="279"/>
                  </a:cubicBezTo>
                  <a:cubicBezTo>
                    <a:pt x="6" y="424"/>
                    <a:pt x="154" y="542"/>
                    <a:pt x="296" y="542"/>
                  </a:cubicBezTo>
                  <a:cubicBezTo>
                    <a:pt x="336" y="542"/>
                    <a:pt x="375" y="533"/>
                    <a:pt x="410" y="513"/>
                  </a:cubicBezTo>
                  <a:cubicBezTo>
                    <a:pt x="573" y="421"/>
                    <a:pt x="587" y="151"/>
                    <a:pt x="431" y="45"/>
                  </a:cubicBezTo>
                  <a:cubicBezTo>
                    <a:pt x="387" y="14"/>
                    <a:pt x="338" y="1"/>
                    <a:pt x="2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2"/>
            <p:cNvSpPr/>
            <p:nvPr/>
          </p:nvSpPr>
          <p:spPr>
            <a:xfrm>
              <a:off x="7969522" y="2768237"/>
              <a:ext cx="18733" cy="17238"/>
            </a:xfrm>
            <a:custGeom>
              <a:avLst/>
              <a:gdLst/>
              <a:ahLst/>
              <a:cxnLst/>
              <a:rect l="l" t="t" r="r" b="b"/>
              <a:pathLst>
                <a:path w="589" h="542" extrusionOk="0">
                  <a:moveTo>
                    <a:pt x="290" y="0"/>
                  </a:moveTo>
                  <a:cubicBezTo>
                    <a:pt x="139" y="0"/>
                    <a:pt x="0" y="133"/>
                    <a:pt x="0" y="278"/>
                  </a:cubicBezTo>
                  <a:cubicBezTo>
                    <a:pt x="6" y="423"/>
                    <a:pt x="151" y="541"/>
                    <a:pt x="295" y="541"/>
                  </a:cubicBezTo>
                  <a:cubicBezTo>
                    <a:pt x="335" y="541"/>
                    <a:pt x="375" y="532"/>
                    <a:pt x="412" y="512"/>
                  </a:cubicBezTo>
                  <a:cubicBezTo>
                    <a:pt x="575" y="427"/>
                    <a:pt x="589" y="151"/>
                    <a:pt x="433" y="44"/>
                  </a:cubicBezTo>
                  <a:cubicBezTo>
                    <a:pt x="387" y="14"/>
                    <a:pt x="338" y="0"/>
                    <a:pt x="2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8" name="Google Shape;958;p32"/>
          <p:cNvGrpSpPr/>
          <p:nvPr/>
        </p:nvGrpSpPr>
        <p:grpSpPr>
          <a:xfrm>
            <a:off x="7219490" y="3305159"/>
            <a:ext cx="2000707" cy="1914528"/>
            <a:chOff x="6462601" y="2349938"/>
            <a:chExt cx="958698" cy="917447"/>
          </a:xfrm>
        </p:grpSpPr>
        <p:sp>
          <p:nvSpPr>
            <p:cNvPr id="959" name="Google Shape;959;p32"/>
            <p:cNvSpPr/>
            <p:nvPr/>
          </p:nvSpPr>
          <p:spPr>
            <a:xfrm>
              <a:off x="6462601" y="2349938"/>
              <a:ext cx="958698" cy="917447"/>
            </a:xfrm>
            <a:custGeom>
              <a:avLst/>
              <a:gdLst/>
              <a:ahLst/>
              <a:cxnLst/>
              <a:rect l="l" t="t" r="r" b="b"/>
              <a:pathLst>
                <a:path w="30143" h="28846" extrusionOk="0">
                  <a:moveTo>
                    <a:pt x="18883" y="0"/>
                  </a:moveTo>
                  <a:cubicBezTo>
                    <a:pt x="18039" y="0"/>
                    <a:pt x="17202" y="213"/>
                    <a:pt x="16451" y="617"/>
                  </a:cubicBezTo>
                  <a:cubicBezTo>
                    <a:pt x="15968" y="873"/>
                    <a:pt x="15522" y="1206"/>
                    <a:pt x="15110" y="1603"/>
                  </a:cubicBezTo>
                  <a:cubicBezTo>
                    <a:pt x="14990" y="1716"/>
                    <a:pt x="14898" y="1851"/>
                    <a:pt x="14827" y="1986"/>
                  </a:cubicBezTo>
                  <a:cubicBezTo>
                    <a:pt x="14572" y="2277"/>
                    <a:pt x="14330" y="2589"/>
                    <a:pt x="14118" y="2929"/>
                  </a:cubicBezTo>
                  <a:cubicBezTo>
                    <a:pt x="14011" y="3035"/>
                    <a:pt x="13912" y="3156"/>
                    <a:pt x="13834" y="3298"/>
                  </a:cubicBezTo>
                  <a:cubicBezTo>
                    <a:pt x="13770" y="3418"/>
                    <a:pt x="13699" y="3553"/>
                    <a:pt x="13636" y="3681"/>
                  </a:cubicBezTo>
                  <a:cubicBezTo>
                    <a:pt x="13416" y="4134"/>
                    <a:pt x="13231" y="4624"/>
                    <a:pt x="13068" y="5163"/>
                  </a:cubicBezTo>
                  <a:cubicBezTo>
                    <a:pt x="9232" y="6446"/>
                    <a:pt x="6396" y="8318"/>
                    <a:pt x="4474" y="10849"/>
                  </a:cubicBezTo>
                  <a:cubicBezTo>
                    <a:pt x="4106" y="10658"/>
                    <a:pt x="3694" y="10552"/>
                    <a:pt x="3276" y="10552"/>
                  </a:cubicBezTo>
                  <a:cubicBezTo>
                    <a:pt x="3077" y="10552"/>
                    <a:pt x="2879" y="10573"/>
                    <a:pt x="2687" y="10622"/>
                  </a:cubicBezTo>
                  <a:cubicBezTo>
                    <a:pt x="2290" y="10722"/>
                    <a:pt x="1950" y="10991"/>
                    <a:pt x="1766" y="11360"/>
                  </a:cubicBezTo>
                  <a:cubicBezTo>
                    <a:pt x="1737" y="11402"/>
                    <a:pt x="1716" y="11452"/>
                    <a:pt x="1695" y="11509"/>
                  </a:cubicBezTo>
                  <a:cubicBezTo>
                    <a:pt x="1503" y="11721"/>
                    <a:pt x="1383" y="11998"/>
                    <a:pt x="1354" y="12296"/>
                  </a:cubicBezTo>
                  <a:cubicBezTo>
                    <a:pt x="1312" y="12707"/>
                    <a:pt x="1447" y="13118"/>
                    <a:pt x="1737" y="13416"/>
                  </a:cubicBezTo>
                  <a:cubicBezTo>
                    <a:pt x="2099" y="13799"/>
                    <a:pt x="2375" y="14019"/>
                    <a:pt x="2602" y="14189"/>
                  </a:cubicBezTo>
                  <a:cubicBezTo>
                    <a:pt x="1907" y="15955"/>
                    <a:pt x="1503" y="17968"/>
                    <a:pt x="1390" y="20280"/>
                  </a:cubicBezTo>
                  <a:cubicBezTo>
                    <a:pt x="1262" y="20443"/>
                    <a:pt x="1149" y="20620"/>
                    <a:pt x="1064" y="20812"/>
                  </a:cubicBezTo>
                  <a:cubicBezTo>
                    <a:pt x="815" y="20932"/>
                    <a:pt x="596" y="21117"/>
                    <a:pt x="425" y="21337"/>
                  </a:cubicBezTo>
                  <a:cubicBezTo>
                    <a:pt x="106" y="21762"/>
                    <a:pt x="0" y="22294"/>
                    <a:pt x="142" y="22797"/>
                  </a:cubicBezTo>
                  <a:cubicBezTo>
                    <a:pt x="213" y="23045"/>
                    <a:pt x="489" y="23762"/>
                    <a:pt x="1418" y="24010"/>
                  </a:cubicBezTo>
                  <a:cubicBezTo>
                    <a:pt x="1482" y="25088"/>
                    <a:pt x="1588" y="26265"/>
                    <a:pt x="1737" y="27569"/>
                  </a:cubicBezTo>
                  <a:cubicBezTo>
                    <a:pt x="1815" y="28285"/>
                    <a:pt x="2418" y="28846"/>
                    <a:pt x="3148" y="28846"/>
                  </a:cubicBezTo>
                  <a:lnTo>
                    <a:pt x="28647" y="28846"/>
                  </a:lnTo>
                  <a:cubicBezTo>
                    <a:pt x="29022" y="28846"/>
                    <a:pt x="29377" y="28697"/>
                    <a:pt x="29646" y="28427"/>
                  </a:cubicBezTo>
                  <a:cubicBezTo>
                    <a:pt x="29909" y="28165"/>
                    <a:pt x="30065" y="27803"/>
                    <a:pt x="30065" y="27427"/>
                  </a:cubicBezTo>
                  <a:lnTo>
                    <a:pt x="30065" y="26506"/>
                  </a:lnTo>
                  <a:lnTo>
                    <a:pt x="30065" y="24896"/>
                  </a:lnTo>
                  <a:lnTo>
                    <a:pt x="30065" y="20840"/>
                  </a:lnTo>
                  <a:lnTo>
                    <a:pt x="30065" y="17451"/>
                  </a:lnTo>
                  <a:cubicBezTo>
                    <a:pt x="30143" y="17174"/>
                    <a:pt x="30143" y="16891"/>
                    <a:pt x="30065" y="16621"/>
                  </a:cubicBezTo>
                  <a:lnTo>
                    <a:pt x="30065" y="14941"/>
                  </a:lnTo>
                  <a:lnTo>
                    <a:pt x="30065" y="9644"/>
                  </a:lnTo>
                  <a:lnTo>
                    <a:pt x="30065" y="7311"/>
                  </a:lnTo>
                  <a:lnTo>
                    <a:pt x="30065" y="4446"/>
                  </a:lnTo>
                  <a:cubicBezTo>
                    <a:pt x="30065" y="4071"/>
                    <a:pt x="29909" y="3709"/>
                    <a:pt x="29639" y="3440"/>
                  </a:cubicBezTo>
                  <a:cubicBezTo>
                    <a:pt x="29377" y="3177"/>
                    <a:pt x="29015" y="3028"/>
                    <a:pt x="28647" y="3028"/>
                  </a:cubicBezTo>
                  <a:lnTo>
                    <a:pt x="28625" y="3028"/>
                  </a:lnTo>
                  <a:lnTo>
                    <a:pt x="28533" y="3035"/>
                  </a:lnTo>
                  <a:lnTo>
                    <a:pt x="28299" y="3035"/>
                  </a:lnTo>
                  <a:cubicBezTo>
                    <a:pt x="28150" y="3035"/>
                    <a:pt x="28008" y="3042"/>
                    <a:pt x="27867" y="3042"/>
                  </a:cubicBezTo>
                  <a:cubicBezTo>
                    <a:pt x="27789" y="2879"/>
                    <a:pt x="27696" y="2716"/>
                    <a:pt x="27583" y="2574"/>
                  </a:cubicBezTo>
                  <a:cubicBezTo>
                    <a:pt x="27101" y="1950"/>
                    <a:pt x="26314" y="1596"/>
                    <a:pt x="25435" y="1596"/>
                  </a:cubicBezTo>
                  <a:lnTo>
                    <a:pt x="25427" y="1596"/>
                  </a:lnTo>
                  <a:cubicBezTo>
                    <a:pt x="24662" y="1596"/>
                    <a:pt x="23882" y="1851"/>
                    <a:pt x="23158" y="2333"/>
                  </a:cubicBezTo>
                  <a:cubicBezTo>
                    <a:pt x="23009" y="2248"/>
                    <a:pt x="22854" y="2177"/>
                    <a:pt x="22690" y="2128"/>
                  </a:cubicBezTo>
                  <a:cubicBezTo>
                    <a:pt x="22272" y="1525"/>
                    <a:pt x="21769" y="1043"/>
                    <a:pt x="21201" y="695"/>
                  </a:cubicBezTo>
                  <a:cubicBezTo>
                    <a:pt x="21081" y="575"/>
                    <a:pt x="20932" y="476"/>
                    <a:pt x="20776" y="398"/>
                  </a:cubicBezTo>
                  <a:cubicBezTo>
                    <a:pt x="20202" y="142"/>
                    <a:pt x="19549" y="0"/>
                    <a:pt x="188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2"/>
            <p:cNvSpPr/>
            <p:nvPr/>
          </p:nvSpPr>
          <p:spPr>
            <a:xfrm>
              <a:off x="6517147" y="2491343"/>
              <a:ext cx="856572" cy="730943"/>
            </a:xfrm>
            <a:custGeom>
              <a:avLst/>
              <a:gdLst/>
              <a:ahLst/>
              <a:cxnLst/>
              <a:rect l="l" t="t" r="r" b="b"/>
              <a:pathLst>
                <a:path w="26932" h="22982" extrusionOk="0">
                  <a:moveTo>
                    <a:pt x="26932" y="0"/>
                  </a:moveTo>
                  <a:cubicBezTo>
                    <a:pt x="26818" y="7"/>
                    <a:pt x="26712" y="7"/>
                    <a:pt x="26605" y="7"/>
                  </a:cubicBezTo>
                  <a:cubicBezTo>
                    <a:pt x="1455" y="390"/>
                    <a:pt x="1" y="10743"/>
                    <a:pt x="1433" y="22981"/>
                  </a:cubicBezTo>
                  <a:lnTo>
                    <a:pt x="26932" y="22981"/>
                  </a:lnTo>
                  <a:lnTo>
                    <a:pt x="26932" y="0"/>
                  </a:lnTo>
                  <a:close/>
                </a:path>
              </a:pathLst>
            </a:custGeom>
            <a:solidFill>
              <a:srgbClr val="F2B93A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2"/>
            <p:cNvSpPr/>
            <p:nvPr/>
          </p:nvSpPr>
          <p:spPr>
            <a:xfrm>
              <a:off x="6721049" y="2656634"/>
              <a:ext cx="652670" cy="565652"/>
            </a:xfrm>
            <a:custGeom>
              <a:avLst/>
              <a:gdLst/>
              <a:ahLst/>
              <a:cxnLst/>
              <a:rect l="l" t="t" r="r" b="b"/>
              <a:pathLst>
                <a:path w="20521" h="17785" extrusionOk="0">
                  <a:moveTo>
                    <a:pt x="20521" y="1"/>
                  </a:moveTo>
                  <a:cubicBezTo>
                    <a:pt x="17748" y="136"/>
                    <a:pt x="14784" y="646"/>
                    <a:pt x="11749" y="1518"/>
                  </a:cubicBezTo>
                  <a:cubicBezTo>
                    <a:pt x="1780" y="4411"/>
                    <a:pt x="0" y="8900"/>
                    <a:pt x="638" y="17784"/>
                  </a:cubicBezTo>
                  <a:lnTo>
                    <a:pt x="20521" y="17784"/>
                  </a:lnTo>
                  <a:lnTo>
                    <a:pt x="20521" y="1"/>
                  </a:lnTo>
                  <a:close/>
                </a:path>
              </a:pathLst>
            </a:custGeom>
            <a:solidFill>
              <a:srgbClr val="F2B93A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2"/>
            <p:cNvSpPr/>
            <p:nvPr/>
          </p:nvSpPr>
          <p:spPr>
            <a:xfrm>
              <a:off x="6939326" y="2867310"/>
              <a:ext cx="434393" cy="354976"/>
            </a:xfrm>
            <a:custGeom>
              <a:avLst/>
              <a:gdLst/>
              <a:ahLst/>
              <a:cxnLst/>
              <a:rect l="l" t="t" r="r" b="b"/>
              <a:pathLst>
                <a:path w="13658" h="11161" extrusionOk="0">
                  <a:moveTo>
                    <a:pt x="12669" y="0"/>
                  </a:moveTo>
                  <a:cubicBezTo>
                    <a:pt x="6314" y="0"/>
                    <a:pt x="506" y="1739"/>
                    <a:pt x="121" y="6863"/>
                  </a:cubicBezTo>
                  <a:cubicBezTo>
                    <a:pt x="1" y="8402"/>
                    <a:pt x="29" y="9835"/>
                    <a:pt x="178" y="11160"/>
                  </a:cubicBezTo>
                  <a:lnTo>
                    <a:pt x="13658" y="11160"/>
                  </a:lnTo>
                  <a:lnTo>
                    <a:pt x="13658" y="14"/>
                  </a:lnTo>
                  <a:cubicBezTo>
                    <a:pt x="13327" y="5"/>
                    <a:pt x="12997" y="0"/>
                    <a:pt x="12669" y="0"/>
                  </a:cubicBezTo>
                  <a:close/>
                </a:path>
              </a:pathLst>
            </a:custGeom>
            <a:solidFill>
              <a:srgbClr val="F2B93A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2"/>
            <p:cNvSpPr/>
            <p:nvPr/>
          </p:nvSpPr>
          <p:spPr>
            <a:xfrm>
              <a:off x="7102613" y="3008715"/>
              <a:ext cx="271106" cy="213571"/>
            </a:xfrm>
            <a:custGeom>
              <a:avLst/>
              <a:gdLst/>
              <a:ahLst/>
              <a:cxnLst/>
              <a:rect l="l" t="t" r="r" b="b"/>
              <a:pathLst>
                <a:path w="8524" h="6715" extrusionOk="0">
                  <a:moveTo>
                    <a:pt x="7224" y="0"/>
                  </a:moveTo>
                  <a:cubicBezTo>
                    <a:pt x="4765" y="0"/>
                    <a:pt x="2411" y="1372"/>
                    <a:pt x="915" y="4063"/>
                  </a:cubicBezTo>
                  <a:cubicBezTo>
                    <a:pt x="426" y="4949"/>
                    <a:pt x="128" y="5842"/>
                    <a:pt x="1" y="6714"/>
                  </a:cubicBezTo>
                  <a:lnTo>
                    <a:pt x="8524" y="6714"/>
                  </a:lnTo>
                  <a:lnTo>
                    <a:pt x="8524" y="127"/>
                  </a:lnTo>
                  <a:cubicBezTo>
                    <a:pt x="8090" y="43"/>
                    <a:pt x="7655" y="0"/>
                    <a:pt x="7224" y="0"/>
                  </a:cubicBezTo>
                  <a:close/>
                </a:path>
              </a:pathLst>
            </a:custGeom>
            <a:solidFill>
              <a:srgbClr val="F2B93A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2"/>
            <p:cNvSpPr/>
            <p:nvPr/>
          </p:nvSpPr>
          <p:spPr>
            <a:xfrm>
              <a:off x="7035632" y="2445767"/>
              <a:ext cx="317573" cy="168185"/>
            </a:xfrm>
            <a:custGeom>
              <a:avLst/>
              <a:gdLst/>
              <a:ahLst/>
              <a:cxnLst/>
              <a:rect l="l" t="t" r="r" b="b"/>
              <a:pathLst>
                <a:path w="9985" h="5288" extrusionOk="0">
                  <a:moveTo>
                    <a:pt x="7393" y="1"/>
                  </a:moveTo>
                  <a:cubicBezTo>
                    <a:pt x="6827" y="1"/>
                    <a:pt x="6283" y="240"/>
                    <a:pt x="5822" y="575"/>
                  </a:cubicBezTo>
                  <a:cubicBezTo>
                    <a:pt x="5361" y="909"/>
                    <a:pt x="4971" y="1341"/>
                    <a:pt x="4595" y="1774"/>
                  </a:cubicBezTo>
                  <a:cubicBezTo>
                    <a:pt x="4371" y="1182"/>
                    <a:pt x="3656" y="793"/>
                    <a:pt x="2933" y="793"/>
                  </a:cubicBezTo>
                  <a:cubicBezTo>
                    <a:pt x="2832" y="793"/>
                    <a:pt x="2731" y="801"/>
                    <a:pt x="2631" y="816"/>
                  </a:cubicBezTo>
                  <a:cubicBezTo>
                    <a:pt x="1823" y="944"/>
                    <a:pt x="1128" y="1547"/>
                    <a:pt x="788" y="2291"/>
                  </a:cubicBezTo>
                  <a:cubicBezTo>
                    <a:pt x="447" y="3036"/>
                    <a:pt x="433" y="3908"/>
                    <a:pt x="646" y="4702"/>
                  </a:cubicBezTo>
                  <a:cubicBezTo>
                    <a:pt x="536" y="4654"/>
                    <a:pt x="430" y="4632"/>
                    <a:pt x="338" y="4632"/>
                  </a:cubicBezTo>
                  <a:cubicBezTo>
                    <a:pt x="198" y="4632"/>
                    <a:pt x="92" y="4683"/>
                    <a:pt x="57" y="4773"/>
                  </a:cubicBezTo>
                  <a:cubicBezTo>
                    <a:pt x="1" y="4922"/>
                    <a:pt x="107" y="5099"/>
                    <a:pt x="249" y="5177"/>
                  </a:cubicBezTo>
                  <a:cubicBezTo>
                    <a:pt x="391" y="5255"/>
                    <a:pt x="561" y="5262"/>
                    <a:pt x="724" y="5262"/>
                  </a:cubicBezTo>
                  <a:cubicBezTo>
                    <a:pt x="1330" y="5280"/>
                    <a:pt x="1937" y="5288"/>
                    <a:pt x="2543" y="5288"/>
                  </a:cubicBezTo>
                  <a:cubicBezTo>
                    <a:pt x="3660" y="5288"/>
                    <a:pt x="4776" y="5261"/>
                    <a:pt x="5893" y="5220"/>
                  </a:cubicBezTo>
                  <a:cubicBezTo>
                    <a:pt x="7205" y="5170"/>
                    <a:pt x="8368" y="5199"/>
                    <a:pt x="9538" y="5128"/>
                  </a:cubicBezTo>
                  <a:cubicBezTo>
                    <a:pt x="9644" y="5121"/>
                    <a:pt x="9743" y="5113"/>
                    <a:pt x="9835" y="5064"/>
                  </a:cubicBezTo>
                  <a:cubicBezTo>
                    <a:pt x="9921" y="5014"/>
                    <a:pt x="9984" y="4908"/>
                    <a:pt x="9956" y="4809"/>
                  </a:cubicBezTo>
                  <a:cubicBezTo>
                    <a:pt x="9926" y="4725"/>
                    <a:pt x="9835" y="4676"/>
                    <a:pt x="9743" y="4676"/>
                  </a:cubicBezTo>
                  <a:cubicBezTo>
                    <a:pt x="9727" y="4676"/>
                    <a:pt x="9710" y="4678"/>
                    <a:pt x="9694" y="4681"/>
                  </a:cubicBezTo>
                  <a:cubicBezTo>
                    <a:pt x="9587" y="4695"/>
                    <a:pt x="9502" y="4766"/>
                    <a:pt x="9417" y="4830"/>
                  </a:cubicBezTo>
                  <a:cubicBezTo>
                    <a:pt x="9594" y="4610"/>
                    <a:pt x="9779" y="4376"/>
                    <a:pt x="9779" y="4135"/>
                  </a:cubicBezTo>
                  <a:cubicBezTo>
                    <a:pt x="9779" y="3887"/>
                    <a:pt x="9609" y="3653"/>
                    <a:pt x="9367" y="3582"/>
                  </a:cubicBezTo>
                  <a:cubicBezTo>
                    <a:pt x="9311" y="3566"/>
                    <a:pt x="9254" y="3559"/>
                    <a:pt x="9198" y="3559"/>
                  </a:cubicBezTo>
                  <a:cubicBezTo>
                    <a:pt x="8956" y="3559"/>
                    <a:pt x="8715" y="3691"/>
                    <a:pt x="8502" y="3823"/>
                  </a:cubicBezTo>
                  <a:cubicBezTo>
                    <a:pt x="8807" y="3561"/>
                    <a:pt x="8921" y="3121"/>
                    <a:pt x="8729" y="2852"/>
                  </a:cubicBezTo>
                  <a:cubicBezTo>
                    <a:pt x="8620" y="2694"/>
                    <a:pt x="8429" y="2610"/>
                    <a:pt x="8238" y="2610"/>
                  </a:cubicBezTo>
                  <a:cubicBezTo>
                    <a:pt x="8094" y="2610"/>
                    <a:pt x="7950" y="2658"/>
                    <a:pt x="7843" y="2759"/>
                  </a:cubicBezTo>
                  <a:cubicBezTo>
                    <a:pt x="8120" y="2376"/>
                    <a:pt x="8403" y="2043"/>
                    <a:pt x="8552" y="1646"/>
                  </a:cubicBezTo>
                  <a:cubicBezTo>
                    <a:pt x="8708" y="1249"/>
                    <a:pt x="8708" y="767"/>
                    <a:pt x="8446" y="434"/>
                  </a:cubicBezTo>
                  <a:cubicBezTo>
                    <a:pt x="8205" y="129"/>
                    <a:pt x="7800" y="1"/>
                    <a:pt x="7418" y="1"/>
                  </a:cubicBezTo>
                  <a:cubicBezTo>
                    <a:pt x="7409" y="1"/>
                    <a:pt x="7401" y="1"/>
                    <a:pt x="73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2"/>
            <p:cNvSpPr/>
            <p:nvPr/>
          </p:nvSpPr>
          <p:spPr>
            <a:xfrm>
              <a:off x="6508846" y="2866165"/>
              <a:ext cx="379338" cy="210231"/>
            </a:xfrm>
            <a:custGeom>
              <a:avLst/>
              <a:gdLst/>
              <a:ahLst/>
              <a:cxnLst/>
              <a:rect l="l" t="t" r="r" b="b"/>
              <a:pathLst>
                <a:path w="11927" h="6610" extrusionOk="0">
                  <a:moveTo>
                    <a:pt x="7696" y="1"/>
                  </a:moveTo>
                  <a:cubicBezTo>
                    <a:pt x="7146" y="1"/>
                    <a:pt x="6590" y="271"/>
                    <a:pt x="6296" y="738"/>
                  </a:cubicBezTo>
                  <a:cubicBezTo>
                    <a:pt x="5782" y="377"/>
                    <a:pt x="5196" y="131"/>
                    <a:pt x="4625" y="131"/>
                  </a:cubicBezTo>
                  <a:cubicBezTo>
                    <a:pt x="4432" y="131"/>
                    <a:pt x="4241" y="159"/>
                    <a:pt x="4056" y="220"/>
                  </a:cubicBezTo>
                  <a:cubicBezTo>
                    <a:pt x="3290" y="475"/>
                    <a:pt x="2786" y="1248"/>
                    <a:pt x="2630" y="2042"/>
                  </a:cubicBezTo>
                  <a:cubicBezTo>
                    <a:pt x="2474" y="2836"/>
                    <a:pt x="2602" y="3652"/>
                    <a:pt x="2722" y="4453"/>
                  </a:cubicBezTo>
                  <a:cubicBezTo>
                    <a:pt x="2598" y="4443"/>
                    <a:pt x="2470" y="4435"/>
                    <a:pt x="2342" y="4435"/>
                  </a:cubicBezTo>
                  <a:cubicBezTo>
                    <a:pt x="1955" y="4435"/>
                    <a:pt x="1563" y="4499"/>
                    <a:pt x="1255" y="4723"/>
                  </a:cubicBezTo>
                  <a:cubicBezTo>
                    <a:pt x="851" y="5020"/>
                    <a:pt x="666" y="5637"/>
                    <a:pt x="950" y="6056"/>
                  </a:cubicBezTo>
                  <a:cubicBezTo>
                    <a:pt x="787" y="5935"/>
                    <a:pt x="609" y="5815"/>
                    <a:pt x="411" y="5815"/>
                  </a:cubicBezTo>
                  <a:cubicBezTo>
                    <a:pt x="407" y="5814"/>
                    <a:pt x="403" y="5814"/>
                    <a:pt x="400" y="5814"/>
                  </a:cubicBezTo>
                  <a:cubicBezTo>
                    <a:pt x="204" y="5814"/>
                    <a:pt x="1" y="5996"/>
                    <a:pt x="56" y="6190"/>
                  </a:cubicBezTo>
                  <a:cubicBezTo>
                    <a:pt x="106" y="6382"/>
                    <a:pt x="354" y="6432"/>
                    <a:pt x="560" y="6439"/>
                  </a:cubicBezTo>
                  <a:cubicBezTo>
                    <a:pt x="2696" y="6552"/>
                    <a:pt x="4839" y="6609"/>
                    <a:pt x="6982" y="6609"/>
                  </a:cubicBezTo>
                  <a:cubicBezTo>
                    <a:pt x="7108" y="6609"/>
                    <a:pt x="7234" y="6609"/>
                    <a:pt x="7360" y="6609"/>
                  </a:cubicBezTo>
                  <a:cubicBezTo>
                    <a:pt x="8707" y="6602"/>
                    <a:pt x="9884" y="6446"/>
                    <a:pt x="11054" y="6304"/>
                  </a:cubicBezTo>
                  <a:cubicBezTo>
                    <a:pt x="11238" y="6283"/>
                    <a:pt x="11472" y="6219"/>
                    <a:pt x="11494" y="6034"/>
                  </a:cubicBezTo>
                  <a:cubicBezTo>
                    <a:pt x="11519" y="5848"/>
                    <a:pt x="11300" y="5726"/>
                    <a:pt x="11106" y="5726"/>
                  </a:cubicBezTo>
                  <a:cubicBezTo>
                    <a:pt x="11086" y="5726"/>
                    <a:pt x="11066" y="5727"/>
                    <a:pt x="11047" y="5730"/>
                  </a:cubicBezTo>
                  <a:cubicBezTo>
                    <a:pt x="10865" y="5755"/>
                    <a:pt x="10689" y="5841"/>
                    <a:pt x="10508" y="5841"/>
                  </a:cubicBezTo>
                  <a:cubicBezTo>
                    <a:pt x="10485" y="5841"/>
                    <a:pt x="10461" y="5839"/>
                    <a:pt x="10437" y="5836"/>
                  </a:cubicBezTo>
                  <a:cubicBezTo>
                    <a:pt x="10707" y="5545"/>
                    <a:pt x="11040" y="5332"/>
                    <a:pt x="11316" y="5056"/>
                  </a:cubicBezTo>
                  <a:cubicBezTo>
                    <a:pt x="11593" y="4779"/>
                    <a:pt x="11813" y="4425"/>
                    <a:pt x="11870" y="4042"/>
                  </a:cubicBezTo>
                  <a:cubicBezTo>
                    <a:pt x="11926" y="3652"/>
                    <a:pt x="11799" y="3226"/>
                    <a:pt x="11487" y="2985"/>
                  </a:cubicBezTo>
                  <a:cubicBezTo>
                    <a:pt x="11287" y="2836"/>
                    <a:pt x="11035" y="2773"/>
                    <a:pt x="10783" y="2773"/>
                  </a:cubicBezTo>
                  <a:cubicBezTo>
                    <a:pt x="10712" y="2773"/>
                    <a:pt x="10641" y="2778"/>
                    <a:pt x="10572" y="2787"/>
                  </a:cubicBezTo>
                  <a:cubicBezTo>
                    <a:pt x="10253" y="2829"/>
                    <a:pt x="9955" y="2950"/>
                    <a:pt x="9657" y="3070"/>
                  </a:cubicBezTo>
                  <a:cubicBezTo>
                    <a:pt x="9806" y="2482"/>
                    <a:pt x="9764" y="1794"/>
                    <a:pt x="9480" y="1206"/>
                  </a:cubicBezTo>
                  <a:cubicBezTo>
                    <a:pt x="9189" y="617"/>
                    <a:pt x="8643" y="149"/>
                    <a:pt x="7998" y="29"/>
                  </a:cubicBezTo>
                  <a:cubicBezTo>
                    <a:pt x="7899" y="10"/>
                    <a:pt x="7798" y="1"/>
                    <a:pt x="76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2"/>
            <p:cNvSpPr/>
            <p:nvPr/>
          </p:nvSpPr>
          <p:spPr>
            <a:xfrm>
              <a:off x="6742008" y="2396914"/>
              <a:ext cx="631711" cy="658014"/>
            </a:xfrm>
            <a:custGeom>
              <a:avLst/>
              <a:gdLst/>
              <a:ahLst/>
              <a:cxnLst/>
              <a:rect l="l" t="t" r="r" b="b"/>
              <a:pathLst>
                <a:path w="19862" h="20689" extrusionOk="0">
                  <a:moveTo>
                    <a:pt x="10091" y="1"/>
                  </a:moveTo>
                  <a:cubicBezTo>
                    <a:pt x="9493" y="1"/>
                    <a:pt x="8889" y="156"/>
                    <a:pt x="8360" y="438"/>
                  </a:cubicBezTo>
                  <a:cubicBezTo>
                    <a:pt x="7389" y="963"/>
                    <a:pt x="6659" y="1856"/>
                    <a:pt x="6184" y="2849"/>
                  </a:cubicBezTo>
                  <a:cubicBezTo>
                    <a:pt x="5701" y="3842"/>
                    <a:pt x="5453" y="4926"/>
                    <a:pt x="5276" y="6011"/>
                  </a:cubicBezTo>
                  <a:cubicBezTo>
                    <a:pt x="5026" y="5774"/>
                    <a:pt x="4656" y="5641"/>
                    <a:pt x="4283" y="5641"/>
                  </a:cubicBezTo>
                  <a:cubicBezTo>
                    <a:pt x="4000" y="5641"/>
                    <a:pt x="3715" y="5718"/>
                    <a:pt x="3482" y="5884"/>
                  </a:cubicBezTo>
                  <a:cubicBezTo>
                    <a:pt x="2993" y="6231"/>
                    <a:pt x="2787" y="6869"/>
                    <a:pt x="2801" y="7465"/>
                  </a:cubicBezTo>
                  <a:cubicBezTo>
                    <a:pt x="2823" y="8068"/>
                    <a:pt x="3042" y="8642"/>
                    <a:pt x="3255" y="9202"/>
                  </a:cubicBezTo>
                  <a:cubicBezTo>
                    <a:pt x="3153" y="9184"/>
                    <a:pt x="3052" y="9175"/>
                    <a:pt x="2954" y="9175"/>
                  </a:cubicBezTo>
                  <a:cubicBezTo>
                    <a:pt x="2399" y="9175"/>
                    <a:pt x="1921" y="9451"/>
                    <a:pt x="1638" y="9855"/>
                  </a:cubicBezTo>
                  <a:cubicBezTo>
                    <a:pt x="1305" y="10330"/>
                    <a:pt x="1220" y="10946"/>
                    <a:pt x="1319" y="11521"/>
                  </a:cubicBezTo>
                  <a:cubicBezTo>
                    <a:pt x="1419" y="12088"/>
                    <a:pt x="1688" y="12613"/>
                    <a:pt x="2007" y="13095"/>
                  </a:cubicBezTo>
                  <a:cubicBezTo>
                    <a:pt x="1777" y="13041"/>
                    <a:pt x="1579" y="12981"/>
                    <a:pt x="1410" y="12981"/>
                  </a:cubicBezTo>
                  <a:cubicBezTo>
                    <a:pt x="1314" y="12981"/>
                    <a:pt x="1227" y="13001"/>
                    <a:pt x="1149" y="13052"/>
                  </a:cubicBezTo>
                  <a:cubicBezTo>
                    <a:pt x="958" y="13180"/>
                    <a:pt x="922" y="13464"/>
                    <a:pt x="1014" y="13683"/>
                  </a:cubicBezTo>
                  <a:cubicBezTo>
                    <a:pt x="1100" y="13896"/>
                    <a:pt x="1277" y="14059"/>
                    <a:pt x="1454" y="14208"/>
                  </a:cubicBezTo>
                  <a:cubicBezTo>
                    <a:pt x="362" y="15080"/>
                    <a:pt x="0" y="16520"/>
                    <a:pt x="518" y="17612"/>
                  </a:cubicBezTo>
                  <a:cubicBezTo>
                    <a:pt x="953" y="18518"/>
                    <a:pt x="1955" y="19107"/>
                    <a:pt x="2952" y="19107"/>
                  </a:cubicBezTo>
                  <a:cubicBezTo>
                    <a:pt x="3157" y="19107"/>
                    <a:pt x="3361" y="19082"/>
                    <a:pt x="3560" y="19030"/>
                  </a:cubicBezTo>
                  <a:lnTo>
                    <a:pt x="3560" y="19030"/>
                  </a:lnTo>
                  <a:cubicBezTo>
                    <a:pt x="3383" y="19108"/>
                    <a:pt x="3220" y="19342"/>
                    <a:pt x="3198" y="19611"/>
                  </a:cubicBezTo>
                  <a:cubicBezTo>
                    <a:pt x="3184" y="19881"/>
                    <a:pt x="3376" y="20186"/>
                    <a:pt x="3645" y="20186"/>
                  </a:cubicBezTo>
                  <a:cubicBezTo>
                    <a:pt x="3773" y="20186"/>
                    <a:pt x="3900" y="20122"/>
                    <a:pt x="4007" y="20044"/>
                  </a:cubicBezTo>
                  <a:cubicBezTo>
                    <a:pt x="4383" y="19774"/>
                    <a:pt x="4659" y="19377"/>
                    <a:pt x="4780" y="18938"/>
                  </a:cubicBezTo>
                  <a:cubicBezTo>
                    <a:pt x="5570" y="20041"/>
                    <a:pt x="6832" y="20688"/>
                    <a:pt x="8084" y="20688"/>
                  </a:cubicBezTo>
                  <a:cubicBezTo>
                    <a:pt x="8281" y="20688"/>
                    <a:pt x="8478" y="20672"/>
                    <a:pt x="8672" y="20640"/>
                  </a:cubicBezTo>
                  <a:cubicBezTo>
                    <a:pt x="10105" y="20398"/>
                    <a:pt x="11353" y="19271"/>
                    <a:pt x="11721" y="17867"/>
                  </a:cubicBezTo>
                  <a:cubicBezTo>
                    <a:pt x="12167" y="18350"/>
                    <a:pt x="12714" y="18558"/>
                    <a:pt x="13252" y="18558"/>
                  </a:cubicBezTo>
                  <a:cubicBezTo>
                    <a:pt x="13519" y="18558"/>
                    <a:pt x="13784" y="18507"/>
                    <a:pt x="14033" y="18413"/>
                  </a:cubicBezTo>
                  <a:cubicBezTo>
                    <a:pt x="14792" y="18122"/>
                    <a:pt x="15380" y="17442"/>
                    <a:pt x="15565" y="16655"/>
                  </a:cubicBezTo>
                  <a:cubicBezTo>
                    <a:pt x="15778" y="16779"/>
                    <a:pt x="16021" y="16842"/>
                    <a:pt x="16254" y="16842"/>
                  </a:cubicBezTo>
                  <a:cubicBezTo>
                    <a:pt x="16431" y="16842"/>
                    <a:pt x="16602" y="16806"/>
                    <a:pt x="16749" y="16733"/>
                  </a:cubicBezTo>
                  <a:cubicBezTo>
                    <a:pt x="17096" y="16569"/>
                    <a:pt x="17344" y="16257"/>
                    <a:pt x="17571" y="15960"/>
                  </a:cubicBezTo>
                  <a:cubicBezTo>
                    <a:pt x="17739" y="15979"/>
                    <a:pt x="17904" y="15989"/>
                    <a:pt x="18068" y="15989"/>
                  </a:cubicBezTo>
                  <a:cubicBezTo>
                    <a:pt x="18720" y="15989"/>
                    <a:pt x="19334" y="15835"/>
                    <a:pt x="19862" y="15563"/>
                  </a:cubicBezTo>
                  <a:lnTo>
                    <a:pt x="19862" y="5834"/>
                  </a:lnTo>
                  <a:cubicBezTo>
                    <a:pt x="19791" y="5813"/>
                    <a:pt x="19720" y="5792"/>
                    <a:pt x="19649" y="5770"/>
                  </a:cubicBezTo>
                  <a:cubicBezTo>
                    <a:pt x="19476" y="5727"/>
                    <a:pt x="19298" y="5706"/>
                    <a:pt x="19120" y="5706"/>
                  </a:cubicBezTo>
                  <a:cubicBezTo>
                    <a:pt x="18305" y="5706"/>
                    <a:pt x="17487" y="6143"/>
                    <a:pt x="17132" y="6876"/>
                  </a:cubicBezTo>
                  <a:cubicBezTo>
                    <a:pt x="17125" y="6657"/>
                    <a:pt x="17181" y="6423"/>
                    <a:pt x="17181" y="6196"/>
                  </a:cubicBezTo>
                  <a:cubicBezTo>
                    <a:pt x="17181" y="6118"/>
                    <a:pt x="17174" y="6026"/>
                    <a:pt x="17118" y="5969"/>
                  </a:cubicBezTo>
                  <a:cubicBezTo>
                    <a:pt x="17083" y="5932"/>
                    <a:pt x="17040" y="5917"/>
                    <a:pt x="16993" y="5917"/>
                  </a:cubicBezTo>
                  <a:cubicBezTo>
                    <a:pt x="16894" y="5917"/>
                    <a:pt x="16781" y="5986"/>
                    <a:pt x="16713" y="6068"/>
                  </a:cubicBezTo>
                  <a:cubicBezTo>
                    <a:pt x="16614" y="6189"/>
                    <a:pt x="16536" y="6345"/>
                    <a:pt x="16387" y="6394"/>
                  </a:cubicBezTo>
                  <a:cubicBezTo>
                    <a:pt x="16621" y="5749"/>
                    <a:pt x="16621" y="4955"/>
                    <a:pt x="16323" y="4295"/>
                  </a:cubicBezTo>
                  <a:cubicBezTo>
                    <a:pt x="16167" y="3962"/>
                    <a:pt x="15919" y="3643"/>
                    <a:pt x="15565" y="3530"/>
                  </a:cubicBezTo>
                  <a:cubicBezTo>
                    <a:pt x="15494" y="3508"/>
                    <a:pt x="15420" y="3498"/>
                    <a:pt x="15346" y="3498"/>
                  </a:cubicBezTo>
                  <a:cubicBezTo>
                    <a:pt x="15047" y="3498"/>
                    <a:pt x="14745" y="3665"/>
                    <a:pt x="14671" y="3955"/>
                  </a:cubicBezTo>
                  <a:cubicBezTo>
                    <a:pt x="14650" y="3686"/>
                    <a:pt x="14742" y="3501"/>
                    <a:pt x="14756" y="3303"/>
                  </a:cubicBezTo>
                  <a:cubicBezTo>
                    <a:pt x="14778" y="3111"/>
                    <a:pt x="14664" y="2870"/>
                    <a:pt x="14473" y="2870"/>
                  </a:cubicBezTo>
                  <a:cubicBezTo>
                    <a:pt x="14338" y="2870"/>
                    <a:pt x="14232" y="2969"/>
                    <a:pt x="14154" y="3076"/>
                  </a:cubicBezTo>
                  <a:cubicBezTo>
                    <a:pt x="13962" y="3324"/>
                    <a:pt x="13835" y="3615"/>
                    <a:pt x="13771" y="3920"/>
                  </a:cubicBezTo>
                  <a:cubicBezTo>
                    <a:pt x="13558" y="3218"/>
                    <a:pt x="13352" y="2523"/>
                    <a:pt x="13005" y="1885"/>
                  </a:cubicBezTo>
                  <a:cubicBezTo>
                    <a:pt x="12657" y="1253"/>
                    <a:pt x="12168" y="686"/>
                    <a:pt x="11530" y="346"/>
                  </a:cubicBezTo>
                  <a:cubicBezTo>
                    <a:pt x="11087" y="110"/>
                    <a:pt x="10591" y="1"/>
                    <a:pt x="100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2"/>
            <p:cNvSpPr/>
            <p:nvPr/>
          </p:nvSpPr>
          <p:spPr>
            <a:xfrm>
              <a:off x="6771332" y="2710321"/>
              <a:ext cx="34540" cy="138511"/>
            </a:xfrm>
            <a:custGeom>
              <a:avLst/>
              <a:gdLst/>
              <a:ahLst/>
              <a:cxnLst/>
              <a:rect l="l" t="t" r="r" b="b"/>
              <a:pathLst>
                <a:path w="1086" h="4355" fill="none" extrusionOk="0">
                  <a:moveTo>
                    <a:pt x="716" y="1"/>
                  </a:moveTo>
                  <a:cubicBezTo>
                    <a:pt x="383" y="476"/>
                    <a:pt x="298" y="1092"/>
                    <a:pt x="397" y="1667"/>
                  </a:cubicBezTo>
                  <a:cubicBezTo>
                    <a:pt x="497" y="2234"/>
                    <a:pt x="766" y="2759"/>
                    <a:pt x="1085" y="3241"/>
                  </a:cubicBezTo>
                  <a:cubicBezTo>
                    <a:pt x="724" y="3156"/>
                    <a:pt x="440" y="3057"/>
                    <a:pt x="227" y="3198"/>
                  </a:cubicBezTo>
                  <a:cubicBezTo>
                    <a:pt x="36" y="3326"/>
                    <a:pt x="0" y="3610"/>
                    <a:pt x="92" y="3829"/>
                  </a:cubicBezTo>
                  <a:cubicBezTo>
                    <a:pt x="178" y="4042"/>
                    <a:pt x="355" y="4205"/>
                    <a:pt x="532" y="4354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2"/>
            <p:cNvSpPr/>
            <p:nvPr/>
          </p:nvSpPr>
          <p:spPr>
            <a:xfrm>
              <a:off x="6830649" y="2477349"/>
              <a:ext cx="113226" cy="212267"/>
            </a:xfrm>
            <a:custGeom>
              <a:avLst/>
              <a:gdLst/>
              <a:ahLst/>
              <a:cxnLst/>
              <a:rect l="l" t="t" r="r" b="b"/>
              <a:pathLst>
                <a:path w="3560" h="6674" fill="none" extrusionOk="0">
                  <a:moveTo>
                    <a:pt x="3560" y="1"/>
                  </a:moveTo>
                  <a:cubicBezTo>
                    <a:pt x="3503" y="107"/>
                    <a:pt x="3446" y="213"/>
                    <a:pt x="3397" y="320"/>
                  </a:cubicBezTo>
                  <a:cubicBezTo>
                    <a:pt x="2914" y="1313"/>
                    <a:pt x="2666" y="2397"/>
                    <a:pt x="2489" y="3482"/>
                  </a:cubicBezTo>
                  <a:cubicBezTo>
                    <a:pt x="2049" y="3064"/>
                    <a:pt x="1234" y="2972"/>
                    <a:pt x="695" y="3355"/>
                  </a:cubicBezTo>
                  <a:cubicBezTo>
                    <a:pt x="206" y="3702"/>
                    <a:pt x="0" y="4340"/>
                    <a:pt x="14" y="4936"/>
                  </a:cubicBezTo>
                  <a:cubicBezTo>
                    <a:pt x="36" y="5539"/>
                    <a:pt x="255" y="6113"/>
                    <a:pt x="468" y="667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2"/>
            <p:cNvSpPr/>
            <p:nvPr/>
          </p:nvSpPr>
          <p:spPr>
            <a:xfrm>
              <a:off x="6975870" y="2391889"/>
              <a:ext cx="128142" cy="42651"/>
            </a:xfrm>
            <a:custGeom>
              <a:avLst/>
              <a:gdLst/>
              <a:ahLst/>
              <a:cxnLst/>
              <a:rect l="l" t="t" r="r" b="b"/>
              <a:pathLst>
                <a:path w="4029" h="1341" fill="none" extrusionOk="0">
                  <a:moveTo>
                    <a:pt x="4028" y="426"/>
                  </a:moveTo>
                  <a:cubicBezTo>
                    <a:pt x="3078" y="0"/>
                    <a:pt x="1929" y="107"/>
                    <a:pt x="1007" y="596"/>
                  </a:cubicBezTo>
                  <a:cubicBezTo>
                    <a:pt x="639" y="795"/>
                    <a:pt x="298" y="1050"/>
                    <a:pt x="1" y="134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2"/>
            <p:cNvSpPr/>
            <p:nvPr/>
          </p:nvSpPr>
          <p:spPr>
            <a:xfrm>
              <a:off x="7261161" y="2533517"/>
              <a:ext cx="9510" cy="66790"/>
            </a:xfrm>
            <a:custGeom>
              <a:avLst/>
              <a:gdLst/>
              <a:ahLst/>
              <a:cxnLst/>
              <a:rect l="l" t="t" r="r" b="b"/>
              <a:pathLst>
                <a:path w="299" h="2100" fill="none" extrusionOk="0">
                  <a:moveTo>
                    <a:pt x="64" y="2099"/>
                  </a:moveTo>
                  <a:cubicBezTo>
                    <a:pt x="298" y="1454"/>
                    <a:pt x="298" y="660"/>
                    <a:pt x="0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2"/>
            <p:cNvSpPr/>
            <p:nvPr/>
          </p:nvSpPr>
          <p:spPr>
            <a:xfrm>
              <a:off x="7188328" y="2891863"/>
              <a:ext cx="185391" cy="90708"/>
            </a:xfrm>
            <a:custGeom>
              <a:avLst/>
              <a:gdLst/>
              <a:ahLst/>
              <a:cxnLst/>
              <a:rect l="l" t="t" r="r" b="b"/>
              <a:pathLst>
                <a:path w="5829" h="2852" fill="none" extrusionOk="0">
                  <a:moveTo>
                    <a:pt x="0" y="2851"/>
                  </a:moveTo>
                  <a:cubicBezTo>
                    <a:pt x="759" y="2560"/>
                    <a:pt x="1347" y="1880"/>
                    <a:pt x="1532" y="1093"/>
                  </a:cubicBezTo>
                  <a:cubicBezTo>
                    <a:pt x="1907" y="1312"/>
                    <a:pt x="2375" y="1341"/>
                    <a:pt x="2716" y="1171"/>
                  </a:cubicBezTo>
                  <a:cubicBezTo>
                    <a:pt x="3063" y="1007"/>
                    <a:pt x="3311" y="695"/>
                    <a:pt x="3538" y="398"/>
                  </a:cubicBezTo>
                  <a:cubicBezTo>
                    <a:pt x="4375" y="497"/>
                    <a:pt x="5169" y="341"/>
                    <a:pt x="5829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2"/>
            <p:cNvSpPr/>
            <p:nvPr/>
          </p:nvSpPr>
          <p:spPr>
            <a:xfrm>
              <a:off x="7040816" y="2965174"/>
              <a:ext cx="112113" cy="81866"/>
            </a:xfrm>
            <a:custGeom>
              <a:avLst/>
              <a:gdLst/>
              <a:ahLst/>
              <a:cxnLst/>
              <a:rect l="l" t="t" r="r" b="b"/>
              <a:pathLst>
                <a:path w="3525" h="2574" fill="none" extrusionOk="0">
                  <a:moveTo>
                    <a:pt x="1" y="2574"/>
                  </a:moveTo>
                  <a:cubicBezTo>
                    <a:pt x="1114" y="2134"/>
                    <a:pt x="2022" y="1163"/>
                    <a:pt x="2326" y="0"/>
                  </a:cubicBezTo>
                  <a:cubicBezTo>
                    <a:pt x="2681" y="383"/>
                    <a:pt x="3099" y="589"/>
                    <a:pt x="3525" y="65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2"/>
            <p:cNvSpPr/>
            <p:nvPr/>
          </p:nvSpPr>
          <p:spPr>
            <a:xfrm>
              <a:off x="6747860" y="2884421"/>
              <a:ext cx="177981" cy="154509"/>
            </a:xfrm>
            <a:custGeom>
              <a:avLst/>
              <a:gdLst/>
              <a:ahLst/>
              <a:cxnLst/>
              <a:rect l="l" t="t" r="r" b="b"/>
              <a:pathLst>
                <a:path w="5596" h="4858" fill="none" extrusionOk="0">
                  <a:moveTo>
                    <a:pt x="384" y="1"/>
                  </a:moveTo>
                  <a:cubicBezTo>
                    <a:pt x="29" y="738"/>
                    <a:pt x="1" y="1582"/>
                    <a:pt x="334" y="2284"/>
                  </a:cubicBezTo>
                  <a:cubicBezTo>
                    <a:pt x="859" y="3376"/>
                    <a:pt x="2206" y="4007"/>
                    <a:pt x="3376" y="3702"/>
                  </a:cubicBezTo>
                  <a:cubicBezTo>
                    <a:pt x="3199" y="3780"/>
                    <a:pt x="3036" y="4014"/>
                    <a:pt x="3014" y="4283"/>
                  </a:cubicBezTo>
                  <a:cubicBezTo>
                    <a:pt x="3000" y="4553"/>
                    <a:pt x="3192" y="4858"/>
                    <a:pt x="3461" y="4858"/>
                  </a:cubicBezTo>
                  <a:cubicBezTo>
                    <a:pt x="3589" y="4858"/>
                    <a:pt x="3716" y="4794"/>
                    <a:pt x="3823" y="4716"/>
                  </a:cubicBezTo>
                  <a:cubicBezTo>
                    <a:pt x="4191" y="4446"/>
                    <a:pt x="4475" y="4049"/>
                    <a:pt x="4596" y="3610"/>
                  </a:cubicBezTo>
                  <a:cubicBezTo>
                    <a:pt x="4879" y="4000"/>
                    <a:pt x="5220" y="4340"/>
                    <a:pt x="5595" y="4602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2"/>
            <p:cNvSpPr/>
            <p:nvPr/>
          </p:nvSpPr>
          <p:spPr>
            <a:xfrm>
              <a:off x="7040816" y="2770750"/>
              <a:ext cx="332903" cy="451536"/>
            </a:xfrm>
            <a:custGeom>
              <a:avLst/>
              <a:gdLst/>
              <a:ahLst/>
              <a:cxnLst/>
              <a:rect l="l" t="t" r="r" b="b"/>
              <a:pathLst>
                <a:path w="10467" h="14197" extrusionOk="0">
                  <a:moveTo>
                    <a:pt x="7347" y="1"/>
                  </a:moveTo>
                  <a:lnTo>
                    <a:pt x="7411" y="3589"/>
                  </a:lnTo>
                  <a:lnTo>
                    <a:pt x="7411" y="3589"/>
                  </a:lnTo>
                  <a:lnTo>
                    <a:pt x="5992" y="1341"/>
                  </a:lnTo>
                  <a:lnTo>
                    <a:pt x="5609" y="1511"/>
                  </a:lnTo>
                  <a:lnTo>
                    <a:pt x="6900" y="4298"/>
                  </a:lnTo>
                  <a:lnTo>
                    <a:pt x="7368" y="11155"/>
                  </a:lnTo>
                  <a:cubicBezTo>
                    <a:pt x="5468" y="8566"/>
                    <a:pt x="3745" y="5851"/>
                    <a:pt x="2199" y="3043"/>
                  </a:cubicBezTo>
                  <a:cubicBezTo>
                    <a:pt x="2186" y="3037"/>
                    <a:pt x="2169" y="3034"/>
                    <a:pt x="2149" y="3034"/>
                  </a:cubicBezTo>
                  <a:cubicBezTo>
                    <a:pt x="1976" y="3034"/>
                    <a:pt x="1582" y="3234"/>
                    <a:pt x="1582" y="3234"/>
                  </a:cubicBezTo>
                  <a:lnTo>
                    <a:pt x="2568" y="5723"/>
                  </a:lnTo>
                  <a:lnTo>
                    <a:pt x="43" y="5035"/>
                  </a:lnTo>
                  <a:lnTo>
                    <a:pt x="1" y="5432"/>
                  </a:lnTo>
                  <a:lnTo>
                    <a:pt x="2263" y="6702"/>
                  </a:lnTo>
                  <a:cubicBezTo>
                    <a:pt x="3808" y="9127"/>
                    <a:pt x="5234" y="11630"/>
                    <a:pt x="6538" y="14196"/>
                  </a:cubicBezTo>
                  <a:lnTo>
                    <a:pt x="10467" y="14196"/>
                  </a:lnTo>
                  <a:lnTo>
                    <a:pt x="10467" y="11665"/>
                  </a:lnTo>
                  <a:cubicBezTo>
                    <a:pt x="9481" y="7822"/>
                    <a:pt x="8609" y="3965"/>
                    <a:pt x="7871" y="79"/>
                  </a:cubicBezTo>
                  <a:cubicBezTo>
                    <a:pt x="7751" y="65"/>
                    <a:pt x="7347" y="1"/>
                    <a:pt x="73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2"/>
            <p:cNvSpPr/>
            <p:nvPr/>
          </p:nvSpPr>
          <p:spPr>
            <a:xfrm>
              <a:off x="6873490" y="3149484"/>
              <a:ext cx="318463" cy="72802"/>
            </a:xfrm>
            <a:custGeom>
              <a:avLst/>
              <a:gdLst/>
              <a:ahLst/>
              <a:cxnLst/>
              <a:rect l="l" t="t" r="r" b="b"/>
              <a:pathLst>
                <a:path w="10013" h="2289" extrusionOk="0">
                  <a:moveTo>
                    <a:pt x="7399" y="1"/>
                  </a:moveTo>
                  <a:cubicBezTo>
                    <a:pt x="7202" y="1"/>
                    <a:pt x="7003" y="61"/>
                    <a:pt x="6822" y="147"/>
                  </a:cubicBezTo>
                  <a:cubicBezTo>
                    <a:pt x="6339" y="367"/>
                    <a:pt x="5942" y="757"/>
                    <a:pt x="5723" y="1239"/>
                  </a:cubicBezTo>
                  <a:cubicBezTo>
                    <a:pt x="5416" y="1070"/>
                    <a:pt x="5110" y="960"/>
                    <a:pt x="4809" y="960"/>
                  </a:cubicBezTo>
                  <a:cubicBezTo>
                    <a:pt x="4782" y="960"/>
                    <a:pt x="4756" y="961"/>
                    <a:pt x="4730" y="963"/>
                  </a:cubicBezTo>
                  <a:cubicBezTo>
                    <a:pt x="4404" y="984"/>
                    <a:pt x="4085" y="1140"/>
                    <a:pt x="3865" y="1388"/>
                  </a:cubicBezTo>
                  <a:cubicBezTo>
                    <a:pt x="3581" y="736"/>
                    <a:pt x="3028" y="239"/>
                    <a:pt x="2418" y="140"/>
                  </a:cubicBezTo>
                  <a:cubicBezTo>
                    <a:pt x="2323" y="123"/>
                    <a:pt x="2228" y="115"/>
                    <a:pt x="2132" y="115"/>
                  </a:cubicBezTo>
                  <a:cubicBezTo>
                    <a:pt x="1613" y="115"/>
                    <a:pt x="1095" y="350"/>
                    <a:pt x="724" y="721"/>
                  </a:cubicBezTo>
                  <a:cubicBezTo>
                    <a:pt x="312" y="1140"/>
                    <a:pt x="78" y="1707"/>
                    <a:pt x="0" y="2288"/>
                  </a:cubicBezTo>
                  <a:lnTo>
                    <a:pt x="10012" y="2288"/>
                  </a:lnTo>
                  <a:cubicBezTo>
                    <a:pt x="9956" y="2097"/>
                    <a:pt x="9857" y="1941"/>
                    <a:pt x="9722" y="1820"/>
                  </a:cubicBezTo>
                  <a:cubicBezTo>
                    <a:pt x="9542" y="1663"/>
                    <a:pt x="9303" y="1583"/>
                    <a:pt x="9064" y="1583"/>
                  </a:cubicBezTo>
                  <a:cubicBezTo>
                    <a:pt x="8842" y="1583"/>
                    <a:pt x="8620" y="1652"/>
                    <a:pt x="8445" y="1792"/>
                  </a:cubicBezTo>
                  <a:cubicBezTo>
                    <a:pt x="8346" y="1395"/>
                    <a:pt x="8382" y="1048"/>
                    <a:pt x="8289" y="729"/>
                  </a:cubicBezTo>
                  <a:cubicBezTo>
                    <a:pt x="8197" y="409"/>
                    <a:pt x="7956" y="126"/>
                    <a:pt x="7637" y="34"/>
                  </a:cubicBezTo>
                  <a:cubicBezTo>
                    <a:pt x="7559" y="11"/>
                    <a:pt x="7479" y="1"/>
                    <a:pt x="73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2"/>
            <p:cNvSpPr/>
            <p:nvPr/>
          </p:nvSpPr>
          <p:spPr>
            <a:xfrm>
              <a:off x="7013082" y="2741839"/>
              <a:ext cx="350268" cy="212744"/>
            </a:xfrm>
            <a:custGeom>
              <a:avLst/>
              <a:gdLst/>
              <a:ahLst/>
              <a:cxnLst/>
              <a:rect l="l" t="t" r="r" b="b"/>
              <a:pathLst>
                <a:path w="11013" h="6689" extrusionOk="0">
                  <a:moveTo>
                    <a:pt x="8451" y="1"/>
                  </a:moveTo>
                  <a:cubicBezTo>
                    <a:pt x="8364" y="1"/>
                    <a:pt x="8275" y="6"/>
                    <a:pt x="8183" y="16"/>
                  </a:cubicBezTo>
                  <a:cubicBezTo>
                    <a:pt x="6311" y="236"/>
                    <a:pt x="3390" y="1364"/>
                    <a:pt x="1695" y="3122"/>
                  </a:cubicBezTo>
                  <a:cubicBezTo>
                    <a:pt x="1" y="4881"/>
                    <a:pt x="625" y="6689"/>
                    <a:pt x="625" y="6689"/>
                  </a:cubicBezTo>
                  <a:cubicBezTo>
                    <a:pt x="887" y="6597"/>
                    <a:pt x="1107" y="6391"/>
                    <a:pt x="1213" y="6136"/>
                  </a:cubicBezTo>
                  <a:cubicBezTo>
                    <a:pt x="1312" y="5873"/>
                    <a:pt x="1298" y="5576"/>
                    <a:pt x="1263" y="5200"/>
                  </a:cubicBezTo>
                  <a:lnTo>
                    <a:pt x="1263" y="5200"/>
                  </a:lnTo>
                  <a:cubicBezTo>
                    <a:pt x="1375" y="5237"/>
                    <a:pt x="1492" y="5255"/>
                    <a:pt x="1610" y="5255"/>
                  </a:cubicBezTo>
                  <a:cubicBezTo>
                    <a:pt x="1958" y="5255"/>
                    <a:pt x="2311" y="5103"/>
                    <a:pt x="2582" y="4881"/>
                  </a:cubicBezTo>
                  <a:cubicBezTo>
                    <a:pt x="2950" y="4576"/>
                    <a:pt x="3198" y="4157"/>
                    <a:pt x="3596" y="3739"/>
                  </a:cubicBezTo>
                  <a:cubicBezTo>
                    <a:pt x="3850" y="3957"/>
                    <a:pt x="4187" y="4072"/>
                    <a:pt x="4522" y="4072"/>
                  </a:cubicBezTo>
                  <a:cubicBezTo>
                    <a:pt x="4700" y="4072"/>
                    <a:pt x="4877" y="4039"/>
                    <a:pt x="5042" y="3973"/>
                  </a:cubicBezTo>
                  <a:cubicBezTo>
                    <a:pt x="5517" y="3774"/>
                    <a:pt x="5865" y="3306"/>
                    <a:pt x="6006" y="2619"/>
                  </a:cubicBezTo>
                  <a:cubicBezTo>
                    <a:pt x="6184" y="2715"/>
                    <a:pt x="6385" y="2762"/>
                    <a:pt x="6587" y="2762"/>
                  </a:cubicBezTo>
                  <a:cubicBezTo>
                    <a:pt x="6846" y="2762"/>
                    <a:pt x="7104" y="2685"/>
                    <a:pt x="7311" y="2534"/>
                  </a:cubicBezTo>
                  <a:cubicBezTo>
                    <a:pt x="7687" y="2257"/>
                    <a:pt x="7885" y="1768"/>
                    <a:pt x="7644" y="1158"/>
                  </a:cubicBezTo>
                  <a:lnTo>
                    <a:pt x="7644" y="1158"/>
                  </a:lnTo>
                  <a:cubicBezTo>
                    <a:pt x="7859" y="1393"/>
                    <a:pt x="8175" y="1534"/>
                    <a:pt x="8487" y="1534"/>
                  </a:cubicBezTo>
                  <a:cubicBezTo>
                    <a:pt x="8494" y="1534"/>
                    <a:pt x="8502" y="1534"/>
                    <a:pt x="8509" y="1534"/>
                  </a:cubicBezTo>
                  <a:cubicBezTo>
                    <a:pt x="8836" y="1527"/>
                    <a:pt x="9155" y="1371"/>
                    <a:pt x="9488" y="1101"/>
                  </a:cubicBezTo>
                  <a:lnTo>
                    <a:pt x="9488" y="1101"/>
                  </a:lnTo>
                  <a:cubicBezTo>
                    <a:pt x="9339" y="1491"/>
                    <a:pt x="9523" y="1981"/>
                    <a:pt x="9885" y="2179"/>
                  </a:cubicBezTo>
                  <a:cubicBezTo>
                    <a:pt x="10008" y="2246"/>
                    <a:pt x="10148" y="2277"/>
                    <a:pt x="10288" y="2277"/>
                  </a:cubicBezTo>
                  <a:cubicBezTo>
                    <a:pt x="10566" y="2277"/>
                    <a:pt x="10847" y="2153"/>
                    <a:pt x="11012" y="1931"/>
                  </a:cubicBezTo>
                  <a:cubicBezTo>
                    <a:pt x="11012" y="1931"/>
                    <a:pt x="10140" y="1"/>
                    <a:pt x="84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2"/>
            <p:cNvSpPr/>
            <p:nvPr/>
          </p:nvSpPr>
          <p:spPr>
            <a:xfrm>
              <a:off x="7032928" y="2776857"/>
              <a:ext cx="330422" cy="177726"/>
            </a:xfrm>
            <a:custGeom>
              <a:avLst/>
              <a:gdLst/>
              <a:ahLst/>
              <a:cxnLst/>
              <a:rect l="l" t="t" r="r" b="b"/>
              <a:pathLst>
                <a:path w="10389" h="5588" fill="none" extrusionOk="0">
                  <a:moveTo>
                    <a:pt x="10388" y="830"/>
                  </a:moveTo>
                  <a:cubicBezTo>
                    <a:pt x="10140" y="1163"/>
                    <a:pt x="9630" y="1277"/>
                    <a:pt x="9261" y="1078"/>
                  </a:cubicBezTo>
                  <a:cubicBezTo>
                    <a:pt x="8899" y="880"/>
                    <a:pt x="8715" y="390"/>
                    <a:pt x="8864" y="0"/>
                  </a:cubicBezTo>
                  <a:cubicBezTo>
                    <a:pt x="8531" y="270"/>
                    <a:pt x="8212" y="426"/>
                    <a:pt x="7885" y="433"/>
                  </a:cubicBezTo>
                  <a:cubicBezTo>
                    <a:pt x="7566" y="440"/>
                    <a:pt x="7240" y="298"/>
                    <a:pt x="7020" y="57"/>
                  </a:cubicBezTo>
                  <a:cubicBezTo>
                    <a:pt x="7261" y="667"/>
                    <a:pt x="7063" y="1156"/>
                    <a:pt x="6687" y="1433"/>
                  </a:cubicBezTo>
                  <a:cubicBezTo>
                    <a:pt x="6318" y="1702"/>
                    <a:pt x="5787" y="1737"/>
                    <a:pt x="5382" y="1518"/>
                  </a:cubicBezTo>
                  <a:cubicBezTo>
                    <a:pt x="5241" y="2205"/>
                    <a:pt x="4893" y="2673"/>
                    <a:pt x="4418" y="2872"/>
                  </a:cubicBezTo>
                  <a:cubicBezTo>
                    <a:pt x="3943" y="3063"/>
                    <a:pt x="3362" y="2971"/>
                    <a:pt x="2972" y="2638"/>
                  </a:cubicBezTo>
                  <a:cubicBezTo>
                    <a:pt x="2574" y="3056"/>
                    <a:pt x="2326" y="3475"/>
                    <a:pt x="1958" y="3780"/>
                  </a:cubicBezTo>
                  <a:cubicBezTo>
                    <a:pt x="1596" y="4077"/>
                    <a:pt x="1085" y="4248"/>
                    <a:pt x="639" y="4099"/>
                  </a:cubicBezTo>
                  <a:cubicBezTo>
                    <a:pt x="674" y="4475"/>
                    <a:pt x="688" y="4772"/>
                    <a:pt x="589" y="5035"/>
                  </a:cubicBezTo>
                  <a:cubicBezTo>
                    <a:pt x="483" y="5290"/>
                    <a:pt x="263" y="5496"/>
                    <a:pt x="1" y="5588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2"/>
            <p:cNvSpPr/>
            <p:nvPr/>
          </p:nvSpPr>
          <p:spPr>
            <a:xfrm>
              <a:off x="6611417" y="3019974"/>
              <a:ext cx="140324" cy="140769"/>
            </a:xfrm>
            <a:custGeom>
              <a:avLst/>
              <a:gdLst/>
              <a:ahLst/>
              <a:cxnLst/>
              <a:rect l="l" t="t" r="r" b="b"/>
              <a:pathLst>
                <a:path w="4412" h="4426" extrusionOk="0">
                  <a:moveTo>
                    <a:pt x="2525" y="0"/>
                  </a:moveTo>
                  <a:cubicBezTo>
                    <a:pt x="2348" y="369"/>
                    <a:pt x="2220" y="759"/>
                    <a:pt x="2100" y="1142"/>
                  </a:cubicBezTo>
                  <a:cubicBezTo>
                    <a:pt x="1667" y="901"/>
                    <a:pt x="1270" y="546"/>
                    <a:pt x="894" y="177"/>
                  </a:cubicBezTo>
                  <a:lnTo>
                    <a:pt x="894" y="177"/>
                  </a:lnTo>
                  <a:cubicBezTo>
                    <a:pt x="852" y="816"/>
                    <a:pt x="1001" y="1390"/>
                    <a:pt x="1256" y="1900"/>
                  </a:cubicBezTo>
                  <a:cubicBezTo>
                    <a:pt x="859" y="1985"/>
                    <a:pt x="462" y="2071"/>
                    <a:pt x="1" y="2156"/>
                  </a:cubicBezTo>
                  <a:cubicBezTo>
                    <a:pt x="419" y="2673"/>
                    <a:pt x="987" y="3063"/>
                    <a:pt x="1618" y="3276"/>
                  </a:cubicBezTo>
                  <a:cubicBezTo>
                    <a:pt x="1618" y="3276"/>
                    <a:pt x="639" y="3744"/>
                    <a:pt x="639" y="3843"/>
                  </a:cubicBezTo>
                  <a:cubicBezTo>
                    <a:pt x="1113" y="4207"/>
                    <a:pt x="1706" y="4426"/>
                    <a:pt x="2299" y="4426"/>
                  </a:cubicBezTo>
                  <a:cubicBezTo>
                    <a:pt x="2389" y="4426"/>
                    <a:pt x="2479" y="4421"/>
                    <a:pt x="2568" y="4411"/>
                  </a:cubicBezTo>
                  <a:cubicBezTo>
                    <a:pt x="3248" y="4325"/>
                    <a:pt x="3894" y="3907"/>
                    <a:pt x="4184" y="3283"/>
                  </a:cubicBezTo>
                  <a:cubicBezTo>
                    <a:pt x="4397" y="2829"/>
                    <a:pt x="4411" y="2305"/>
                    <a:pt x="4305" y="1822"/>
                  </a:cubicBezTo>
                  <a:cubicBezTo>
                    <a:pt x="4192" y="1333"/>
                    <a:pt x="3965" y="879"/>
                    <a:pt x="3709" y="454"/>
                  </a:cubicBezTo>
                  <a:lnTo>
                    <a:pt x="3007" y="1829"/>
                  </a:lnTo>
                  <a:cubicBezTo>
                    <a:pt x="2965" y="1191"/>
                    <a:pt x="2802" y="574"/>
                    <a:pt x="2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2"/>
            <p:cNvSpPr/>
            <p:nvPr/>
          </p:nvSpPr>
          <p:spPr>
            <a:xfrm>
              <a:off x="6663513" y="3064851"/>
              <a:ext cx="75600" cy="98786"/>
            </a:xfrm>
            <a:custGeom>
              <a:avLst/>
              <a:gdLst/>
              <a:ahLst/>
              <a:cxnLst/>
              <a:rect l="l" t="t" r="r" b="b"/>
              <a:pathLst>
                <a:path w="2377" h="3106" fill="none" extrusionOk="0">
                  <a:moveTo>
                    <a:pt x="1" y="0"/>
                  </a:moveTo>
                  <a:cubicBezTo>
                    <a:pt x="589" y="1177"/>
                    <a:pt x="1398" y="2234"/>
                    <a:pt x="2376" y="3106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2"/>
            <p:cNvSpPr/>
            <p:nvPr/>
          </p:nvSpPr>
          <p:spPr>
            <a:xfrm>
              <a:off x="6637147" y="3095734"/>
              <a:ext cx="48503" cy="6806"/>
            </a:xfrm>
            <a:custGeom>
              <a:avLst/>
              <a:gdLst/>
              <a:ahLst/>
              <a:cxnLst/>
              <a:rect l="l" t="t" r="r" b="b"/>
              <a:pathLst>
                <a:path w="1525" h="214" fill="none" extrusionOk="0">
                  <a:moveTo>
                    <a:pt x="1525" y="213"/>
                  </a:moveTo>
                  <a:cubicBezTo>
                    <a:pt x="1014" y="199"/>
                    <a:pt x="497" y="121"/>
                    <a:pt x="0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2"/>
            <p:cNvSpPr/>
            <p:nvPr/>
          </p:nvSpPr>
          <p:spPr>
            <a:xfrm>
              <a:off x="6705241" y="3073406"/>
              <a:ext cx="21691" cy="55277"/>
            </a:xfrm>
            <a:custGeom>
              <a:avLst/>
              <a:gdLst/>
              <a:ahLst/>
              <a:cxnLst/>
              <a:rect l="l" t="t" r="r" b="b"/>
              <a:pathLst>
                <a:path w="682" h="1738" fill="none" extrusionOk="0">
                  <a:moveTo>
                    <a:pt x="1" y="1738"/>
                  </a:moveTo>
                  <a:cubicBezTo>
                    <a:pt x="348" y="1213"/>
                    <a:pt x="582" y="617"/>
                    <a:pt x="681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2"/>
            <p:cNvSpPr/>
            <p:nvPr/>
          </p:nvSpPr>
          <p:spPr>
            <a:xfrm>
              <a:off x="6916777" y="3003499"/>
              <a:ext cx="142359" cy="138097"/>
            </a:xfrm>
            <a:custGeom>
              <a:avLst/>
              <a:gdLst/>
              <a:ahLst/>
              <a:cxnLst/>
              <a:rect l="l" t="t" r="r" b="b"/>
              <a:pathLst>
                <a:path w="4476" h="4342" extrusionOk="0">
                  <a:moveTo>
                    <a:pt x="1653" y="0"/>
                  </a:moveTo>
                  <a:cubicBezTo>
                    <a:pt x="1291" y="554"/>
                    <a:pt x="1086" y="1213"/>
                    <a:pt x="1079" y="1880"/>
                  </a:cubicBezTo>
                  <a:cubicBezTo>
                    <a:pt x="1079" y="1880"/>
                    <a:pt x="366" y="1120"/>
                    <a:pt x="249" y="1120"/>
                  </a:cubicBezTo>
                  <a:cubicBezTo>
                    <a:pt x="246" y="1120"/>
                    <a:pt x="244" y="1120"/>
                    <a:pt x="242" y="1121"/>
                  </a:cubicBezTo>
                  <a:cubicBezTo>
                    <a:pt x="8" y="1766"/>
                    <a:pt x="1" y="2496"/>
                    <a:pt x="284" y="3120"/>
                  </a:cubicBezTo>
                  <a:cubicBezTo>
                    <a:pt x="568" y="3744"/>
                    <a:pt x="1164" y="4234"/>
                    <a:pt x="1844" y="4326"/>
                  </a:cubicBezTo>
                  <a:cubicBezTo>
                    <a:pt x="1924" y="4336"/>
                    <a:pt x="2004" y="4341"/>
                    <a:pt x="2084" y="4341"/>
                  </a:cubicBezTo>
                  <a:cubicBezTo>
                    <a:pt x="2501" y="4341"/>
                    <a:pt x="2914" y="4207"/>
                    <a:pt x="3277" y="3993"/>
                  </a:cubicBezTo>
                  <a:cubicBezTo>
                    <a:pt x="3709" y="3744"/>
                    <a:pt x="4071" y="3390"/>
                    <a:pt x="4397" y="3014"/>
                  </a:cubicBezTo>
                  <a:lnTo>
                    <a:pt x="2880" y="2766"/>
                  </a:lnTo>
                  <a:cubicBezTo>
                    <a:pt x="3468" y="2532"/>
                    <a:pt x="4014" y="2184"/>
                    <a:pt x="4475" y="1752"/>
                  </a:cubicBezTo>
                  <a:cubicBezTo>
                    <a:pt x="4064" y="1695"/>
                    <a:pt x="3660" y="1688"/>
                    <a:pt x="3255" y="1688"/>
                  </a:cubicBezTo>
                  <a:cubicBezTo>
                    <a:pt x="3355" y="1206"/>
                    <a:pt x="3567" y="717"/>
                    <a:pt x="3809" y="249"/>
                  </a:cubicBezTo>
                  <a:lnTo>
                    <a:pt x="3809" y="249"/>
                  </a:lnTo>
                  <a:cubicBezTo>
                    <a:pt x="3192" y="398"/>
                    <a:pt x="2688" y="717"/>
                    <a:pt x="2277" y="1121"/>
                  </a:cubicBezTo>
                  <a:cubicBezTo>
                    <a:pt x="2071" y="766"/>
                    <a:pt x="1873" y="412"/>
                    <a:pt x="16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2"/>
            <p:cNvSpPr/>
            <p:nvPr/>
          </p:nvSpPr>
          <p:spPr>
            <a:xfrm>
              <a:off x="6936400" y="3045895"/>
              <a:ext cx="71307" cy="101967"/>
            </a:xfrm>
            <a:custGeom>
              <a:avLst/>
              <a:gdLst/>
              <a:ahLst/>
              <a:cxnLst/>
              <a:rect l="l" t="t" r="r" b="b"/>
              <a:pathLst>
                <a:path w="2242" h="3206" fill="none" extrusionOk="0">
                  <a:moveTo>
                    <a:pt x="2241" y="1"/>
                  </a:moveTo>
                  <a:cubicBezTo>
                    <a:pt x="1298" y="915"/>
                    <a:pt x="532" y="2007"/>
                    <a:pt x="1" y="3206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2"/>
            <p:cNvSpPr/>
            <p:nvPr/>
          </p:nvSpPr>
          <p:spPr>
            <a:xfrm>
              <a:off x="6970241" y="3030120"/>
              <a:ext cx="8142" cy="48280"/>
            </a:xfrm>
            <a:custGeom>
              <a:avLst/>
              <a:gdLst/>
              <a:ahLst/>
              <a:cxnLst/>
              <a:rect l="l" t="t" r="r" b="b"/>
              <a:pathLst>
                <a:path w="256" h="1518" fill="none" extrusionOk="0">
                  <a:moveTo>
                    <a:pt x="256" y="1518"/>
                  </a:moveTo>
                  <a:cubicBezTo>
                    <a:pt x="121" y="1021"/>
                    <a:pt x="36" y="511"/>
                    <a:pt x="0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2"/>
            <p:cNvSpPr/>
            <p:nvPr/>
          </p:nvSpPr>
          <p:spPr>
            <a:xfrm>
              <a:off x="6959395" y="3104989"/>
              <a:ext cx="59348" cy="6806"/>
            </a:xfrm>
            <a:custGeom>
              <a:avLst/>
              <a:gdLst/>
              <a:ahLst/>
              <a:cxnLst/>
              <a:rect l="l" t="t" r="r" b="b"/>
              <a:pathLst>
                <a:path w="1866" h="214" fill="none" extrusionOk="0">
                  <a:moveTo>
                    <a:pt x="1" y="0"/>
                  </a:moveTo>
                  <a:cubicBezTo>
                    <a:pt x="604" y="170"/>
                    <a:pt x="1249" y="213"/>
                    <a:pt x="1866" y="12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2"/>
            <p:cNvSpPr/>
            <p:nvPr/>
          </p:nvSpPr>
          <p:spPr>
            <a:xfrm>
              <a:off x="7044442" y="2601166"/>
              <a:ext cx="156322" cy="155590"/>
            </a:xfrm>
            <a:custGeom>
              <a:avLst/>
              <a:gdLst/>
              <a:ahLst/>
              <a:cxnLst/>
              <a:rect l="l" t="t" r="r" b="b"/>
              <a:pathLst>
                <a:path w="4915" h="4892" extrusionOk="0">
                  <a:moveTo>
                    <a:pt x="2290" y="1"/>
                  </a:moveTo>
                  <a:cubicBezTo>
                    <a:pt x="1886" y="504"/>
                    <a:pt x="1603" y="1114"/>
                    <a:pt x="1461" y="1780"/>
                  </a:cubicBezTo>
                  <a:cubicBezTo>
                    <a:pt x="1170" y="1433"/>
                    <a:pt x="879" y="1085"/>
                    <a:pt x="560" y="703"/>
                  </a:cubicBezTo>
                  <a:cubicBezTo>
                    <a:pt x="206" y="1312"/>
                    <a:pt x="0" y="2021"/>
                    <a:pt x="64" y="2716"/>
                  </a:cubicBezTo>
                  <a:cubicBezTo>
                    <a:pt x="128" y="3418"/>
                    <a:pt x="482" y="4099"/>
                    <a:pt x="1057" y="4496"/>
                  </a:cubicBezTo>
                  <a:cubicBezTo>
                    <a:pt x="1446" y="4765"/>
                    <a:pt x="1917" y="4891"/>
                    <a:pt x="2388" y="4891"/>
                  </a:cubicBezTo>
                  <a:cubicBezTo>
                    <a:pt x="2638" y="4891"/>
                    <a:pt x="2889" y="4856"/>
                    <a:pt x="3127" y="4787"/>
                  </a:cubicBezTo>
                  <a:cubicBezTo>
                    <a:pt x="3822" y="4588"/>
                    <a:pt x="4425" y="4134"/>
                    <a:pt x="4893" y="3588"/>
                  </a:cubicBezTo>
                  <a:lnTo>
                    <a:pt x="3432" y="3234"/>
                  </a:lnTo>
                  <a:cubicBezTo>
                    <a:pt x="3964" y="2879"/>
                    <a:pt x="4460" y="2475"/>
                    <a:pt x="4914" y="2021"/>
                  </a:cubicBezTo>
                  <a:cubicBezTo>
                    <a:pt x="4531" y="1929"/>
                    <a:pt x="4177" y="1922"/>
                    <a:pt x="3822" y="1922"/>
                  </a:cubicBezTo>
                  <a:cubicBezTo>
                    <a:pt x="3985" y="1419"/>
                    <a:pt x="4141" y="887"/>
                    <a:pt x="4219" y="341"/>
                  </a:cubicBezTo>
                  <a:lnTo>
                    <a:pt x="4219" y="341"/>
                  </a:lnTo>
                  <a:cubicBezTo>
                    <a:pt x="3680" y="610"/>
                    <a:pt x="3212" y="922"/>
                    <a:pt x="2744" y="1348"/>
                  </a:cubicBezTo>
                  <a:cubicBezTo>
                    <a:pt x="2602" y="915"/>
                    <a:pt x="2461" y="483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2"/>
            <p:cNvSpPr/>
            <p:nvPr/>
          </p:nvSpPr>
          <p:spPr>
            <a:xfrm>
              <a:off x="7050739" y="2637932"/>
              <a:ext cx="108296" cy="119110"/>
            </a:xfrm>
            <a:custGeom>
              <a:avLst/>
              <a:gdLst/>
              <a:ahLst/>
              <a:cxnLst/>
              <a:rect l="l" t="t" r="r" b="b"/>
              <a:pathLst>
                <a:path w="3405" h="3745" fill="none" extrusionOk="0">
                  <a:moveTo>
                    <a:pt x="1" y="3744"/>
                  </a:moveTo>
                  <a:cubicBezTo>
                    <a:pt x="1390" y="2766"/>
                    <a:pt x="2568" y="1482"/>
                    <a:pt x="3404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2"/>
            <p:cNvSpPr/>
            <p:nvPr/>
          </p:nvSpPr>
          <p:spPr>
            <a:xfrm>
              <a:off x="7124718" y="2647188"/>
              <a:ext cx="922" cy="40615"/>
            </a:xfrm>
            <a:custGeom>
              <a:avLst/>
              <a:gdLst/>
              <a:ahLst/>
              <a:cxnLst/>
              <a:rect l="l" t="t" r="r" b="b"/>
              <a:pathLst>
                <a:path w="29" h="1277" fill="none" extrusionOk="0">
                  <a:moveTo>
                    <a:pt x="8" y="1276"/>
                  </a:moveTo>
                  <a:cubicBezTo>
                    <a:pt x="0" y="851"/>
                    <a:pt x="8" y="426"/>
                    <a:pt x="29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2"/>
            <p:cNvSpPr/>
            <p:nvPr/>
          </p:nvSpPr>
          <p:spPr>
            <a:xfrm>
              <a:off x="7104203" y="2711211"/>
              <a:ext cx="59571" cy="2735"/>
            </a:xfrm>
            <a:custGeom>
              <a:avLst/>
              <a:gdLst/>
              <a:ahLst/>
              <a:cxnLst/>
              <a:rect l="l" t="t" r="r" b="b"/>
              <a:pathLst>
                <a:path w="1873" h="86" fill="none" extrusionOk="0">
                  <a:moveTo>
                    <a:pt x="0" y="1"/>
                  </a:moveTo>
                  <a:cubicBezTo>
                    <a:pt x="624" y="79"/>
                    <a:pt x="1248" y="86"/>
                    <a:pt x="1872" y="22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2"/>
            <p:cNvSpPr/>
            <p:nvPr/>
          </p:nvSpPr>
          <p:spPr>
            <a:xfrm>
              <a:off x="7072398" y="2664076"/>
              <a:ext cx="15362" cy="63197"/>
            </a:xfrm>
            <a:custGeom>
              <a:avLst/>
              <a:gdLst/>
              <a:ahLst/>
              <a:cxnLst/>
              <a:rect l="l" t="t" r="r" b="b"/>
              <a:pathLst>
                <a:path w="483" h="1987" fill="none" extrusionOk="0">
                  <a:moveTo>
                    <a:pt x="0" y="1"/>
                  </a:moveTo>
                  <a:cubicBezTo>
                    <a:pt x="57" y="682"/>
                    <a:pt x="220" y="1355"/>
                    <a:pt x="483" y="1986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2"/>
            <p:cNvSpPr/>
            <p:nvPr/>
          </p:nvSpPr>
          <p:spPr>
            <a:xfrm>
              <a:off x="6558875" y="2730612"/>
              <a:ext cx="40869" cy="39088"/>
            </a:xfrm>
            <a:custGeom>
              <a:avLst/>
              <a:gdLst/>
              <a:ahLst/>
              <a:cxnLst/>
              <a:rect l="l" t="t" r="r" b="b"/>
              <a:pathLst>
                <a:path w="1285" h="1229" extrusionOk="0">
                  <a:moveTo>
                    <a:pt x="249" y="0"/>
                  </a:moveTo>
                  <a:cubicBezTo>
                    <a:pt x="165" y="0"/>
                    <a:pt x="82" y="10"/>
                    <a:pt x="1" y="29"/>
                  </a:cubicBezTo>
                  <a:cubicBezTo>
                    <a:pt x="171" y="433"/>
                    <a:pt x="313" y="660"/>
                    <a:pt x="455" y="887"/>
                  </a:cubicBezTo>
                  <a:cubicBezTo>
                    <a:pt x="540" y="1029"/>
                    <a:pt x="639" y="1178"/>
                    <a:pt x="802" y="1220"/>
                  </a:cubicBezTo>
                  <a:cubicBezTo>
                    <a:pt x="825" y="1226"/>
                    <a:pt x="848" y="1228"/>
                    <a:pt x="871" y="1228"/>
                  </a:cubicBezTo>
                  <a:cubicBezTo>
                    <a:pt x="1053" y="1228"/>
                    <a:pt x="1224" y="1062"/>
                    <a:pt x="1249" y="873"/>
                  </a:cubicBezTo>
                  <a:cubicBezTo>
                    <a:pt x="1284" y="660"/>
                    <a:pt x="1171" y="447"/>
                    <a:pt x="1015" y="298"/>
                  </a:cubicBezTo>
                  <a:cubicBezTo>
                    <a:pt x="812" y="107"/>
                    <a:pt x="530" y="0"/>
                    <a:pt x="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2"/>
            <p:cNvSpPr/>
            <p:nvPr/>
          </p:nvSpPr>
          <p:spPr>
            <a:xfrm>
              <a:off x="6586863" y="2753385"/>
              <a:ext cx="28879" cy="15139"/>
            </a:xfrm>
            <a:custGeom>
              <a:avLst/>
              <a:gdLst/>
              <a:ahLst/>
              <a:cxnLst/>
              <a:rect l="l" t="t" r="r" b="b"/>
              <a:pathLst>
                <a:path w="908" h="476" fill="none" extrusionOk="0">
                  <a:moveTo>
                    <a:pt x="0" y="1"/>
                  </a:moveTo>
                  <a:cubicBezTo>
                    <a:pt x="340" y="72"/>
                    <a:pt x="659" y="242"/>
                    <a:pt x="908" y="476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2"/>
            <p:cNvSpPr/>
            <p:nvPr/>
          </p:nvSpPr>
          <p:spPr>
            <a:xfrm>
              <a:off x="7304448" y="2567548"/>
              <a:ext cx="43128" cy="32791"/>
            </a:xfrm>
            <a:custGeom>
              <a:avLst/>
              <a:gdLst/>
              <a:ahLst/>
              <a:cxnLst/>
              <a:rect l="l" t="t" r="r" b="b"/>
              <a:pathLst>
                <a:path w="1356" h="1031" extrusionOk="0">
                  <a:moveTo>
                    <a:pt x="514" y="1"/>
                  </a:moveTo>
                  <a:cubicBezTo>
                    <a:pt x="508" y="1"/>
                    <a:pt x="503" y="1"/>
                    <a:pt x="497" y="1"/>
                  </a:cubicBezTo>
                  <a:cubicBezTo>
                    <a:pt x="341" y="1"/>
                    <a:pt x="185" y="93"/>
                    <a:pt x="100" y="221"/>
                  </a:cubicBezTo>
                  <a:cubicBezTo>
                    <a:pt x="15" y="356"/>
                    <a:pt x="1" y="533"/>
                    <a:pt x="65" y="675"/>
                  </a:cubicBezTo>
                  <a:cubicBezTo>
                    <a:pt x="157" y="902"/>
                    <a:pt x="412" y="1022"/>
                    <a:pt x="653" y="1029"/>
                  </a:cubicBezTo>
                  <a:cubicBezTo>
                    <a:pt x="672" y="1030"/>
                    <a:pt x="692" y="1031"/>
                    <a:pt x="711" y="1031"/>
                  </a:cubicBezTo>
                  <a:cubicBezTo>
                    <a:pt x="932" y="1031"/>
                    <a:pt x="1146" y="959"/>
                    <a:pt x="1355" y="887"/>
                  </a:cubicBezTo>
                  <a:cubicBezTo>
                    <a:pt x="1199" y="618"/>
                    <a:pt x="1128" y="427"/>
                    <a:pt x="1008" y="271"/>
                  </a:cubicBezTo>
                  <a:cubicBezTo>
                    <a:pt x="884" y="119"/>
                    <a:pt x="706" y="1"/>
                    <a:pt x="5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2"/>
            <p:cNvSpPr/>
            <p:nvPr/>
          </p:nvSpPr>
          <p:spPr>
            <a:xfrm>
              <a:off x="7297228" y="2566657"/>
              <a:ext cx="27798" cy="18065"/>
            </a:xfrm>
            <a:custGeom>
              <a:avLst/>
              <a:gdLst/>
              <a:ahLst/>
              <a:cxnLst/>
              <a:rect l="l" t="t" r="r" b="b"/>
              <a:pathLst>
                <a:path w="874" h="568" fill="none" extrusionOk="0">
                  <a:moveTo>
                    <a:pt x="1" y="1"/>
                  </a:moveTo>
                  <a:cubicBezTo>
                    <a:pt x="334" y="107"/>
                    <a:pt x="639" y="306"/>
                    <a:pt x="873" y="568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2"/>
            <p:cNvSpPr/>
            <p:nvPr/>
          </p:nvSpPr>
          <p:spPr>
            <a:xfrm>
              <a:off x="7159003" y="2460206"/>
              <a:ext cx="31582" cy="47040"/>
            </a:xfrm>
            <a:custGeom>
              <a:avLst/>
              <a:gdLst/>
              <a:ahLst/>
              <a:cxnLst/>
              <a:rect l="l" t="t" r="r" b="b"/>
              <a:pathLst>
                <a:path w="993" h="1479" extrusionOk="0">
                  <a:moveTo>
                    <a:pt x="305" y="1"/>
                  </a:moveTo>
                  <a:cubicBezTo>
                    <a:pt x="170" y="277"/>
                    <a:pt x="114" y="547"/>
                    <a:pt x="64" y="823"/>
                  </a:cubicBezTo>
                  <a:cubicBezTo>
                    <a:pt x="22" y="1029"/>
                    <a:pt x="0" y="1291"/>
                    <a:pt x="163" y="1419"/>
                  </a:cubicBezTo>
                  <a:cubicBezTo>
                    <a:pt x="219" y="1460"/>
                    <a:pt x="285" y="1478"/>
                    <a:pt x="352" y="1478"/>
                  </a:cubicBezTo>
                  <a:cubicBezTo>
                    <a:pt x="481" y="1478"/>
                    <a:pt x="619" y="1413"/>
                    <a:pt x="716" y="1320"/>
                  </a:cubicBezTo>
                  <a:cubicBezTo>
                    <a:pt x="915" y="1121"/>
                    <a:pt x="993" y="802"/>
                    <a:pt x="908" y="533"/>
                  </a:cubicBezTo>
                  <a:cubicBezTo>
                    <a:pt x="823" y="263"/>
                    <a:pt x="582" y="51"/>
                    <a:pt x="3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2"/>
            <p:cNvSpPr/>
            <p:nvPr/>
          </p:nvSpPr>
          <p:spPr>
            <a:xfrm>
              <a:off x="7172298" y="2481643"/>
              <a:ext cx="5884" cy="38834"/>
            </a:xfrm>
            <a:custGeom>
              <a:avLst/>
              <a:gdLst/>
              <a:ahLst/>
              <a:cxnLst/>
              <a:rect l="l" t="t" r="r" b="b"/>
              <a:pathLst>
                <a:path w="185" h="1221" fill="none" extrusionOk="0">
                  <a:moveTo>
                    <a:pt x="1" y="0"/>
                  </a:moveTo>
                  <a:cubicBezTo>
                    <a:pt x="157" y="383"/>
                    <a:pt x="185" y="816"/>
                    <a:pt x="79" y="122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2"/>
            <p:cNvSpPr/>
            <p:nvPr/>
          </p:nvSpPr>
          <p:spPr>
            <a:xfrm>
              <a:off x="7033374" y="2470606"/>
              <a:ext cx="43350" cy="30978"/>
            </a:xfrm>
            <a:custGeom>
              <a:avLst/>
              <a:gdLst/>
              <a:ahLst/>
              <a:cxnLst/>
              <a:rect l="l" t="t" r="r" b="b"/>
              <a:pathLst>
                <a:path w="1363" h="974" extrusionOk="0">
                  <a:moveTo>
                    <a:pt x="1362" y="0"/>
                  </a:moveTo>
                  <a:lnTo>
                    <a:pt x="632" y="85"/>
                  </a:lnTo>
                  <a:cubicBezTo>
                    <a:pt x="440" y="113"/>
                    <a:pt x="228" y="142"/>
                    <a:pt x="114" y="298"/>
                  </a:cubicBezTo>
                  <a:cubicBezTo>
                    <a:pt x="1" y="447"/>
                    <a:pt x="22" y="681"/>
                    <a:pt x="157" y="815"/>
                  </a:cubicBezTo>
                  <a:cubicBezTo>
                    <a:pt x="253" y="923"/>
                    <a:pt x="394" y="973"/>
                    <a:pt x="536" y="973"/>
                  </a:cubicBezTo>
                  <a:cubicBezTo>
                    <a:pt x="583" y="973"/>
                    <a:pt x="629" y="968"/>
                    <a:pt x="674" y="957"/>
                  </a:cubicBezTo>
                  <a:cubicBezTo>
                    <a:pt x="859" y="915"/>
                    <a:pt x="1015" y="794"/>
                    <a:pt x="1128" y="638"/>
                  </a:cubicBezTo>
                  <a:cubicBezTo>
                    <a:pt x="1242" y="482"/>
                    <a:pt x="1305" y="305"/>
                    <a:pt x="1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2"/>
            <p:cNvSpPr/>
            <p:nvPr/>
          </p:nvSpPr>
          <p:spPr>
            <a:xfrm>
              <a:off x="7026854" y="2488862"/>
              <a:ext cx="21882" cy="2290"/>
            </a:xfrm>
            <a:custGeom>
              <a:avLst/>
              <a:gdLst/>
              <a:ahLst/>
              <a:cxnLst/>
              <a:rect l="l" t="t" r="r" b="b"/>
              <a:pathLst>
                <a:path w="688" h="72" fill="none" extrusionOk="0">
                  <a:moveTo>
                    <a:pt x="0" y="71"/>
                  </a:moveTo>
                  <a:cubicBezTo>
                    <a:pt x="220" y="22"/>
                    <a:pt x="454" y="0"/>
                    <a:pt x="688" y="15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2"/>
            <p:cNvSpPr/>
            <p:nvPr/>
          </p:nvSpPr>
          <p:spPr>
            <a:xfrm>
              <a:off x="6662623" y="2722725"/>
              <a:ext cx="45577" cy="39343"/>
            </a:xfrm>
            <a:custGeom>
              <a:avLst/>
              <a:gdLst/>
              <a:ahLst/>
              <a:cxnLst/>
              <a:rect l="l" t="t" r="r" b="b"/>
              <a:pathLst>
                <a:path w="1433" h="1237" extrusionOk="0">
                  <a:moveTo>
                    <a:pt x="534" y="0"/>
                  </a:moveTo>
                  <a:cubicBezTo>
                    <a:pt x="364" y="0"/>
                    <a:pt x="189" y="104"/>
                    <a:pt x="107" y="263"/>
                  </a:cubicBezTo>
                  <a:cubicBezTo>
                    <a:pt x="1" y="461"/>
                    <a:pt x="43" y="724"/>
                    <a:pt x="178" y="901"/>
                  </a:cubicBezTo>
                  <a:cubicBezTo>
                    <a:pt x="313" y="1085"/>
                    <a:pt x="532" y="1192"/>
                    <a:pt x="759" y="1227"/>
                  </a:cubicBezTo>
                  <a:cubicBezTo>
                    <a:pt x="808" y="1233"/>
                    <a:pt x="856" y="1236"/>
                    <a:pt x="905" y="1236"/>
                  </a:cubicBezTo>
                  <a:cubicBezTo>
                    <a:pt x="1083" y="1236"/>
                    <a:pt x="1260" y="1198"/>
                    <a:pt x="1433" y="1142"/>
                  </a:cubicBezTo>
                  <a:cubicBezTo>
                    <a:pt x="1078" y="809"/>
                    <a:pt x="1071" y="178"/>
                    <a:pt x="681" y="29"/>
                  </a:cubicBezTo>
                  <a:cubicBezTo>
                    <a:pt x="634" y="9"/>
                    <a:pt x="584" y="0"/>
                    <a:pt x="5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2"/>
            <p:cNvSpPr/>
            <p:nvPr/>
          </p:nvSpPr>
          <p:spPr>
            <a:xfrm>
              <a:off x="6653145" y="2717318"/>
              <a:ext cx="25285" cy="25508"/>
            </a:xfrm>
            <a:custGeom>
              <a:avLst/>
              <a:gdLst/>
              <a:ahLst/>
              <a:cxnLst/>
              <a:rect l="l" t="t" r="r" b="b"/>
              <a:pathLst>
                <a:path w="795" h="802" fill="none" extrusionOk="0">
                  <a:moveTo>
                    <a:pt x="795" y="802"/>
                  </a:moveTo>
                  <a:cubicBezTo>
                    <a:pt x="533" y="532"/>
                    <a:pt x="263" y="263"/>
                    <a:pt x="1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2"/>
            <p:cNvSpPr/>
            <p:nvPr/>
          </p:nvSpPr>
          <p:spPr>
            <a:xfrm>
              <a:off x="7290931" y="2719480"/>
              <a:ext cx="51206" cy="31869"/>
            </a:xfrm>
            <a:custGeom>
              <a:avLst/>
              <a:gdLst/>
              <a:ahLst/>
              <a:cxnLst/>
              <a:rect l="l" t="t" r="r" b="b"/>
              <a:pathLst>
                <a:path w="1610" h="1002" extrusionOk="0">
                  <a:moveTo>
                    <a:pt x="651" y="1"/>
                  </a:moveTo>
                  <a:cubicBezTo>
                    <a:pt x="596" y="1"/>
                    <a:pt x="542" y="6"/>
                    <a:pt x="490" y="17"/>
                  </a:cubicBezTo>
                  <a:cubicBezTo>
                    <a:pt x="284" y="60"/>
                    <a:pt x="100" y="209"/>
                    <a:pt x="43" y="407"/>
                  </a:cubicBezTo>
                  <a:cubicBezTo>
                    <a:pt x="0" y="570"/>
                    <a:pt x="57" y="762"/>
                    <a:pt x="185" y="882"/>
                  </a:cubicBezTo>
                  <a:cubicBezTo>
                    <a:pt x="272" y="960"/>
                    <a:pt x="393" y="1001"/>
                    <a:pt x="510" y="1001"/>
                  </a:cubicBezTo>
                  <a:cubicBezTo>
                    <a:pt x="564" y="1001"/>
                    <a:pt x="618" y="993"/>
                    <a:pt x="667" y="975"/>
                  </a:cubicBezTo>
                  <a:cubicBezTo>
                    <a:pt x="816" y="918"/>
                    <a:pt x="922" y="790"/>
                    <a:pt x="1043" y="684"/>
                  </a:cubicBezTo>
                  <a:cubicBezTo>
                    <a:pt x="1163" y="578"/>
                    <a:pt x="1312" y="485"/>
                    <a:pt x="1610" y="457"/>
                  </a:cubicBezTo>
                  <a:cubicBezTo>
                    <a:pt x="1447" y="329"/>
                    <a:pt x="1277" y="202"/>
                    <a:pt x="1092" y="110"/>
                  </a:cubicBezTo>
                  <a:cubicBezTo>
                    <a:pt x="957" y="42"/>
                    <a:pt x="802" y="1"/>
                    <a:pt x="6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2"/>
            <p:cNvSpPr/>
            <p:nvPr/>
          </p:nvSpPr>
          <p:spPr>
            <a:xfrm>
              <a:off x="7279417" y="2731757"/>
              <a:ext cx="27098" cy="7474"/>
            </a:xfrm>
            <a:custGeom>
              <a:avLst/>
              <a:gdLst/>
              <a:ahLst/>
              <a:cxnLst/>
              <a:rect l="l" t="t" r="r" b="b"/>
              <a:pathLst>
                <a:path w="852" h="235" fill="none" extrusionOk="0">
                  <a:moveTo>
                    <a:pt x="1" y="234"/>
                  </a:moveTo>
                  <a:cubicBezTo>
                    <a:pt x="235" y="43"/>
                    <a:pt x="575" y="0"/>
                    <a:pt x="852" y="12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2"/>
            <p:cNvSpPr/>
            <p:nvPr/>
          </p:nvSpPr>
          <p:spPr>
            <a:xfrm>
              <a:off x="6817545" y="2740313"/>
              <a:ext cx="27543" cy="38230"/>
            </a:xfrm>
            <a:custGeom>
              <a:avLst/>
              <a:gdLst/>
              <a:ahLst/>
              <a:cxnLst/>
              <a:rect l="l" t="t" r="r" b="b"/>
              <a:pathLst>
                <a:path w="866" h="1202" extrusionOk="0">
                  <a:moveTo>
                    <a:pt x="15" y="1"/>
                  </a:moveTo>
                  <a:cubicBezTo>
                    <a:pt x="29" y="213"/>
                    <a:pt x="15" y="405"/>
                    <a:pt x="8" y="582"/>
                  </a:cubicBezTo>
                  <a:cubicBezTo>
                    <a:pt x="1" y="759"/>
                    <a:pt x="8" y="958"/>
                    <a:pt x="128" y="1093"/>
                  </a:cubicBezTo>
                  <a:cubicBezTo>
                    <a:pt x="202" y="1166"/>
                    <a:pt x="302" y="1201"/>
                    <a:pt x="403" y="1201"/>
                  </a:cubicBezTo>
                  <a:cubicBezTo>
                    <a:pt x="487" y="1201"/>
                    <a:pt x="571" y="1176"/>
                    <a:pt x="639" y="1128"/>
                  </a:cubicBezTo>
                  <a:cubicBezTo>
                    <a:pt x="795" y="1022"/>
                    <a:pt x="866" y="816"/>
                    <a:pt x="838" y="632"/>
                  </a:cubicBezTo>
                  <a:cubicBezTo>
                    <a:pt x="809" y="447"/>
                    <a:pt x="689" y="291"/>
                    <a:pt x="533" y="185"/>
                  </a:cubicBezTo>
                  <a:cubicBezTo>
                    <a:pt x="384" y="79"/>
                    <a:pt x="199" y="22"/>
                    <a:pt x="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2"/>
            <p:cNvSpPr/>
            <p:nvPr/>
          </p:nvSpPr>
          <p:spPr>
            <a:xfrm>
              <a:off x="6832207" y="2766711"/>
              <a:ext cx="10400" cy="37244"/>
            </a:xfrm>
            <a:custGeom>
              <a:avLst/>
              <a:gdLst/>
              <a:ahLst/>
              <a:cxnLst/>
              <a:rect l="l" t="t" r="r" b="b"/>
              <a:pathLst>
                <a:path w="327" h="1171" fill="none" extrusionOk="0">
                  <a:moveTo>
                    <a:pt x="1" y="0"/>
                  </a:moveTo>
                  <a:cubicBezTo>
                    <a:pt x="249" y="326"/>
                    <a:pt x="327" y="780"/>
                    <a:pt x="206" y="117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2"/>
            <p:cNvSpPr/>
            <p:nvPr/>
          </p:nvSpPr>
          <p:spPr>
            <a:xfrm>
              <a:off x="6984458" y="2602056"/>
              <a:ext cx="34286" cy="41378"/>
            </a:xfrm>
            <a:custGeom>
              <a:avLst/>
              <a:gdLst/>
              <a:ahLst/>
              <a:cxnLst/>
              <a:rect l="l" t="t" r="r" b="b"/>
              <a:pathLst>
                <a:path w="1078" h="1301" extrusionOk="0">
                  <a:moveTo>
                    <a:pt x="1078" y="1"/>
                  </a:moveTo>
                  <a:cubicBezTo>
                    <a:pt x="879" y="1"/>
                    <a:pt x="674" y="36"/>
                    <a:pt x="489" y="121"/>
                  </a:cubicBezTo>
                  <a:cubicBezTo>
                    <a:pt x="305" y="214"/>
                    <a:pt x="149" y="363"/>
                    <a:pt x="71" y="547"/>
                  </a:cubicBezTo>
                  <a:cubicBezTo>
                    <a:pt x="0" y="738"/>
                    <a:pt x="14" y="965"/>
                    <a:pt x="142" y="1121"/>
                  </a:cubicBezTo>
                  <a:cubicBezTo>
                    <a:pt x="226" y="1235"/>
                    <a:pt x="369" y="1301"/>
                    <a:pt x="508" y="1301"/>
                  </a:cubicBezTo>
                  <a:cubicBezTo>
                    <a:pt x="568" y="1301"/>
                    <a:pt x="627" y="1289"/>
                    <a:pt x="681" y="1263"/>
                  </a:cubicBezTo>
                  <a:cubicBezTo>
                    <a:pt x="893" y="1157"/>
                    <a:pt x="971" y="894"/>
                    <a:pt x="986" y="653"/>
                  </a:cubicBezTo>
                  <a:cubicBezTo>
                    <a:pt x="1007" y="419"/>
                    <a:pt x="1000" y="171"/>
                    <a:pt x="10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2"/>
            <p:cNvSpPr/>
            <p:nvPr/>
          </p:nvSpPr>
          <p:spPr>
            <a:xfrm>
              <a:off x="6986938" y="2627341"/>
              <a:ext cx="18065" cy="34508"/>
            </a:xfrm>
            <a:custGeom>
              <a:avLst/>
              <a:gdLst/>
              <a:ahLst/>
              <a:cxnLst/>
              <a:rect l="l" t="t" r="r" b="b"/>
              <a:pathLst>
                <a:path w="568" h="1085" fill="none" extrusionOk="0">
                  <a:moveTo>
                    <a:pt x="113" y="1085"/>
                  </a:moveTo>
                  <a:cubicBezTo>
                    <a:pt x="0" y="681"/>
                    <a:pt x="199" y="206"/>
                    <a:pt x="567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2"/>
            <p:cNvSpPr/>
            <p:nvPr/>
          </p:nvSpPr>
          <p:spPr>
            <a:xfrm>
              <a:off x="6663068" y="2850581"/>
              <a:ext cx="36130" cy="43573"/>
            </a:xfrm>
            <a:custGeom>
              <a:avLst/>
              <a:gdLst/>
              <a:ahLst/>
              <a:cxnLst/>
              <a:rect l="l" t="t" r="r" b="b"/>
              <a:pathLst>
                <a:path w="1136" h="1370" extrusionOk="0">
                  <a:moveTo>
                    <a:pt x="568" y="1"/>
                  </a:moveTo>
                  <a:cubicBezTo>
                    <a:pt x="306" y="1"/>
                    <a:pt x="65" y="214"/>
                    <a:pt x="29" y="476"/>
                  </a:cubicBezTo>
                  <a:cubicBezTo>
                    <a:pt x="1" y="710"/>
                    <a:pt x="128" y="937"/>
                    <a:pt x="306" y="1093"/>
                  </a:cubicBezTo>
                  <a:cubicBezTo>
                    <a:pt x="476" y="1242"/>
                    <a:pt x="696" y="1334"/>
                    <a:pt x="915" y="1369"/>
                  </a:cubicBezTo>
                  <a:cubicBezTo>
                    <a:pt x="915" y="1065"/>
                    <a:pt x="1135" y="781"/>
                    <a:pt x="1100" y="483"/>
                  </a:cubicBezTo>
                  <a:cubicBezTo>
                    <a:pt x="1071" y="221"/>
                    <a:pt x="830" y="1"/>
                    <a:pt x="5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2"/>
            <p:cNvSpPr/>
            <p:nvPr/>
          </p:nvSpPr>
          <p:spPr>
            <a:xfrm>
              <a:off x="6675695" y="2838431"/>
              <a:ext cx="8842" cy="26843"/>
            </a:xfrm>
            <a:custGeom>
              <a:avLst/>
              <a:gdLst/>
              <a:ahLst/>
              <a:cxnLst/>
              <a:rect l="l" t="t" r="r" b="b"/>
              <a:pathLst>
                <a:path w="278" h="844" fill="none" extrusionOk="0">
                  <a:moveTo>
                    <a:pt x="43" y="0"/>
                  </a:moveTo>
                  <a:cubicBezTo>
                    <a:pt x="1" y="298"/>
                    <a:pt x="86" y="610"/>
                    <a:pt x="277" y="844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2"/>
            <p:cNvSpPr/>
            <p:nvPr/>
          </p:nvSpPr>
          <p:spPr>
            <a:xfrm>
              <a:off x="6925364" y="2914859"/>
              <a:ext cx="35431" cy="35749"/>
            </a:xfrm>
            <a:custGeom>
              <a:avLst/>
              <a:gdLst/>
              <a:ahLst/>
              <a:cxnLst/>
              <a:rect l="l" t="t" r="r" b="b"/>
              <a:pathLst>
                <a:path w="1114" h="1124" extrusionOk="0">
                  <a:moveTo>
                    <a:pt x="979" y="1"/>
                  </a:moveTo>
                  <a:cubicBezTo>
                    <a:pt x="610" y="15"/>
                    <a:pt x="305" y="199"/>
                    <a:pt x="142" y="469"/>
                  </a:cubicBezTo>
                  <a:cubicBezTo>
                    <a:pt x="50" y="625"/>
                    <a:pt x="0" y="830"/>
                    <a:pt x="100" y="979"/>
                  </a:cubicBezTo>
                  <a:cubicBezTo>
                    <a:pt x="166" y="1080"/>
                    <a:pt x="285" y="1123"/>
                    <a:pt x="409" y="1123"/>
                  </a:cubicBezTo>
                  <a:cubicBezTo>
                    <a:pt x="495" y="1123"/>
                    <a:pt x="584" y="1102"/>
                    <a:pt x="660" y="1064"/>
                  </a:cubicBezTo>
                  <a:cubicBezTo>
                    <a:pt x="851" y="972"/>
                    <a:pt x="993" y="802"/>
                    <a:pt x="1057" y="604"/>
                  </a:cubicBezTo>
                  <a:cubicBezTo>
                    <a:pt x="1113" y="405"/>
                    <a:pt x="1085" y="178"/>
                    <a:pt x="9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2"/>
            <p:cNvSpPr/>
            <p:nvPr/>
          </p:nvSpPr>
          <p:spPr>
            <a:xfrm>
              <a:off x="6923996" y="2939444"/>
              <a:ext cx="16729" cy="25285"/>
            </a:xfrm>
            <a:custGeom>
              <a:avLst/>
              <a:gdLst/>
              <a:ahLst/>
              <a:cxnLst/>
              <a:rect l="l" t="t" r="r" b="b"/>
              <a:pathLst>
                <a:path w="526" h="795" fill="none" extrusionOk="0">
                  <a:moveTo>
                    <a:pt x="1" y="795"/>
                  </a:moveTo>
                  <a:cubicBezTo>
                    <a:pt x="114" y="497"/>
                    <a:pt x="299" y="221"/>
                    <a:pt x="525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2"/>
            <p:cNvSpPr/>
            <p:nvPr/>
          </p:nvSpPr>
          <p:spPr>
            <a:xfrm>
              <a:off x="6963912" y="2748423"/>
              <a:ext cx="45131" cy="34381"/>
            </a:xfrm>
            <a:custGeom>
              <a:avLst/>
              <a:gdLst/>
              <a:ahLst/>
              <a:cxnLst/>
              <a:rect l="l" t="t" r="r" b="b"/>
              <a:pathLst>
                <a:path w="1419" h="1081" extrusionOk="0">
                  <a:moveTo>
                    <a:pt x="777" y="0"/>
                  </a:moveTo>
                  <a:cubicBezTo>
                    <a:pt x="575" y="0"/>
                    <a:pt x="369" y="65"/>
                    <a:pt x="221" y="206"/>
                  </a:cubicBezTo>
                  <a:cubicBezTo>
                    <a:pt x="65" y="355"/>
                    <a:pt x="1" y="596"/>
                    <a:pt x="72" y="795"/>
                  </a:cubicBezTo>
                  <a:cubicBezTo>
                    <a:pt x="136" y="960"/>
                    <a:pt x="313" y="1080"/>
                    <a:pt x="485" y="1080"/>
                  </a:cubicBezTo>
                  <a:cubicBezTo>
                    <a:pt x="520" y="1080"/>
                    <a:pt x="555" y="1075"/>
                    <a:pt x="589" y="1064"/>
                  </a:cubicBezTo>
                  <a:cubicBezTo>
                    <a:pt x="937" y="958"/>
                    <a:pt x="1001" y="433"/>
                    <a:pt x="1419" y="199"/>
                  </a:cubicBezTo>
                  <a:cubicBezTo>
                    <a:pt x="1227" y="93"/>
                    <a:pt x="1022" y="15"/>
                    <a:pt x="809" y="1"/>
                  </a:cubicBezTo>
                  <a:cubicBezTo>
                    <a:pt x="799" y="0"/>
                    <a:pt x="788" y="0"/>
                    <a:pt x="7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2"/>
            <p:cNvSpPr/>
            <p:nvPr/>
          </p:nvSpPr>
          <p:spPr>
            <a:xfrm>
              <a:off x="6947691" y="2767156"/>
              <a:ext cx="34763" cy="22359"/>
            </a:xfrm>
            <a:custGeom>
              <a:avLst/>
              <a:gdLst/>
              <a:ahLst/>
              <a:cxnLst/>
              <a:rect l="l" t="t" r="r" b="b"/>
              <a:pathLst>
                <a:path w="1093" h="703" fill="none" extrusionOk="0">
                  <a:moveTo>
                    <a:pt x="0" y="702"/>
                  </a:moveTo>
                  <a:cubicBezTo>
                    <a:pt x="255" y="334"/>
                    <a:pt x="653" y="78"/>
                    <a:pt x="1092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p3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5" name="Google Shape;1015;p33"/>
          <p:cNvGrpSpPr/>
          <p:nvPr/>
        </p:nvGrpSpPr>
        <p:grpSpPr>
          <a:xfrm rot="531877" flipH="1">
            <a:off x="151456" y="4207058"/>
            <a:ext cx="629714" cy="1025502"/>
            <a:chOff x="4236428" y="407582"/>
            <a:chExt cx="456655" cy="743672"/>
          </a:xfrm>
        </p:grpSpPr>
        <p:sp>
          <p:nvSpPr>
            <p:cNvPr id="1016" name="Google Shape;1016;p33"/>
            <p:cNvSpPr/>
            <p:nvPr/>
          </p:nvSpPr>
          <p:spPr>
            <a:xfrm>
              <a:off x="4236428" y="407582"/>
              <a:ext cx="456655" cy="743672"/>
            </a:xfrm>
            <a:custGeom>
              <a:avLst/>
              <a:gdLst/>
              <a:ahLst/>
              <a:cxnLst/>
              <a:rect l="l" t="t" r="r" b="b"/>
              <a:pathLst>
                <a:path w="12714" h="20705" extrusionOk="0">
                  <a:moveTo>
                    <a:pt x="4489" y="0"/>
                  </a:moveTo>
                  <a:cubicBezTo>
                    <a:pt x="4354" y="0"/>
                    <a:pt x="4219" y="21"/>
                    <a:pt x="4084" y="64"/>
                  </a:cubicBezTo>
                  <a:cubicBezTo>
                    <a:pt x="3872" y="128"/>
                    <a:pt x="3659" y="206"/>
                    <a:pt x="3446" y="291"/>
                  </a:cubicBezTo>
                  <a:cubicBezTo>
                    <a:pt x="2496" y="695"/>
                    <a:pt x="1645" y="1333"/>
                    <a:pt x="901" y="2191"/>
                  </a:cubicBezTo>
                  <a:cubicBezTo>
                    <a:pt x="546" y="2595"/>
                    <a:pt x="454" y="3162"/>
                    <a:pt x="660" y="3659"/>
                  </a:cubicBezTo>
                  <a:cubicBezTo>
                    <a:pt x="674" y="3680"/>
                    <a:pt x="681" y="3701"/>
                    <a:pt x="688" y="3723"/>
                  </a:cubicBezTo>
                  <a:cubicBezTo>
                    <a:pt x="709" y="3772"/>
                    <a:pt x="738" y="3836"/>
                    <a:pt x="766" y="3893"/>
                  </a:cubicBezTo>
                  <a:cubicBezTo>
                    <a:pt x="801" y="3964"/>
                    <a:pt x="830" y="4028"/>
                    <a:pt x="858" y="4077"/>
                  </a:cubicBezTo>
                  <a:cubicBezTo>
                    <a:pt x="865" y="4091"/>
                    <a:pt x="872" y="4106"/>
                    <a:pt x="879" y="4120"/>
                  </a:cubicBezTo>
                  <a:cubicBezTo>
                    <a:pt x="915" y="4176"/>
                    <a:pt x="950" y="4240"/>
                    <a:pt x="993" y="4297"/>
                  </a:cubicBezTo>
                  <a:cubicBezTo>
                    <a:pt x="589" y="5453"/>
                    <a:pt x="305" y="6594"/>
                    <a:pt x="149" y="7686"/>
                  </a:cubicBezTo>
                  <a:cubicBezTo>
                    <a:pt x="121" y="7878"/>
                    <a:pt x="135" y="8069"/>
                    <a:pt x="185" y="8254"/>
                  </a:cubicBezTo>
                  <a:cubicBezTo>
                    <a:pt x="99" y="8424"/>
                    <a:pt x="50" y="8615"/>
                    <a:pt x="36" y="8814"/>
                  </a:cubicBezTo>
                  <a:cubicBezTo>
                    <a:pt x="7" y="9218"/>
                    <a:pt x="0" y="9629"/>
                    <a:pt x="7" y="10019"/>
                  </a:cubicBezTo>
                  <a:cubicBezTo>
                    <a:pt x="21" y="10438"/>
                    <a:pt x="57" y="10863"/>
                    <a:pt x="107" y="11288"/>
                  </a:cubicBezTo>
                  <a:cubicBezTo>
                    <a:pt x="135" y="11480"/>
                    <a:pt x="199" y="11664"/>
                    <a:pt x="291" y="11827"/>
                  </a:cubicBezTo>
                  <a:cubicBezTo>
                    <a:pt x="255" y="12012"/>
                    <a:pt x="263" y="12203"/>
                    <a:pt x="305" y="12395"/>
                  </a:cubicBezTo>
                  <a:cubicBezTo>
                    <a:pt x="575" y="13586"/>
                    <a:pt x="1014" y="14678"/>
                    <a:pt x="1624" y="15649"/>
                  </a:cubicBezTo>
                  <a:cubicBezTo>
                    <a:pt x="1716" y="15798"/>
                    <a:pt x="1837" y="15926"/>
                    <a:pt x="1978" y="16032"/>
                  </a:cubicBezTo>
                  <a:cubicBezTo>
                    <a:pt x="2028" y="16195"/>
                    <a:pt x="2106" y="16351"/>
                    <a:pt x="2220" y="16493"/>
                  </a:cubicBezTo>
                  <a:cubicBezTo>
                    <a:pt x="3397" y="17975"/>
                    <a:pt x="4893" y="19024"/>
                    <a:pt x="6495" y="19492"/>
                  </a:cubicBezTo>
                  <a:cubicBezTo>
                    <a:pt x="6609" y="19677"/>
                    <a:pt x="6715" y="19847"/>
                    <a:pt x="6821" y="20017"/>
                  </a:cubicBezTo>
                  <a:cubicBezTo>
                    <a:pt x="7098" y="20450"/>
                    <a:pt x="7566" y="20705"/>
                    <a:pt x="8084" y="20705"/>
                  </a:cubicBezTo>
                  <a:cubicBezTo>
                    <a:pt x="8367" y="20705"/>
                    <a:pt x="8644" y="20627"/>
                    <a:pt x="8878" y="20471"/>
                  </a:cubicBezTo>
                  <a:cubicBezTo>
                    <a:pt x="9211" y="20258"/>
                    <a:pt x="9445" y="19932"/>
                    <a:pt x="9530" y="19542"/>
                  </a:cubicBezTo>
                  <a:cubicBezTo>
                    <a:pt x="9622" y="19152"/>
                    <a:pt x="9551" y="18755"/>
                    <a:pt x="9339" y="18415"/>
                  </a:cubicBezTo>
                  <a:cubicBezTo>
                    <a:pt x="9310" y="18379"/>
                    <a:pt x="9282" y="18337"/>
                    <a:pt x="9261" y="18294"/>
                  </a:cubicBezTo>
                  <a:cubicBezTo>
                    <a:pt x="9573" y="17798"/>
                    <a:pt x="9828" y="17245"/>
                    <a:pt x="10019" y="16656"/>
                  </a:cubicBezTo>
                  <a:cubicBezTo>
                    <a:pt x="10062" y="16592"/>
                    <a:pt x="10104" y="16521"/>
                    <a:pt x="10133" y="16443"/>
                  </a:cubicBezTo>
                  <a:cubicBezTo>
                    <a:pt x="11040" y="14309"/>
                    <a:pt x="11976" y="12097"/>
                    <a:pt x="12317" y="9658"/>
                  </a:cubicBezTo>
                  <a:cubicBezTo>
                    <a:pt x="12714" y="6757"/>
                    <a:pt x="12104" y="4091"/>
                    <a:pt x="10608" y="2163"/>
                  </a:cubicBezTo>
                  <a:cubicBezTo>
                    <a:pt x="9977" y="1354"/>
                    <a:pt x="9268" y="794"/>
                    <a:pt x="8488" y="489"/>
                  </a:cubicBezTo>
                  <a:cubicBezTo>
                    <a:pt x="8062" y="326"/>
                    <a:pt x="7609" y="241"/>
                    <a:pt x="7155" y="241"/>
                  </a:cubicBezTo>
                  <a:cubicBezTo>
                    <a:pt x="6616" y="241"/>
                    <a:pt x="6098" y="362"/>
                    <a:pt x="5644" y="596"/>
                  </a:cubicBezTo>
                  <a:cubicBezTo>
                    <a:pt x="5375" y="220"/>
                    <a:pt x="4942" y="0"/>
                    <a:pt x="4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3"/>
            <p:cNvSpPr/>
            <p:nvPr/>
          </p:nvSpPr>
          <p:spPr>
            <a:xfrm>
              <a:off x="4414938" y="467061"/>
              <a:ext cx="224413" cy="511286"/>
            </a:xfrm>
            <a:custGeom>
              <a:avLst/>
              <a:gdLst/>
              <a:ahLst/>
              <a:cxnLst/>
              <a:rect l="l" t="t" r="r" b="b"/>
              <a:pathLst>
                <a:path w="6248" h="14235" extrusionOk="0">
                  <a:moveTo>
                    <a:pt x="2188" y="0"/>
                  </a:moveTo>
                  <a:cubicBezTo>
                    <a:pt x="1805" y="0"/>
                    <a:pt x="1429" y="101"/>
                    <a:pt x="1121" y="322"/>
                  </a:cubicBezTo>
                  <a:cubicBezTo>
                    <a:pt x="689" y="641"/>
                    <a:pt x="440" y="1159"/>
                    <a:pt x="313" y="1677"/>
                  </a:cubicBezTo>
                  <a:cubicBezTo>
                    <a:pt x="1" y="2932"/>
                    <a:pt x="291" y="4244"/>
                    <a:pt x="490" y="5520"/>
                  </a:cubicBezTo>
                  <a:cubicBezTo>
                    <a:pt x="887" y="8115"/>
                    <a:pt x="880" y="10774"/>
                    <a:pt x="476" y="13376"/>
                  </a:cubicBezTo>
                  <a:lnTo>
                    <a:pt x="3858" y="14234"/>
                  </a:lnTo>
                  <a:cubicBezTo>
                    <a:pt x="4744" y="12157"/>
                    <a:pt x="5631" y="10051"/>
                    <a:pt x="5936" y="7810"/>
                  </a:cubicBezTo>
                  <a:cubicBezTo>
                    <a:pt x="6248" y="5577"/>
                    <a:pt x="5900" y="3159"/>
                    <a:pt x="4518" y="1379"/>
                  </a:cubicBezTo>
                  <a:cubicBezTo>
                    <a:pt x="4113" y="861"/>
                    <a:pt x="3617" y="393"/>
                    <a:pt x="3007" y="152"/>
                  </a:cubicBezTo>
                  <a:cubicBezTo>
                    <a:pt x="2747" y="54"/>
                    <a:pt x="2466" y="0"/>
                    <a:pt x="21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3"/>
            <p:cNvSpPr/>
            <p:nvPr/>
          </p:nvSpPr>
          <p:spPr>
            <a:xfrm>
              <a:off x="4493885" y="546618"/>
              <a:ext cx="51003" cy="432231"/>
            </a:xfrm>
            <a:custGeom>
              <a:avLst/>
              <a:gdLst/>
              <a:ahLst/>
              <a:cxnLst/>
              <a:rect l="l" t="t" r="r" b="b"/>
              <a:pathLst>
                <a:path w="1420" h="12034" fill="none" extrusionOk="0">
                  <a:moveTo>
                    <a:pt x="384" y="1"/>
                  </a:moveTo>
                  <a:cubicBezTo>
                    <a:pt x="1419" y="3936"/>
                    <a:pt x="1284" y="8176"/>
                    <a:pt x="1" y="1203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3"/>
            <p:cNvSpPr/>
            <p:nvPr/>
          </p:nvSpPr>
          <p:spPr>
            <a:xfrm>
              <a:off x="4523696" y="541267"/>
              <a:ext cx="50213" cy="83077"/>
            </a:xfrm>
            <a:custGeom>
              <a:avLst/>
              <a:gdLst/>
              <a:ahLst/>
              <a:cxnLst/>
              <a:rect l="l" t="t" r="r" b="b"/>
              <a:pathLst>
                <a:path w="1398" h="2313" fill="none" extrusionOk="0">
                  <a:moveTo>
                    <a:pt x="1" y="2312"/>
                  </a:moveTo>
                  <a:cubicBezTo>
                    <a:pt x="610" y="1646"/>
                    <a:pt x="1092" y="852"/>
                    <a:pt x="1397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3"/>
            <p:cNvSpPr/>
            <p:nvPr/>
          </p:nvSpPr>
          <p:spPr>
            <a:xfrm>
              <a:off x="4451610" y="614107"/>
              <a:ext cx="77977" cy="58115"/>
            </a:xfrm>
            <a:custGeom>
              <a:avLst/>
              <a:gdLst/>
              <a:ahLst/>
              <a:cxnLst/>
              <a:rect l="l" t="t" r="r" b="b"/>
              <a:pathLst>
                <a:path w="2171" h="1618" fill="none" extrusionOk="0">
                  <a:moveTo>
                    <a:pt x="2171" y="1617"/>
                  </a:moveTo>
                  <a:cubicBezTo>
                    <a:pt x="1419" y="1121"/>
                    <a:pt x="696" y="582"/>
                    <a:pt x="1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3"/>
            <p:cNvSpPr/>
            <p:nvPr/>
          </p:nvSpPr>
          <p:spPr>
            <a:xfrm>
              <a:off x="4530305" y="727966"/>
              <a:ext cx="54056" cy="66232"/>
            </a:xfrm>
            <a:custGeom>
              <a:avLst/>
              <a:gdLst/>
              <a:ahLst/>
              <a:cxnLst/>
              <a:rect l="l" t="t" r="r" b="b"/>
              <a:pathLst>
                <a:path w="1505" h="1844" fill="none" extrusionOk="0">
                  <a:moveTo>
                    <a:pt x="1504" y="0"/>
                  </a:moveTo>
                  <a:cubicBezTo>
                    <a:pt x="1043" y="645"/>
                    <a:pt x="540" y="1262"/>
                    <a:pt x="1" y="184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3"/>
            <p:cNvSpPr/>
            <p:nvPr/>
          </p:nvSpPr>
          <p:spPr>
            <a:xfrm>
              <a:off x="4387713" y="550964"/>
              <a:ext cx="39509" cy="108004"/>
            </a:xfrm>
            <a:custGeom>
              <a:avLst/>
              <a:gdLst/>
              <a:ahLst/>
              <a:cxnLst/>
              <a:rect l="l" t="t" r="r" b="b"/>
              <a:pathLst>
                <a:path w="1100" h="3007" fill="none" extrusionOk="0">
                  <a:moveTo>
                    <a:pt x="0" y="0"/>
                  </a:moveTo>
                  <a:cubicBezTo>
                    <a:pt x="596" y="894"/>
                    <a:pt x="971" y="1936"/>
                    <a:pt x="1099" y="3007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3"/>
            <p:cNvSpPr/>
            <p:nvPr/>
          </p:nvSpPr>
          <p:spPr>
            <a:xfrm>
              <a:off x="4307221" y="458513"/>
              <a:ext cx="112350" cy="110734"/>
            </a:xfrm>
            <a:custGeom>
              <a:avLst/>
              <a:gdLst/>
              <a:ahLst/>
              <a:cxnLst/>
              <a:rect l="l" t="t" r="r" b="b"/>
              <a:pathLst>
                <a:path w="3128" h="3083" extrusionOk="0">
                  <a:moveTo>
                    <a:pt x="2518" y="0"/>
                  </a:moveTo>
                  <a:cubicBezTo>
                    <a:pt x="1575" y="284"/>
                    <a:pt x="724" y="865"/>
                    <a:pt x="0" y="1702"/>
                  </a:cubicBezTo>
                  <a:cubicBezTo>
                    <a:pt x="192" y="2163"/>
                    <a:pt x="497" y="2588"/>
                    <a:pt x="929" y="2851"/>
                  </a:cubicBezTo>
                  <a:cubicBezTo>
                    <a:pt x="1176" y="2999"/>
                    <a:pt x="1468" y="3082"/>
                    <a:pt x="1756" y="3082"/>
                  </a:cubicBezTo>
                  <a:cubicBezTo>
                    <a:pt x="1966" y="3082"/>
                    <a:pt x="2174" y="3038"/>
                    <a:pt x="2362" y="2943"/>
                  </a:cubicBezTo>
                  <a:cubicBezTo>
                    <a:pt x="2830" y="2702"/>
                    <a:pt x="3099" y="2163"/>
                    <a:pt x="3113" y="1638"/>
                  </a:cubicBezTo>
                  <a:cubicBezTo>
                    <a:pt x="3127" y="1113"/>
                    <a:pt x="2908" y="603"/>
                    <a:pt x="25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3"/>
            <p:cNvSpPr/>
            <p:nvPr/>
          </p:nvSpPr>
          <p:spPr>
            <a:xfrm>
              <a:off x="4287359" y="571581"/>
              <a:ext cx="273799" cy="492321"/>
            </a:xfrm>
            <a:custGeom>
              <a:avLst/>
              <a:gdLst/>
              <a:ahLst/>
              <a:cxnLst/>
              <a:rect l="l" t="t" r="r" b="b"/>
              <a:pathLst>
                <a:path w="7623" h="13707" extrusionOk="0">
                  <a:moveTo>
                    <a:pt x="979" y="0"/>
                  </a:moveTo>
                  <a:cubicBezTo>
                    <a:pt x="596" y="1071"/>
                    <a:pt x="298" y="2184"/>
                    <a:pt x="135" y="3319"/>
                  </a:cubicBezTo>
                  <a:cubicBezTo>
                    <a:pt x="553" y="3950"/>
                    <a:pt x="1021" y="4553"/>
                    <a:pt x="1525" y="5120"/>
                  </a:cubicBezTo>
                  <a:cubicBezTo>
                    <a:pt x="986" y="4950"/>
                    <a:pt x="504" y="4652"/>
                    <a:pt x="36" y="4333"/>
                  </a:cubicBezTo>
                  <a:cubicBezTo>
                    <a:pt x="7" y="4695"/>
                    <a:pt x="0" y="5056"/>
                    <a:pt x="7" y="5418"/>
                  </a:cubicBezTo>
                  <a:cubicBezTo>
                    <a:pt x="22" y="5794"/>
                    <a:pt x="50" y="6169"/>
                    <a:pt x="100" y="6545"/>
                  </a:cubicBezTo>
                  <a:cubicBezTo>
                    <a:pt x="929" y="7233"/>
                    <a:pt x="1816" y="7864"/>
                    <a:pt x="2737" y="8431"/>
                  </a:cubicBezTo>
                  <a:cubicBezTo>
                    <a:pt x="1879" y="8247"/>
                    <a:pt x="1064" y="7885"/>
                    <a:pt x="270" y="7517"/>
                  </a:cubicBezTo>
                  <a:lnTo>
                    <a:pt x="270" y="7517"/>
                  </a:lnTo>
                  <a:cubicBezTo>
                    <a:pt x="497" y="8509"/>
                    <a:pt x="865" y="9467"/>
                    <a:pt x="1404" y="10332"/>
                  </a:cubicBezTo>
                  <a:cubicBezTo>
                    <a:pt x="2206" y="10750"/>
                    <a:pt x="3028" y="11112"/>
                    <a:pt x="3872" y="11424"/>
                  </a:cubicBezTo>
                  <a:cubicBezTo>
                    <a:pt x="3212" y="11360"/>
                    <a:pt x="2560" y="11218"/>
                    <a:pt x="1915" y="11048"/>
                  </a:cubicBezTo>
                  <a:lnTo>
                    <a:pt x="1915" y="11048"/>
                  </a:lnTo>
                  <a:cubicBezTo>
                    <a:pt x="2957" y="12360"/>
                    <a:pt x="4411" y="13416"/>
                    <a:pt x="6084" y="13707"/>
                  </a:cubicBezTo>
                  <a:cubicBezTo>
                    <a:pt x="6885" y="12835"/>
                    <a:pt x="7382" y="11615"/>
                    <a:pt x="7531" y="10431"/>
                  </a:cubicBezTo>
                  <a:cubicBezTo>
                    <a:pt x="7623" y="9701"/>
                    <a:pt x="7587" y="8956"/>
                    <a:pt x="7474" y="8226"/>
                  </a:cubicBezTo>
                  <a:cubicBezTo>
                    <a:pt x="7382" y="8382"/>
                    <a:pt x="7261" y="8524"/>
                    <a:pt x="7134" y="8658"/>
                  </a:cubicBezTo>
                  <a:lnTo>
                    <a:pt x="5793" y="10197"/>
                  </a:lnTo>
                  <a:cubicBezTo>
                    <a:pt x="6269" y="9155"/>
                    <a:pt x="6737" y="8112"/>
                    <a:pt x="7212" y="7070"/>
                  </a:cubicBezTo>
                  <a:cubicBezTo>
                    <a:pt x="7197" y="7020"/>
                    <a:pt x="7183" y="6971"/>
                    <a:pt x="7169" y="6921"/>
                  </a:cubicBezTo>
                  <a:cubicBezTo>
                    <a:pt x="6914" y="6077"/>
                    <a:pt x="6559" y="5269"/>
                    <a:pt x="6113" y="4510"/>
                  </a:cubicBezTo>
                  <a:cubicBezTo>
                    <a:pt x="6084" y="4567"/>
                    <a:pt x="6049" y="4624"/>
                    <a:pt x="6013" y="4680"/>
                  </a:cubicBezTo>
                  <a:cubicBezTo>
                    <a:pt x="5474" y="5517"/>
                    <a:pt x="4928" y="6354"/>
                    <a:pt x="4389" y="7190"/>
                  </a:cubicBezTo>
                  <a:cubicBezTo>
                    <a:pt x="4765" y="5992"/>
                    <a:pt x="5141" y="4794"/>
                    <a:pt x="5517" y="3603"/>
                  </a:cubicBezTo>
                  <a:cubicBezTo>
                    <a:pt x="5021" y="2915"/>
                    <a:pt x="4439" y="2284"/>
                    <a:pt x="3787" y="1731"/>
                  </a:cubicBezTo>
                  <a:cubicBezTo>
                    <a:pt x="3524" y="2404"/>
                    <a:pt x="3184" y="3057"/>
                    <a:pt x="2787" y="3666"/>
                  </a:cubicBezTo>
                  <a:cubicBezTo>
                    <a:pt x="2943" y="2851"/>
                    <a:pt x="3049" y="2021"/>
                    <a:pt x="3113" y="1199"/>
                  </a:cubicBezTo>
                  <a:cubicBezTo>
                    <a:pt x="2461" y="724"/>
                    <a:pt x="1745" y="320"/>
                    <a:pt x="9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3"/>
            <p:cNvSpPr/>
            <p:nvPr/>
          </p:nvSpPr>
          <p:spPr>
            <a:xfrm>
              <a:off x="4367060" y="731270"/>
              <a:ext cx="159474" cy="366502"/>
            </a:xfrm>
            <a:custGeom>
              <a:avLst/>
              <a:gdLst/>
              <a:ahLst/>
              <a:cxnLst/>
              <a:rect l="l" t="t" r="r" b="b"/>
              <a:pathLst>
                <a:path w="4440" h="10204" fill="none" extrusionOk="0">
                  <a:moveTo>
                    <a:pt x="1" y="0"/>
                  </a:moveTo>
                  <a:cubicBezTo>
                    <a:pt x="944" y="3602"/>
                    <a:pt x="2447" y="7063"/>
                    <a:pt x="4440" y="1020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6" name="Google Shape;1026;p33"/>
          <p:cNvGrpSpPr/>
          <p:nvPr/>
        </p:nvGrpSpPr>
        <p:grpSpPr>
          <a:xfrm rot="-10030993">
            <a:off x="8169844" y="-94285"/>
            <a:ext cx="867149" cy="982352"/>
            <a:chOff x="5089864" y="1706933"/>
            <a:chExt cx="628844" cy="712388"/>
          </a:xfrm>
        </p:grpSpPr>
        <p:sp>
          <p:nvSpPr>
            <p:cNvPr id="1027" name="Google Shape;1027;p33"/>
            <p:cNvSpPr/>
            <p:nvPr/>
          </p:nvSpPr>
          <p:spPr>
            <a:xfrm>
              <a:off x="5089864" y="1706933"/>
              <a:ext cx="628844" cy="712388"/>
            </a:xfrm>
            <a:custGeom>
              <a:avLst/>
              <a:gdLst/>
              <a:ahLst/>
              <a:cxnLst/>
              <a:rect l="l" t="t" r="r" b="b"/>
              <a:pathLst>
                <a:path w="17508" h="19834" extrusionOk="0">
                  <a:moveTo>
                    <a:pt x="15983" y="1"/>
                  </a:moveTo>
                  <a:cubicBezTo>
                    <a:pt x="15834" y="15"/>
                    <a:pt x="15685" y="51"/>
                    <a:pt x="15550" y="107"/>
                  </a:cubicBezTo>
                  <a:cubicBezTo>
                    <a:pt x="13593" y="859"/>
                    <a:pt x="11962" y="1710"/>
                    <a:pt x="10573" y="2695"/>
                  </a:cubicBezTo>
                  <a:cubicBezTo>
                    <a:pt x="9615" y="3383"/>
                    <a:pt x="8772" y="4135"/>
                    <a:pt x="8048" y="4943"/>
                  </a:cubicBezTo>
                  <a:cubicBezTo>
                    <a:pt x="7318" y="3943"/>
                    <a:pt x="6410" y="3121"/>
                    <a:pt x="5396" y="2561"/>
                  </a:cubicBezTo>
                  <a:cubicBezTo>
                    <a:pt x="5184" y="2447"/>
                    <a:pt x="4950" y="2383"/>
                    <a:pt x="4716" y="2383"/>
                  </a:cubicBezTo>
                  <a:cubicBezTo>
                    <a:pt x="4503" y="2383"/>
                    <a:pt x="4290" y="2433"/>
                    <a:pt x="4092" y="2525"/>
                  </a:cubicBezTo>
                  <a:cubicBezTo>
                    <a:pt x="3680" y="2731"/>
                    <a:pt x="3390" y="3121"/>
                    <a:pt x="3312" y="3575"/>
                  </a:cubicBezTo>
                  <a:cubicBezTo>
                    <a:pt x="3141" y="4624"/>
                    <a:pt x="2595" y="5624"/>
                    <a:pt x="2014" y="6673"/>
                  </a:cubicBezTo>
                  <a:cubicBezTo>
                    <a:pt x="1496" y="7616"/>
                    <a:pt x="965" y="8595"/>
                    <a:pt x="631" y="9708"/>
                  </a:cubicBezTo>
                  <a:cubicBezTo>
                    <a:pt x="0" y="11843"/>
                    <a:pt x="248" y="14190"/>
                    <a:pt x="1312" y="16139"/>
                  </a:cubicBezTo>
                  <a:cubicBezTo>
                    <a:pt x="1971" y="17345"/>
                    <a:pt x="2858" y="18182"/>
                    <a:pt x="3886" y="18557"/>
                  </a:cubicBezTo>
                  <a:cubicBezTo>
                    <a:pt x="4148" y="18657"/>
                    <a:pt x="4418" y="18721"/>
                    <a:pt x="4701" y="18756"/>
                  </a:cubicBezTo>
                  <a:cubicBezTo>
                    <a:pt x="4886" y="19394"/>
                    <a:pt x="5467" y="19834"/>
                    <a:pt x="6127" y="19834"/>
                  </a:cubicBezTo>
                  <a:cubicBezTo>
                    <a:pt x="6254" y="19834"/>
                    <a:pt x="6375" y="19812"/>
                    <a:pt x="6488" y="19784"/>
                  </a:cubicBezTo>
                  <a:cubicBezTo>
                    <a:pt x="7254" y="19593"/>
                    <a:pt x="7729" y="18848"/>
                    <a:pt x="7594" y="18089"/>
                  </a:cubicBezTo>
                  <a:cubicBezTo>
                    <a:pt x="7694" y="18026"/>
                    <a:pt x="7786" y="17962"/>
                    <a:pt x="7878" y="17891"/>
                  </a:cubicBezTo>
                  <a:cubicBezTo>
                    <a:pt x="8814" y="17189"/>
                    <a:pt x="9523" y="16097"/>
                    <a:pt x="9878" y="14814"/>
                  </a:cubicBezTo>
                  <a:cubicBezTo>
                    <a:pt x="9927" y="14622"/>
                    <a:pt x="9977" y="14416"/>
                    <a:pt x="10012" y="14211"/>
                  </a:cubicBezTo>
                  <a:cubicBezTo>
                    <a:pt x="11012" y="14175"/>
                    <a:pt x="12047" y="13828"/>
                    <a:pt x="12934" y="13211"/>
                  </a:cubicBezTo>
                  <a:cubicBezTo>
                    <a:pt x="13806" y="12608"/>
                    <a:pt x="14572" y="11750"/>
                    <a:pt x="15210" y="10651"/>
                  </a:cubicBezTo>
                  <a:cubicBezTo>
                    <a:pt x="15869" y="9524"/>
                    <a:pt x="16316" y="8304"/>
                    <a:pt x="16550" y="7021"/>
                  </a:cubicBezTo>
                  <a:cubicBezTo>
                    <a:pt x="16664" y="6376"/>
                    <a:pt x="16720" y="5737"/>
                    <a:pt x="16777" y="5120"/>
                  </a:cubicBezTo>
                  <a:cubicBezTo>
                    <a:pt x="16883" y="4014"/>
                    <a:pt x="16975" y="2972"/>
                    <a:pt x="17380" y="2008"/>
                  </a:cubicBezTo>
                  <a:cubicBezTo>
                    <a:pt x="17465" y="1830"/>
                    <a:pt x="17507" y="1625"/>
                    <a:pt x="17507" y="1419"/>
                  </a:cubicBezTo>
                  <a:cubicBezTo>
                    <a:pt x="17507" y="646"/>
                    <a:pt x="16898" y="22"/>
                    <a:pt x="16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3"/>
            <p:cNvSpPr/>
            <p:nvPr/>
          </p:nvSpPr>
          <p:spPr>
            <a:xfrm>
              <a:off x="5142591" y="1843455"/>
              <a:ext cx="262593" cy="487652"/>
            </a:xfrm>
            <a:custGeom>
              <a:avLst/>
              <a:gdLst/>
              <a:ahLst/>
              <a:cxnLst/>
              <a:rect l="l" t="t" r="r" b="b"/>
              <a:pathLst>
                <a:path w="7311" h="13577" extrusionOk="0">
                  <a:moveTo>
                    <a:pt x="3248" y="1"/>
                  </a:moveTo>
                  <a:cubicBezTo>
                    <a:pt x="2865" y="2312"/>
                    <a:pt x="1177" y="4113"/>
                    <a:pt x="525" y="6311"/>
                  </a:cubicBezTo>
                  <a:cubicBezTo>
                    <a:pt x="0" y="8077"/>
                    <a:pt x="213" y="10048"/>
                    <a:pt x="1092" y="11665"/>
                  </a:cubicBezTo>
                  <a:cubicBezTo>
                    <a:pt x="1503" y="12424"/>
                    <a:pt x="2099" y="13133"/>
                    <a:pt x="2907" y="13430"/>
                  </a:cubicBezTo>
                  <a:cubicBezTo>
                    <a:pt x="3181" y="13530"/>
                    <a:pt x="3468" y="13576"/>
                    <a:pt x="3757" y="13576"/>
                  </a:cubicBezTo>
                  <a:cubicBezTo>
                    <a:pt x="4396" y="13576"/>
                    <a:pt x="5041" y="13348"/>
                    <a:pt x="5559" y="12962"/>
                  </a:cubicBezTo>
                  <a:cubicBezTo>
                    <a:pt x="6304" y="12395"/>
                    <a:pt x="6793" y="11537"/>
                    <a:pt x="7041" y="10637"/>
                  </a:cubicBezTo>
                  <a:cubicBezTo>
                    <a:pt x="7289" y="9736"/>
                    <a:pt x="7311" y="8786"/>
                    <a:pt x="7261" y="7857"/>
                  </a:cubicBezTo>
                  <a:cubicBezTo>
                    <a:pt x="7183" y="6318"/>
                    <a:pt x="6899" y="4780"/>
                    <a:pt x="6261" y="3383"/>
                  </a:cubicBezTo>
                  <a:cubicBezTo>
                    <a:pt x="5616" y="1993"/>
                    <a:pt x="4588" y="745"/>
                    <a:pt x="32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3"/>
            <p:cNvSpPr/>
            <p:nvPr/>
          </p:nvSpPr>
          <p:spPr>
            <a:xfrm>
              <a:off x="5262268" y="1907640"/>
              <a:ext cx="47663" cy="458200"/>
            </a:xfrm>
            <a:custGeom>
              <a:avLst/>
              <a:gdLst/>
              <a:ahLst/>
              <a:cxnLst/>
              <a:rect l="l" t="t" r="r" b="b"/>
              <a:pathLst>
                <a:path w="1327" h="12757" fill="none" extrusionOk="0">
                  <a:moveTo>
                    <a:pt x="483" y="0"/>
                  </a:moveTo>
                  <a:cubicBezTo>
                    <a:pt x="1" y="4255"/>
                    <a:pt x="291" y="8602"/>
                    <a:pt x="1327" y="12757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3"/>
            <p:cNvSpPr/>
            <p:nvPr/>
          </p:nvSpPr>
          <p:spPr>
            <a:xfrm>
              <a:off x="5232205" y="1948909"/>
              <a:ext cx="83580" cy="72338"/>
            </a:xfrm>
            <a:custGeom>
              <a:avLst/>
              <a:gdLst/>
              <a:ahLst/>
              <a:cxnLst/>
              <a:rect l="l" t="t" r="r" b="b"/>
              <a:pathLst>
                <a:path w="2327" h="2014" fill="none" extrusionOk="0">
                  <a:moveTo>
                    <a:pt x="1" y="752"/>
                  </a:moveTo>
                  <a:cubicBezTo>
                    <a:pt x="1" y="752"/>
                    <a:pt x="575" y="1688"/>
                    <a:pt x="1107" y="2014"/>
                  </a:cubicBezTo>
                  <a:cubicBezTo>
                    <a:pt x="1377" y="1369"/>
                    <a:pt x="1915" y="560"/>
                    <a:pt x="2327" y="0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3"/>
            <p:cNvSpPr/>
            <p:nvPr/>
          </p:nvSpPr>
          <p:spPr>
            <a:xfrm>
              <a:off x="5209038" y="2027353"/>
              <a:ext cx="111596" cy="73128"/>
            </a:xfrm>
            <a:custGeom>
              <a:avLst/>
              <a:gdLst/>
              <a:ahLst/>
              <a:cxnLst/>
              <a:rect l="l" t="t" r="r" b="b"/>
              <a:pathLst>
                <a:path w="3107" h="2036" fill="none" extrusionOk="0">
                  <a:moveTo>
                    <a:pt x="1" y="808"/>
                  </a:moveTo>
                  <a:cubicBezTo>
                    <a:pt x="639" y="1099"/>
                    <a:pt x="1093" y="1532"/>
                    <a:pt x="1766" y="2035"/>
                  </a:cubicBezTo>
                  <a:lnTo>
                    <a:pt x="3106" y="0"/>
                  </a:ln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3"/>
            <p:cNvSpPr/>
            <p:nvPr/>
          </p:nvSpPr>
          <p:spPr>
            <a:xfrm>
              <a:off x="5209289" y="2108060"/>
              <a:ext cx="120755" cy="82323"/>
            </a:xfrm>
            <a:custGeom>
              <a:avLst/>
              <a:gdLst/>
              <a:ahLst/>
              <a:cxnLst/>
              <a:rect l="l" t="t" r="r" b="b"/>
              <a:pathLst>
                <a:path w="3362" h="2292" fill="none" extrusionOk="0">
                  <a:moveTo>
                    <a:pt x="1" y="908"/>
                  </a:moveTo>
                  <a:cubicBezTo>
                    <a:pt x="639" y="1334"/>
                    <a:pt x="1256" y="1837"/>
                    <a:pt x="1937" y="2291"/>
                  </a:cubicBezTo>
                  <a:cubicBezTo>
                    <a:pt x="2312" y="1504"/>
                    <a:pt x="2809" y="682"/>
                    <a:pt x="3362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3"/>
            <p:cNvSpPr/>
            <p:nvPr/>
          </p:nvSpPr>
          <p:spPr>
            <a:xfrm>
              <a:off x="5340209" y="1757900"/>
              <a:ext cx="327568" cy="408454"/>
            </a:xfrm>
            <a:custGeom>
              <a:avLst/>
              <a:gdLst/>
              <a:ahLst/>
              <a:cxnLst/>
              <a:rect l="l" t="t" r="r" b="b"/>
              <a:pathLst>
                <a:path w="9120" h="11372" extrusionOk="0">
                  <a:moveTo>
                    <a:pt x="9119" y="0"/>
                  </a:moveTo>
                  <a:lnTo>
                    <a:pt x="9119" y="0"/>
                  </a:lnTo>
                  <a:cubicBezTo>
                    <a:pt x="7467" y="631"/>
                    <a:pt x="5865" y="1404"/>
                    <a:pt x="4425" y="2432"/>
                  </a:cubicBezTo>
                  <a:cubicBezTo>
                    <a:pt x="2986" y="3460"/>
                    <a:pt x="1716" y="4744"/>
                    <a:pt x="823" y="6275"/>
                  </a:cubicBezTo>
                  <a:cubicBezTo>
                    <a:pt x="518" y="6800"/>
                    <a:pt x="249" y="7367"/>
                    <a:pt x="128" y="7970"/>
                  </a:cubicBezTo>
                  <a:cubicBezTo>
                    <a:pt x="0" y="8566"/>
                    <a:pt x="22" y="9211"/>
                    <a:pt x="270" y="9771"/>
                  </a:cubicBezTo>
                  <a:cubicBezTo>
                    <a:pt x="646" y="10643"/>
                    <a:pt x="1539" y="11225"/>
                    <a:pt x="2482" y="11345"/>
                  </a:cubicBezTo>
                  <a:cubicBezTo>
                    <a:pt x="2621" y="11363"/>
                    <a:pt x="2761" y="11372"/>
                    <a:pt x="2901" y="11372"/>
                  </a:cubicBezTo>
                  <a:cubicBezTo>
                    <a:pt x="3699" y="11372"/>
                    <a:pt x="4491" y="11088"/>
                    <a:pt x="5155" y="10629"/>
                  </a:cubicBezTo>
                  <a:cubicBezTo>
                    <a:pt x="5935" y="10090"/>
                    <a:pt x="6538" y="9332"/>
                    <a:pt x="7013" y="8516"/>
                  </a:cubicBezTo>
                  <a:cubicBezTo>
                    <a:pt x="7588" y="7538"/>
                    <a:pt x="7985" y="6460"/>
                    <a:pt x="8183" y="5347"/>
                  </a:cubicBezTo>
                  <a:cubicBezTo>
                    <a:pt x="8495" y="3631"/>
                    <a:pt x="8360" y="1773"/>
                    <a:pt x="91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3"/>
            <p:cNvSpPr/>
            <p:nvPr/>
          </p:nvSpPr>
          <p:spPr>
            <a:xfrm>
              <a:off x="5377635" y="1814434"/>
              <a:ext cx="250920" cy="386616"/>
            </a:xfrm>
            <a:custGeom>
              <a:avLst/>
              <a:gdLst/>
              <a:ahLst/>
              <a:cxnLst/>
              <a:rect l="l" t="t" r="r" b="b"/>
              <a:pathLst>
                <a:path w="6986" h="10764" fill="none" extrusionOk="0">
                  <a:moveTo>
                    <a:pt x="6985" y="0"/>
                  </a:moveTo>
                  <a:cubicBezTo>
                    <a:pt x="3504" y="2631"/>
                    <a:pt x="986" y="6510"/>
                    <a:pt x="1" y="1076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3"/>
            <p:cNvSpPr/>
            <p:nvPr/>
          </p:nvSpPr>
          <p:spPr>
            <a:xfrm>
              <a:off x="5560491" y="1815691"/>
              <a:ext cx="61922" cy="57863"/>
            </a:xfrm>
            <a:custGeom>
              <a:avLst/>
              <a:gdLst/>
              <a:ahLst/>
              <a:cxnLst/>
              <a:rect l="l" t="t" r="r" b="b"/>
              <a:pathLst>
                <a:path w="1724" h="1611" fill="none" extrusionOk="0">
                  <a:moveTo>
                    <a:pt x="348" y="1"/>
                  </a:moveTo>
                  <a:cubicBezTo>
                    <a:pt x="242" y="497"/>
                    <a:pt x="43" y="1086"/>
                    <a:pt x="1" y="1610"/>
                  </a:cubicBezTo>
                  <a:lnTo>
                    <a:pt x="1724" y="1213"/>
                  </a:ln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3"/>
            <p:cNvSpPr/>
            <p:nvPr/>
          </p:nvSpPr>
          <p:spPr>
            <a:xfrm>
              <a:off x="5484597" y="1871974"/>
              <a:ext cx="106244" cy="85124"/>
            </a:xfrm>
            <a:custGeom>
              <a:avLst/>
              <a:gdLst/>
              <a:ahLst/>
              <a:cxnLst/>
              <a:rect l="l" t="t" r="r" b="b"/>
              <a:pathLst>
                <a:path w="2958" h="2370" fill="none" extrusionOk="0">
                  <a:moveTo>
                    <a:pt x="171" y="1"/>
                  </a:moveTo>
                  <a:cubicBezTo>
                    <a:pt x="157" y="752"/>
                    <a:pt x="1" y="1539"/>
                    <a:pt x="121" y="2369"/>
                  </a:cubicBezTo>
                  <a:cubicBezTo>
                    <a:pt x="1008" y="2071"/>
                    <a:pt x="2050" y="1795"/>
                    <a:pt x="2958" y="1610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3"/>
            <p:cNvSpPr/>
            <p:nvPr/>
          </p:nvSpPr>
          <p:spPr>
            <a:xfrm>
              <a:off x="5418653" y="1958571"/>
              <a:ext cx="126106" cy="85376"/>
            </a:xfrm>
            <a:custGeom>
              <a:avLst/>
              <a:gdLst/>
              <a:ahLst/>
              <a:cxnLst/>
              <a:rect l="l" t="t" r="r" b="b"/>
              <a:pathLst>
                <a:path w="3511" h="2377" fill="none" extrusionOk="0">
                  <a:moveTo>
                    <a:pt x="0" y="1"/>
                  </a:moveTo>
                  <a:cubicBezTo>
                    <a:pt x="171" y="788"/>
                    <a:pt x="284" y="1575"/>
                    <a:pt x="475" y="2376"/>
                  </a:cubicBezTo>
                  <a:cubicBezTo>
                    <a:pt x="1433" y="1972"/>
                    <a:pt x="2489" y="1681"/>
                    <a:pt x="3510" y="1504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ays One"/>
              <a:buNone/>
              <a:defRPr sz="34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ays One"/>
              <a:buNone/>
              <a:defRPr sz="34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ays One"/>
              <a:buNone/>
              <a:defRPr sz="34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ays One"/>
              <a:buNone/>
              <a:defRPr sz="34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ays One"/>
              <a:buNone/>
              <a:defRPr sz="34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ays One"/>
              <a:buNone/>
              <a:defRPr sz="34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ays One"/>
              <a:buNone/>
              <a:defRPr sz="34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ays One"/>
              <a:buNone/>
              <a:defRPr sz="34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ays One"/>
              <a:buNone/>
              <a:defRPr sz="34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●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○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■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●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○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■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●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○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nuphan"/>
              <a:buChar char="■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8" r:id="rId5"/>
    <p:sldLayoutId id="2147483659" r:id="rId6"/>
    <p:sldLayoutId id="2147483662" r:id="rId7"/>
    <p:sldLayoutId id="2147483669" r:id="rId8"/>
    <p:sldLayoutId id="2147483670" r:id="rId9"/>
    <p:sldLayoutId id="2147483671" r:id="rId10"/>
    <p:sldLayoutId id="2147483673" r:id="rId11"/>
    <p:sldLayoutId id="2147483678" r:id="rId12"/>
    <p:sldLayoutId id="2147483679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4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2" Type="http://schemas.openxmlformats.org/officeDocument/2006/relationships/slide" Target="slide3.xml"/><Relationship Id="rId16" Type="http://schemas.openxmlformats.org/officeDocument/2006/relationships/slide" Target="slide1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5" Type="http://schemas.openxmlformats.org/officeDocument/2006/relationships/slide" Target="slide6.xml"/><Relationship Id="rId15" Type="http://schemas.openxmlformats.org/officeDocument/2006/relationships/slide" Target="slide18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undoeducacao.uol.com.br/geografia/rotacao-terra.ht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slide" Target="slide2.xml"/><Relationship Id="rId4" Type="http://schemas.openxmlformats.org/officeDocument/2006/relationships/hyperlink" Target="https://mundoeducacao.uol.com.br/geografia/movimento-translacao.ht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hyperlink" Target="https://pxhere.com/pt/photo/93858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slide" Target="slide2.xml"/><Relationship Id="rId4" Type="http://schemas.openxmlformats.org/officeDocument/2006/relationships/hyperlink" Target="https://www.artezanal.com/blog/outono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.xml"/><Relationship Id="rId4" Type="http://schemas.openxmlformats.org/officeDocument/2006/relationships/hyperlink" Target="https://pixnio.com/pt/paisagens/inverno/paisagem-gelo-neve-frio-geada-campo-arvore-inverno-nevoa-congelado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slide" Target="slide2.xml"/><Relationship Id="rId4" Type="http://schemas.openxmlformats.org/officeDocument/2006/relationships/hyperlink" Target="https://pixabay.com/pt/despertar-da-primavera-primavera-1197603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slide" Target="slide2.xml"/><Relationship Id="rId5" Type="http://schemas.openxmlformats.org/officeDocument/2006/relationships/image" Target="../media/image8.svg"/><Relationship Id="rId4" Type="http://schemas.openxmlformats.org/officeDocument/2006/relationships/hyperlink" Target="https://gl.wikipedia.org/wiki/Hemisferio_nort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slide" Target="slide2.xml"/><Relationship Id="rId5" Type="http://schemas.openxmlformats.org/officeDocument/2006/relationships/image" Target="../media/image8.svg"/><Relationship Id="rId4" Type="http://schemas.openxmlformats.org/officeDocument/2006/relationships/hyperlink" Target="https://gl.wikipedia.org/wiki/Hemisferio_norte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slide" Target="slide2.xml"/><Relationship Id="rId2" Type="http://schemas.openxmlformats.org/officeDocument/2006/relationships/video" Target="https://www.youtube.com/embed/r18XNDJ3Olw?feature=oembed" TargetMode="External"/><Relationship Id="rId1" Type="http://schemas.openxmlformats.org/officeDocument/2006/relationships/video" Target="https://www.youtube.com/embed/GnJdnzOp7a4?feature=oembed" TargetMode="Externa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37"/>
          <p:cNvSpPr txBox="1">
            <a:spLocks noGrp="1"/>
          </p:cNvSpPr>
          <p:nvPr>
            <p:ph type="ctrTitle"/>
          </p:nvPr>
        </p:nvSpPr>
        <p:spPr>
          <a:xfrm>
            <a:off x="408435" y="1355541"/>
            <a:ext cx="4971372" cy="172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ESTAÇÕES DO ANO</a:t>
            </a:r>
            <a:endParaRPr dirty="0"/>
          </a:p>
        </p:txBody>
      </p:sp>
      <p:sp>
        <p:nvSpPr>
          <p:cNvPr id="1049" name="Google Shape;1049;p37"/>
          <p:cNvSpPr txBox="1">
            <a:spLocks noGrp="1"/>
          </p:cNvSpPr>
          <p:nvPr>
            <p:ph type="subTitle" idx="1"/>
          </p:nvPr>
        </p:nvSpPr>
        <p:spPr>
          <a:xfrm>
            <a:off x="585537" y="3187737"/>
            <a:ext cx="4085700" cy="475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Erick Dias da Silva</a:t>
            </a:r>
            <a:endParaRPr dirty="0"/>
          </a:p>
        </p:txBody>
      </p:sp>
      <p:grpSp>
        <p:nvGrpSpPr>
          <p:cNvPr id="1050" name="Google Shape;1050;p37"/>
          <p:cNvGrpSpPr/>
          <p:nvPr/>
        </p:nvGrpSpPr>
        <p:grpSpPr>
          <a:xfrm>
            <a:off x="5379807" y="949300"/>
            <a:ext cx="3355758" cy="3244890"/>
            <a:chOff x="5379807" y="949300"/>
            <a:chExt cx="3355758" cy="3244890"/>
          </a:xfrm>
        </p:grpSpPr>
        <p:sp>
          <p:nvSpPr>
            <p:cNvPr id="1051" name="Google Shape;1051;p37"/>
            <p:cNvSpPr/>
            <p:nvPr/>
          </p:nvSpPr>
          <p:spPr>
            <a:xfrm>
              <a:off x="5379807" y="949300"/>
              <a:ext cx="3355758" cy="3244890"/>
            </a:xfrm>
            <a:custGeom>
              <a:avLst/>
              <a:gdLst/>
              <a:ahLst/>
              <a:cxnLst/>
              <a:rect l="l" t="t" r="r" b="b"/>
              <a:pathLst>
                <a:path w="54543" h="52741" extrusionOk="0">
                  <a:moveTo>
                    <a:pt x="18876" y="0"/>
                  </a:moveTo>
                  <a:cubicBezTo>
                    <a:pt x="18039" y="0"/>
                    <a:pt x="17196" y="213"/>
                    <a:pt x="16451" y="610"/>
                  </a:cubicBezTo>
                  <a:cubicBezTo>
                    <a:pt x="15969" y="872"/>
                    <a:pt x="15515" y="1198"/>
                    <a:pt x="15104" y="1603"/>
                  </a:cubicBezTo>
                  <a:cubicBezTo>
                    <a:pt x="14990" y="1716"/>
                    <a:pt x="14891" y="1844"/>
                    <a:pt x="14820" y="1985"/>
                  </a:cubicBezTo>
                  <a:cubicBezTo>
                    <a:pt x="14565" y="2276"/>
                    <a:pt x="14331" y="2588"/>
                    <a:pt x="14118" y="2928"/>
                  </a:cubicBezTo>
                  <a:cubicBezTo>
                    <a:pt x="14005" y="3028"/>
                    <a:pt x="13913" y="3155"/>
                    <a:pt x="13835" y="3290"/>
                  </a:cubicBezTo>
                  <a:cubicBezTo>
                    <a:pt x="13764" y="3418"/>
                    <a:pt x="13700" y="3545"/>
                    <a:pt x="13636" y="3680"/>
                  </a:cubicBezTo>
                  <a:cubicBezTo>
                    <a:pt x="13416" y="4134"/>
                    <a:pt x="13225" y="4616"/>
                    <a:pt x="13069" y="5155"/>
                  </a:cubicBezTo>
                  <a:cubicBezTo>
                    <a:pt x="9226" y="6446"/>
                    <a:pt x="6396" y="8317"/>
                    <a:pt x="4468" y="10849"/>
                  </a:cubicBezTo>
                  <a:cubicBezTo>
                    <a:pt x="4106" y="10650"/>
                    <a:pt x="3695" y="10544"/>
                    <a:pt x="3276" y="10544"/>
                  </a:cubicBezTo>
                  <a:cubicBezTo>
                    <a:pt x="3078" y="10544"/>
                    <a:pt x="2879" y="10572"/>
                    <a:pt x="2688" y="10615"/>
                  </a:cubicBezTo>
                  <a:cubicBezTo>
                    <a:pt x="2284" y="10714"/>
                    <a:pt x="1951" y="10984"/>
                    <a:pt x="1759" y="11352"/>
                  </a:cubicBezTo>
                  <a:cubicBezTo>
                    <a:pt x="1738" y="11402"/>
                    <a:pt x="1717" y="11452"/>
                    <a:pt x="1695" y="11501"/>
                  </a:cubicBezTo>
                  <a:cubicBezTo>
                    <a:pt x="1504" y="11721"/>
                    <a:pt x="1383" y="11998"/>
                    <a:pt x="1348" y="12295"/>
                  </a:cubicBezTo>
                  <a:cubicBezTo>
                    <a:pt x="1305" y="12707"/>
                    <a:pt x="1447" y="13118"/>
                    <a:pt x="1731" y="13416"/>
                  </a:cubicBezTo>
                  <a:cubicBezTo>
                    <a:pt x="2092" y="13799"/>
                    <a:pt x="2376" y="14018"/>
                    <a:pt x="2596" y="14189"/>
                  </a:cubicBezTo>
                  <a:cubicBezTo>
                    <a:pt x="1901" y="15954"/>
                    <a:pt x="1504" y="17968"/>
                    <a:pt x="1383" y="20272"/>
                  </a:cubicBezTo>
                  <a:cubicBezTo>
                    <a:pt x="1256" y="20436"/>
                    <a:pt x="1149" y="20620"/>
                    <a:pt x="1064" y="20811"/>
                  </a:cubicBezTo>
                  <a:cubicBezTo>
                    <a:pt x="816" y="20932"/>
                    <a:pt x="596" y="21109"/>
                    <a:pt x="426" y="21336"/>
                  </a:cubicBezTo>
                  <a:cubicBezTo>
                    <a:pt x="100" y="21762"/>
                    <a:pt x="1" y="22293"/>
                    <a:pt x="142" y="22797"/>
                  </a:cubicBezTo>
                  <a:cubicBezTo>
                    <a:pt x="206" y="23038"/>
                    <a:pt x="483" y="23761"/>
                    <a:pt x="1419" y="24002"/>
                  </a:cubicBezTo>
                  <a:cubicBezTo>
                    <a:pt x="1475" y="25087"/>
                    <a:pt x="1582" y="26264"/>
                    <a:pt x="1738" y="27569"/>
                  </a:cubicBezTo>
                  <a:cubicBezTo>
                    <a:pt x="1745" y="27640"/>
                    <a:pt x="1759" y="27711"/>
                    <a:pt x="1780" y="27782"/>
                  </a:cubicBezTo>
                  <a:cubicBezTo>
                    <a:pt x="1738" y="27945"/>
                    <a:pt x="1717" y="28122"/>
                    <a:pt x="1738" y="28299"/>
                  </a:cubicBezTo>
                  <a:cubicBezTo>
                    <a:pt x="2220" y="32383"/>
                    <a:pt x="3099" y="35957"/>
                    <a:pt x="4354" y="38935"/>
                  </a:cubicBezTo>
                  <a:cubicBezTo>
                    <a:pt x="5453" y="41545"/>
                    <a:pt x="6879" y="43778"/>
                    <a:pt x="8595" y="45586"/>
                  </a:cubicBezTo>
                  <a:cubicBezTo>
                    <a:pt x="8212" y="46054"/>
                    <a:pt x="8084" y="46707"/>
                    <a:pt x="8297" y="47295"/>
                  </a:cubicBezTo>
                  <a:cubicBezTo>
                    <a:pt x="8460" y="47742"/>
                    <a:pt x="8864" y="48331"/>
                    <a:pt x="9885" y="48543"/>
                  </a:cubicBezTo>
                  <a:cubicBezTo>
                    <a:pt x="10771" y="48735"/>
                    <a:pt x="11644" y="48749"/>
                    <a:pt x="12388" y="48749"/>
                  </a:cubicBezTo>
                  <a:lnTo>
                    <a:pt x="12580" y="48749"/>
                  </a:lnTo>
                  <a:cubicBezTo>
                    <a:pt x="14927" y="50124"/>
                    <a:pt x="17692" y="51032"/>
                    <a:pt x="20805" y="51443"/>
                  </a:cubicBezTo>
                  <a:cubicBezTo>
                    <a:pt x="21025" y="51599"/>
                    <a:pt x="21280" y="51713"/>
                    <a:pt x="21542" y="51798"/>
                  </a:cubicBezTo>
                  <a:cubicBezTo>
                    <a:pt x="21684" y="51840"/>
                    <a:pt x="21833" y="51862"/>
                    <a:pt x="21982" y="51862"/>
                  </a:cubicBezTo>
                  <a:lnTo>
                    <a:pt x="22102" y="51862"/>
                  </a:lnTo>
                  <a:cubicBezTo>
                    <a:pt x="22358" y="51897"/>
                    <a:pt x="22592" y="51904"/>
                    <a:pt x="22790" y="51904"/>
                  </a:cubicBezTo>
                  <a:cubicBezTo>
                    <a:pt x="22882" y="51904"/>
                    <a:pt x="22975" y="51897"/>
                    <a:pt x="23074" y="51897"/>
                  </a:cubicBezTo>
                  <a:cubicBezTo>
                    <a:pt x="23471" y="51890"/>
                    <a:pt x="23889" y="51883"/>
                    <a:pt x="24293" y="51883"/>
                  </a:cubicBezTo>
                  <a:cubicBezTo>
                    <a:pt x="24811" y="51883"/>
                    <a:pt x="25237" y="51897"/>
                    <a:pt x="25627" y="51926"/>
                  </a:cubicBezTo>
                  <a:cubicBezTo>
                    <a:pt x="26492" y="51989"/>
                    <a:pt x="27350" y="52138"/>
                    <a:pt x="28257" y="52301"/>
                  </a:cubicBezTo>
                  <a:lnTo>
                    <a:pt x="28399" y="52323"/>
                  </a:lnTo>
                  <a:cubicBezTo>
                    <a:pt x="28477" y="52337"/>
                    <a:pt x="28562" y="52344"/>
                    <a:pt x="28640" y="52344"/>
                  </a:cubicBezTo>
                  <a:cubicBezTo>
                    <a:pt x="28761" y="52344"/>
                    <a:pt x="28881" y="52330"/>
                    <a:pt x="28995" y="52301"/>
                  </a:cubicBezTo>
                  <a:cubicBezTo>
                    <a:pt x="29030" y="52308"/>
                    <a:pt x="29066" y="52315"/>
                    <a:pt x="29108" y="52323"/>
                  </a:cubicBezTo>
                  <a:cubicBezTo>
                    <a:pt x="30072" y="52493"/>
                    <a:pt x="30945" y="52635"/>
                    <a:pt x="31859" y="52705"/>
                  </a:cubicBezTo>
                  <a:cubicBezTo>
                    <a:pt x="32185" y="52734"/>
                    <a:pt x="32505" y="52741"/>
                    <a:pt x="32824" y="52741"/>
                  </a:cubicBezTo>
                  <a:cubicBezTo>
                    <a:pt x="35000" y="52741"/>
                    <a:pt x="36844" y="52145"/>
                    <a:pt x="38156" y="51004"/>
                  </a:cubicBezTo>
                  <a:cubicBezTo>
                    <a:pt x="38220" y="50947"/>
                    <a:pt x="38291" y="50890"/>
                    <a:pt x="38361" y="50819"/>
                  </a:cubicBezTo>
                  <a:cubicBezTo>
                    <a:pt x="38383" y="50798"/>
                    <a:pt x="38397" y="50784"/>
                    <a:pt x="38411" y="50770"/>
                  </a:cubicBezTo>
                  <a:lnTo>
                    <a:pt x="38418" y="50763"/>
                  </a:lnTo>
                  <a:cubicBezTo>
                    <a:pt x="38475" y="50706"/>
                    <a:pt x="38525" y="50656"/>
                    <a:pt x="38574" y="50600"/>
                  </a:cubicBezTo>
                  <a:lnTo>
                    <a:pt x="38581" y="50592"/>
                  </a:lnTo>
                  <a:cubicBezTo>
                    <a:pt x="38595" y="50578"/>
                    <a:pt x="38610" y="50564"/>
                    <a:pt x="38624" y="50550"/>
                  </a:cubicBezTo>
                  <a:cubicBezTo>
                    <a:pt x="38688" y="50472"/>
                    <a:pt x="38751" y="50401"/>
                    <a:pt x="38808" y="50323"/>
                  </a:cubicBezTo>
                  <a:cubicBezTo>
                    <a:pt x="38822" y="50309"/>
                    <a:pt x="38829" y="50295"/>
                    <a:pt x="38844" y="50280"/>
                  </a:cubicBezTo>
                  <a:cubicBezTo>
                    <a:pt x="38893" y="50217"/>
                    <a:pt x="38936" y="50146"/>
                    <a:pt x="38985" y="50082"/>
                  </a:cubicBezTo>
                  <a:cubicBezTo>
                    <a:pt x="38985" y="50075"/>
                    <a:pt x="38993" y="50075"/>
                    <a:pt x="38993" y="50075"/>
                  </a:cubicBezTo>
                  <a:cubicBezTo>
                    <a:pt x="39120" y="49954"/>
                    <a:pt x="39227" y="49812"/>
                    <a:pt x="39312" y="49656"/>
                  </a:cubicBezTo>
                  <a:cubicBezTo>
                    <a:pt x="39319" y="49628"/>
                    <a:pt x="39333" y="49600"/>
                    <a:pt x="39347" y="49571"/>
                  </a:cubicBezTo>
                  <a:cubicBezTo>
                    <a:pt x="41354" y="48848"/>
                    <a:pt x="43098" y="47941"/>
                    <a:pt x="44644" y="46820"/>
                  </a:cubicBezTo>
                  <a:cubicBezTo>
                    <a:pt x="46246" y="46813"/>
                    <a:pt x="48324" y="46792"/>
                    <a:pt x="50820" y="46749"/>
                  </a:cubicBezTo>
                  <a:cubicBezTo>
                    <a:pt x="51763" y="46728"/>
                    <a:pt x="52203" y="46217"/>
                    <a:pt x="52380" y="45913"/>
                  </a:cubicBezTo>
                  <a:cubicBezTo>
                    <a:pt x="52600" y="45544"/>
                    <a:pt x="52656" y="45097"/>
                    <a:pt x="52550" y="44686"/>
                  </a:cubicBezTo>
                  <a:cubicBezTo>
                    <a:pt x="52706" y="44416"/>
                    <a:pt x="52827" y="44126"/>
                    <a:pt x="52912" y="43807"/>
                  </a:cubicBezTo>
                  <a:cubicBezTo>
                    <a:pt x="53210" y="42608"/>
                    <a:pt x="52770" y="41360"/>
                    <a:pt x="51806" y="40694"/>
                  </a:cubicBezTo>
                  <a:cubicBezTo>
                    <a:pt x="51756" y="40658"/>
                    <a:pt x="51706" y="40623"/>
                    <a:pt x="51650" y="40595"/>
                  </a:cubicBezTo>
                  <a:cubicBezTo>
                    <a:pt x="51657" y="40460"/>
                    <a:pt x="51650" y="40332"/>
                    <a:pt x="51628" y="40212"/>
                  </a:cubicBezTo>
                  <a:cubicBezTo>
                    <a:pt x="52430" y="39403"/>
                    <a:pt x="52805" y="38311"/>
                    <a:pt x="52678" y="37077"/>
                  </a:cubicBezTo>
                  <a:cubicBezTo>
                    <a:pt x="52621" y="36517"/>
                    <a:pt x="52430" y="36007"/>
                    <a:pt x="52118" y="35574"/>
                  </a:cubicBezTo>
                  <a:cubicBezTo>
                    <a:pt x="52713" y="33497"/>
                    <a:pt x="53117" y="31221"/>
                    <a:pt x="53366" y="28647"/>
                  </a:cubicBezTo>
                  <a:lnTo>
                    <a:pt x="53387" y="28434"/>
                  </a:lnTo>
                  <a:lnTo>
                    <a:pt x="53394" y="28299"/>
                  </a:lnTo>
                  <a:cubicBezTo>
                    <a:pt x="53401" y="28242"/>
                    <a:pt x="53408" y="28186"/>
                    <a:pt x="53408" y="28129"/>
                  </a:cubicBezTo>
                  <a:cubicBezTo>
                    <a:pt x="53408" y="28008"/>
                    <a:pt x="53387" y="27888"/>
                    <a:pt x="53358" y="27774"/>
                  </a:cubicBezTo>
                  <a:cubicBezTo>
                    <a:pt x="53380" y="27704"/>
                    <a:pt x="53394" y="27633"/>
                    <a:pt x="53401" y="27555"/>
                  </a:cubicBezTo>
                  <a:cubicBezTo>
                    <a:pt x="53670" y="24690"/>
                    <a:pt x="53883" y="22293"/>
                    <a:pt x="53926" y="20053"/>
                  </a:cubicBezTo>
                  <a:cubicBezTo>
                    <a:pt x="54472" y="18946"/>
                    <a:pt x="54543" y="17670"/>
                    <a:pt x="54110" y="16557"/>
                  </a:cubicBezTo>
                  <a:cubicBezTo>
                    <a:pt x="54039" y="16394"/>
                    <a:pt x="53947" y="16238"/>
                    <a:pt x="53834" y="16110"/>
                  </a:cubicBezTo>
                  <a:cubicBezTo>
                    <a:pt x="53812" y="16068"/>
                    <a:pt x="53784" y="16032"/>
                    <a:pt x="53763" y="15990"/>
                  </a:cubicBezTo>
                  <a:cubicBezTo>
                    <a:pt x="53656" y="15047"/>
                    <a:pt x="53493" y="14174"/>
                    <a:pt x="53266" y="13366"/>
                  </a:cubicBezTo>
                  <a:cubicBezTo>
                    <a:pt x="53344" y="13182"/>
                    <a:pt x="53408" y="12990"/>
                    <a:pt x="53458" y="12806"/>
                  </a:cubicBezTo>
                  <a:cubicBezTo>
                    <a:pt x="53536" y="12501"/>
                    <a:pt x="53578" y="12196"/>
                    <a:pt x="53585" y="11877"/>
                  </a:cubicBezTo>
                  <a:cubicBezTo>
                    <a:pt x="53592" y="11778"/>
                    <a:pt x="53585" y="11678"/>
                    <a:pt x="53564" y="11579"/>
                  </a:cubicBezTo>
                  <a:cubicBezTo>
                    <a:pt x="53706" y="11005"/>
                    <a:pt x="53628" y="10395"/>
                    <a:pt x="53344" y="9757"/>
                  </a:cubicBezTo>
                  <a:cubicBezTo>
                    <a:pt x="52869" y="8700"/>
                    <a:pt x="51976" y="7857"/>
                    <a:pt x="50898" y="7438"/>
                  </a:cubicBezTo>
                  <a:cubicBezTo>
                    <a:pt x="50784" y="7396"/>
                    <a:pt x="50664" y="7367"/>
                    <a:pt x="50543" y="7346"/>
                  </a:cubicBezTo>
                  <a:cubicBezTo>
                    <a:pt x="50430" y="7296"/>
                    <a:pt x="50316" y="7254"/>
                    <a:pt x="50196" y="7233"/>
                  </a:cubicBezTo>
                  <a:cubicBezTo>
                    <a:pt x="50068" y="7204"/>
                    <a:pt x="49941" y="7183"/>
                    <a:pt x="49813" y="7169"/>
                  </a:cubicBezTo>
                  <a:cubicBezTo>
                    <a:pt x="49373" y="6729"/>
                    <a:pt x="48835" y="6375"/>
                    <a:pt x="48260" y="6162"/>
                  </a:cubicBezTo>
                  <a:cubicBezTo>
                    <a:pt x="48090" y="6098"/>
                    <a:pt x="47920" y="6070"/>
                    <a:pt x="47743" y="6070"/>
                  </a:cubicBezTo>
                  <a:cubicBezTo>
                    <a:pt x="47650" y="6048"/>
                    <a:pt x="47558" y="6027"/>
                    <a:pt x="47466" y="6013"/>
                  </a:cubicBezTo>
                  <a:cubicBezTo>
                    <a:pt x="46892" y="5694"/>
                    <a:pt x="46268" y="5403"/>
                    <a:pt x="45601" y="5141"/>
                  </a:cubicBezTo>
                  <a:cubicBezTo>
                    <a:pt x="45140" y="4418"/>
                    <a:pt x="44467" y="3829"/>
                    <a:pt x="43694" y="3474"/>
                  </a:cubicBezTo>
                  <a:cubicBezTo>
                    <a:pt x="43091" y="3198"/>
                    <a:pt x="42439" y="3049"/>
                    <a:pt x="41751" y="3035"/>
                  </a:cubicBezTo>
                  <a:cubicBezTo>
                    <a:pt x="41623" y="2999"/>
                    <a:pt x="41496" y="2985"/>
                    <a:pt x="41361" y="2985"/>
                  </a:cubicBezTo>
                  <a:lnTo>
                    <a:pt x="41255" y="2985"/>
                  </a:lnTo>
                  <a:lnTo>
                    <a:pt x="41226" y="2992"/>
                  </a:lnTo>
                  <a:cubicBezTo>
                    <a:pt x="41191" y="2978"/>
                    <a:pt x="41162" y="2964"/>
                    <a:pt x="41127" y="2950"/>
                  </a:cubicBezTo>
                  <a:cubicBezTo>
                    <a:pt x="40815" y="2836"/>
                    <a:pt x="40482" y="2780"/>
                    <a:pt x="40106" y="2780"/>
                  </a:cubicBezTo>
                  <a:cubicBezTo>
                    <a:pt x="39992" y="2780"/>
                    <a:pt x="39872" y="2780"/>
                    <a:pt x="39730" y="2794"/>
                  </a:cubicBezTo>
                  <a:cubicBezTo>
                    <a:pt x="39574" y="2808"/>
                    <a:pt x="39418" y="2843"/>
                    <a:pt x="39283" y="2900"/>
                  </a:cubicBezTo>
                  <a:cubicBezTo>
                    <a:pt x="39255" y="2907"/>
                    <a:pt x="39227" y="2914"/>
                    <a:pt x="39198" y="2914"/>
                  </a:cubicBezTo>
                  <a:cubicBezTo>
                    <a:pt x="38978" y="2921"/>
                    <a:pt x="38766" y="2978"/>
                    <a:pt x="38567" y="3077"/>
                  </a:cubicBezTo>
                  <a:cubicBezTo>
                    <a:pt x="38397" y="3162"/>
                    <a:pt x="38234" y="3276"/>
                    <a:pt x="38071" y="3404"/>
                  </a:cubicBezTo>
                  <a:cubicBezTo>
                    <a:pt x="35858" y="3148"/>
                    <a:pt x="33320" y="3021"/>
                    <a:pt x="30526" y="3021"/>
                  </a:cubicBezTo>
                  <a:cubicBezTo>
                    <a:pt x="30136" y="3021"/>
                    <a:pt x="29739" y="3021"/>
                    <a:pt x="29335" y="3028"/>
                  </a:cubicBezTo>
                  <a:cubicBezTo>
                    <a:pt x="29214" y="3028"/>
                    <a:pt x="29101" y="3049"/>
                    <a:pt x="28995" y="3077"/>
                  </a:cubicBezTo>
                  <a:cubicBezTo>
                    <a:pt x="28881" y="3042"/>
                    <a:pt x="28761" y="3028"/>
                    <a:pt x="28640" y="3028"/>
                  </a:cubicBezTo>
                  <a:lnTo>
                    <a:pt x="28534" y="3028"/>
                  </a:lnTo>
                  <a:cubicBezTo>
                    <a:pt x="28456" y="3028"/>
                    <a:pt x="28378" y="3035"/>
                    <a:pt x="28293" y="3035"/>
                  </a:cubicBezTo>
                  <a:cubicBezTo>
                    <a:pt x="28151" y="3035"/>
                    <a:pt x="28009" y="3035"/>
                    <a:pt x="27867" y="3042"/>
                  </a:cubicBezTo>
                  <a:cubicBezTo>
                    <a:pt x="27789" y="2872"/>
                    <a:pt x="27690" y="2716"/>
                    <a:pt x="27576" y="2574"/>
                  </a:cubicBezTo>
                  <a:cubicBezTo>
                    <a:pt x="27094" y="1950"/>
                    <a:pt x="26314" y="1595"/>
                    <a:pt x="25435" y="1588"/>
                  </a:cubicBezTo>
                  <a:lnTo>
                    <a:pt x="25421" y="1588"/>
                  </a:lnTo>
                  <a:cubicBezTo>
                    <a:pt x="24655" y="1588"/>
                    <a:pt x="23875" y="1844"/>
                    <a:pt x="23159" y="2333"/>
                  </a:cubicBezTo>
                  <a:cubicBezTo>
                    <a:pt x="23010" y="2241"/>
                    <a:pt x="22854" y="2177"/>
                    <a:pt x="22691" y="2127"/>
                  </a:cubicBezTo>
                  <a:cubicBezTo>
                    <a:pt x="22273" y="1525"/>
                    <a:pt x="21762" y="1035"/>
                    <a:pt x="21195" y="688"/>
                  </a:cubicBezTo>
                  <a:cubicBezTo>
                    <a:pt x="21074" y="574"/>
                    <a:pt x="20932" y="475"/>
                    <a:pt x="20776" y="397"/>
                  </a:cubicBezTo>
                  <a:cubicBezTo>
                    <a:pt x="20202" y="135"/>
                    <a:pt x="19543" y="0"/>
                    <a:pt x="18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2" name="Google Shape;1052;p37"/>
            <p:cNvGrpSpPr/>
            <p:nvPr/>
          </p:nvGrpSpPr>
          <p:grpSpPr>
            <a:xfrm>
              <a:off x="5469264" y="1029964"/>
              <a:ext cx="3228457" cy="3077176"/>
              <a:chOff x="5352464" y="1620859"/>
              <a:chExt cx="3228457" cy="3077176"/>
            </a:xfrm>
          </p:grpSpPr>
          <p:sp>
            <p:nvSpPr>
              <p:cNvPr id="1053" name="Google Shape;1053;p37"/>
              <p:cNvSpPr/>
              <p:nvPr/>
            </p:nvSpPr>
            <p:spPr>
              <a:xfrm>
                <a:off x="5456687" y="3270777"/>
                <a:ext cx="1568457" cy="1364255"/>
              </a:xfrm>
              <a:custGeom>
                <a:avLst/>
                <a:gdLst/>
                <a:ahLst/>
                <a:cxnLst/>
                <a:rect l="l" t="t" r="r" b="b"/>
                <a:pathLst>
                  <a:path w="25493" h="22174" extrusionOk="0">
                    <a:moveTo>
                      <a:pt x="1" y="1"/>
                    </a:moveTo>
                    <a:cubicBezTo>
                      <a:pt x="1875" y="15974"/>
                      <a:pt x="9631" y="22174"/>
                      <a:pt x="21988" y="22174"/>
                    </a:cubicBezTo>
                    <a:cubicBezTo>
                      <a:pt x="23049" y="22174"/>
                      <a:pt x="24144" y="22128"/>
                      <a:pt x="25272" y="22039"/>
                    </a:cubicBezTo>
                    <a:cubicBezTo>
                      <a:pt x="25350" y="22032"/>
                      <a:pt x="25421" y="22025"/>
                      <a:pt x="25492" y="22018"/>
                    </a:cubicBezTo>
                    <a:lnTo>
                      <a:pt x="25492" y="1"/>
                    </a:lnTo>
                    <a:close/>
                  </a:path>
                </a:pathLst>
              </a:custGeom>
              <a:solidFill>
                <a:srgbClr val="FE5D78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7"/>
              <p:cNvSpPr/>
              <p:nvPr/>
            </p:nvSpPr>
            <p:spPr>
              <a:xfrm>
                <a:off x="5802211" y="3270777"/>
                <a:ext cx="1222932" cy="976463"/>
              </a:xfrm>
              <a:custGeom>
                <a:avLst/>
                <a:gdLst/>
                <a:ahLst/>
                <a:cxnLst/>
                <a:rect l="l" t="t" r="r" b="b"/>
                <a:pathLst>
                  <a:path w="19877" h="15871" extrusionOk="0">
                    <a:moveTo>
                      <a:pt x="1" y="1"/>
                    </a:moveTo>
                    <a:cubicBezTo>
                      <a:pt x="1" y="44"/>
                      <a:pt x="1" y="79"/>
                      <a:pt x="8" y="122"/>
                    </a:cubicBezTo>
                    <a:cubicBezTo>
                      <a:pt x="419" y="5681"/>
                      <a:pt x="2688" y="13176"/>
                      <a:pt x="8708" y="14601"/>
                    </a:cubicBezTo>
                    <a:cubicBezTo>
                      <a:pt x="11468" y="15249"/>
                      <a:pt x="14852" y="15871"/>
                      <a:pt x="18325" y="15871"/>
                    </a:cubicBezTo>
                    <a:cubicBezTo>
                      <a:pt x="18841" y="15871"/>
                      <a:pt x="19358" y="15857"/>
                      <a:pt x="19876" y="15828"/>
                    </a:cubicBezTo>
                    <a:lnTo>
                      <a:pt x="19876" y="1"/>
                    </a:lnTo>
                    <a:close/>
                  </a:path>
                </a:pathLst>
              </a:custGeom>
              <a:solidFill>
                <a:srgbClr val="FE5D78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7"/>
              <p:cNvSpPr/>
              <p:nvPr/>
            </p:nvSpPr>
            <p:spPr>
              <a:xfrm>
                <a:off x="6196154" y="3270777"/>
                <a:ext cx="828988" cy="698063"/>
              </a:xfrm>
              <a:custGeom>
                <a:avLst/>
                <a:gdLst/>
                <a:ahLst/>
                <a:cxnLst/>
                <a:rect l="l" t="t" r="r" b="b"/>
                <a:pathLst>
                  <a:path w="13474" h="11346" extrusionOk="0">
                    <a:moveTo>
                      <a:pt x="1" y="1"/>
                    </a:moveTo>
                    <a:cubicBezTo>
                      <a:pt x="845" y="7354"/>
                      <a:pt x="5533" y="11346"/>
                      <a:pt x="10765" y="11346"/>
                    </a:cubicBezTo>
                    <a:cubicBezTo>
                      <a:pt x="11203" y="11346"/>
                      <a:pt x="11646" y="11318"/>
                      <a:pt x="12090" y="11261"/>
                    </a:cubicBezTo>
                    <a:cubicBezTo>
                      <a:pt x="12573" y="11197"/>
                      <a:pt x="13033" y="11126"/>
                      <a:pt x="13473" y="11034"/>
                    </a:cubicBezTo>
                    <a:lnTo>
                      <a:pt x="13473" y="1"/>
                    </a:lnTo>
                    <a:close/>
                  </a:path>
                </a:pathLst>
              </a:custGeom>
              <a:solidFill>
                <a:srgbClr val="FE5D78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7"/>
              <p:cNvSpPr/>
              <p:nvPr/>
            </p:nvSpPr>
            <p:spPr>
              <a:xfrm>
                <a:off x="6467171" y="3270777"/>
                <a:ext cx="557970" cy="436581"/>
              </a:xfrm>
              <a:custGeom>
                <a:avLst/>
                <a:gdLst/>
                <a:ahLst/>
                <a:cxnLst/>
                <a:rect l="l" t="t" r="r" b="b"/>
                <a:pathLst>
                  <a:path w="9069" h="7096" extrusionOk="0">
                    <a:moveTo>
                      <a:pt x="552" y="1"/>
                    </a:moveTo>
                    <a:cubicBezTo>
                      <a:pt x="1" y="3794"/>
                      <a:pt x="2723" y="7096"/>
                      <a:pt x="6907" y="7096"/>
                    </a:cubicBezTo>
                    <a:cubicBezTo>
                      <a:pt x="7299" y="7096"/>
                      <a:pt x="7703" y="7067"/>
                      <a:pt x="8118" y="7007"/>
                    </a:cubicBezTo>
                    <a:cubicBezTo>
                      <a:pt x="8444" y="6957"/>
                      <a:pt x="8763" y="6893"/>
                      <a:pt x="9068" y="6822"/>
                    </a:cubicBezTo>
                    <a:lnTo>
                      <a:pt x="9068" y="1"/>
                    </a:lnTo>
                    <a:close/>
                  </a:path>
                </a:pathLst>
              </a:custGeom>
              <a:solidFill>
                <a:srgbClr val="FE5D78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7"/>
              <p:cNvSpPr/>
              <p:nvPr/>
            </p:nvSpPr>
            <p:spPr>
              <a:xfrm>
                <a:off x="6297793" y="3346699"/>
                <a:ext cx="696340" cy="429260"/>
              </a:xfrm>
              <a:custGeom>
                <a:avLst/>
                <a:gdLst/>
                <a:ahLst/>
                <a:cxnLst/>
                <a:rect l="l" t="t" r="r" b="b"/>
                <a:pathLst>
                  <a:path w="11318" h="6977" extrusionOk="0">
                    <a:moveTo>
                      <a:pt x="7407" y="1"/>
                    </a:moveTo>
                    <a:cubicBezTo>
                      <a:pt x="6974" y="1"/>
                      <a:pt x="6533" y="118"/>
                      <a:pt x="6163" y="334"/>
                    </a:cubicBezTo>
                    <a:cubicBezTo>
                      <a:pt x="5340" y="816"/>
                      <a:pt x="4808" y="1660"/>
                      <a:pt x="4411" y="2525"/>
                    </a:cubicBezTo>
                    <a:cubicBezTo>
                      <a:pt x="4077" y="2221"/>
                      <a:pt x="3632" y="2064"/>
                      <a:pt x="3189" y="2064"/>
                    </a:cubicBezTo>
                    <a:cubicBezTo>
                      <a:pt x="3002" y="2064"/>
                      <a:pt x="2816" y="2092"/>
                      <a:pt x="2639" y="2149"/>
                    </a:cubicBezTo>
                    <a:cubicBezTo>
                      <a:pt x="2036" y="2341"/>
                      <a:pt x="1561" y="2823"/>
                      <a:pt x="1313" y="3404"/>
                    </a:cubicBezTo>
                    <a:cubicBezTo>
                      <a:pt x="1064" y="3979"/>
                      <a:pt x="1043" y="4638"/>
                      <a:pt x="1178" y="5248"/>
                    </a:cubicBezTo>
                    <a:cubicBezTo>
                      <a:pt x="1038" y="5198"/>
                      <a:pt x="903" y="5176"/>
                      <a:pt x="778" y="5176"/>
                    </a:cubicBezTo>
                    <a:cubicBezTo>
                      <a:pt x="422" y="5176"/>
                      <a:pt x="149" y="5359"/>
                      <a:pt x="86" y="5617"/>
                    </a:cubicBezTo>
                    <a:cubicBezTo>
                      <a:pt x="1" y="5957"/>
                      <a:pt x="221" y="6319"/>
                      <a:pt x="526" y="6510"/>
                    </a:cubicBezTo>
                    <a:cubicBezTo>
                      <a:pt x="823" y="6694"/>
                      <a:pt x="1185" y="6744"/>
                      <a:pt x="1539" y="6787"/>
                    </a:cubicBezTo>
                    <a:cubicBezTo>
                      <a:pt x="2596" y="6915"/>
                      <a:pt x="3664" y="6976"/>
                      <a:pt x="4733" y="6976"/>
                    </a:cubicBezTo>
                    <a:cubicBezTo>
                      <a:pt x="5141" y="6976"/>
                      <a:pt x="5549" y="6967"/>
                      <a:pt x="5957" y="6950"/>
                    </a:cubicBezTo>
                    <a:cubicBezTo>
                      <a:pt x="7638" y="6872"/>
                      <a:pt x="9190" y="6865"/>
                      <a:pt x="10736" y="6808"/>
                    </a:cubicBezTo>
                    <a:cubicBezTo>
                      <a:pt x="10906" y="6801"/>
                      <a:pt x="11105" y="6780"/>
                      <a:pt x="11197" y="6638"/>
                    </a:cubicBezTo>
                    <a:cubicBezTo>
                      <a:pt x="11318" y="6446"/>
                      <a:pt x="11126" y="6177"/>
                      <a:pt x="10906" y="6134"/>
                    </a:cubicBezTo>
                    <a:cubicBezTo>
                      <a:pt x="10869" y="6127"/>
                      <a:pt x="10833" y="6124"/>
                      <a:pt x="10796" y="6124"/>
                    </a:cubicBezTo>
                    <a:cubicBezTo>
                      <a:pt x="10608" y="6124"/>
                      <a:pt x="10426" y="6208"/>
                      <a:pt x="10254" y="6297"/>
                    </a:cubicBezTo>
                    <a:cubicBezTo>
                      <a:pt x="10623" y="5957"/>
                      <a:pt x="11048" y="5510"/>
                      <a:pt x="11140" y="4971"/>
                    </a:cubicBezTo>
                    <a:cubicBezTo>
                      <a:pt x="11225" y="4440"/>
                      <a:pt x="10942" y="3837"/>
                      <a:pt x="10431" y="3638"/>
                    </a:cubicBezTo>
                    <a:cubicBezTo>
                      <a:pt x="10289" y="3583"/>
                      <a:pt x="10142" y="3561"/>
                      <a:pt x="9993" y="3561"/>
                    </a:cubicBezTo>
                    <a:cubicBezTo>
                      <a:pt x="9623" y="3561"/>
                      <a:pt x="9240" y="3702"/>
                      <a:pt x="8886" y="3844"/>
                    </a:cubicBezTo>
                    <a:cubicBezTo>
                      <a:pt x="9120" y="3234"/>
                      <a:pt x="9297" y="2681"/>
                      <a:pt x="9311" y="2121"/>
                    </a:cubicBezTo>
                    <a:cubicBezTo>
                      <a:pt x="9332" y="1554"/>
                      <a:pt x="9176" y="965"/>
                      <a:pt x="8793" y="547"/>
                    </a:cubicBezTo>
                    <a:cubicBezTo>
                      <a:pt x="8437" y="171"/>
                      <a:pt x="7929" y="1"/>
                      <a:pt x="7407" y="1"/>
                    </a:cubicBezTo>
                    <a:close/>
                  </a:path>
                </a:pathLst>
              </a:custGeom>
              <a:solidFill>
                <a:srgbClr val="FE5D78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7"/>
              <p:cNvSpPr/>
              <p:nvPr/>
            </p:nvSpPr>
            <p:spPr>
              <a:xfrm>
                <a:off x="5852415" y="4129913"/>
                <a:ext cx="636968" cy="323806"/>
              </a:xfrm>
              <a:custGeom>
                <a:avLst/>
                <a:gdLst/>
                <a:ahLst/>
                <a:cxnLst/>
                <a:rect l="l" t="t" r="r" b="b"/>
                <a:pathLst>
                  <a:path w="10353" h="5263" extrusionOk="0">
                    <a:moveTo>
                      <a:pt x="5601" y="0"/>
                    </a:moveTo>
                    <a:cubicBezTo>
                      <a:pt x="5390" y="0"/>
                      <a:pt x="5178" y="34"/>
                      <a:pt x="4978" y="98"/>
                    </a:cubicBezTo>
                    <a:cubicBezTo>
                      <a:pt x="4404" y="282"/>
                      <a:pt x="3928" y="701"/>
                      <a:pt x="3602" y="1204"/>
                    </a:cubicBezTo>
                    <a:cubicBezTo>
                      <a:pt x="3269" y="1708"/>
                      <a:pt x="3078" y="2289"/>
                      <a:pt x="2964" y="2877"/>
                    </a:cubicBezTo>
                    <a:cubicBezTo>
                      <a:pt x="2616" y="2691"/>
                      <a:pt x="2210" y="2572"/>
                      <a:pt x="1829" y="2572"/>
                    </a:cubicBezTo>
                    <a:cubicBezTo>
                      <a:pt x="1558" y="2572"/>
                      <a:pt x="1300" y="2633"/>
                      <a:pt x="1085" y="2771"/>
                    </a:cubicBezTo>
                    <a:cubicBezTo>
                      <a:pt x="567" y="3104"/>
                      <a:pt x="369" y="3856"/>
                      <a:pt x="653" y="4402"/>
                    </a:cubicBezTo>
                    <a:cubicBezTo>
                      <a:pt x="587" y="4313"/>
                      <a:pt x="477" y="4264"/>
                      <a:pt x="370" y="4264"/>
                    </a:cubicBezTo>
                    <a:cubicBezTo>
                      <a:pt x="315" y="4264"/>
                      <a:pt x="261" y="4276"/>
                      <a:pt x="213" y="4303"/>
                    </a:cubicBezTo>
                    <a:cubicBezTo>
                      <a:pt x="71" y="4381"/>
                      <a:pt x="0" y="4572"/>
                      <a:pt x="50" y="4721"/>
                    </a:cubicBezTo>
                    <a:cubicBezTo>
                      <a:pt x="128" y="4934"/>
                      <a:pt x="383" y="5019"/>
                      <a:pt x="603" y="5069"/>
                    </a:cubicBezTo>
                    <a:cubicBezTo>
                      <a:pt x="1312" y="5218"/>
                      <a:pt x="2038" y="5242"/>
                      <a:pt x="2768" y="5242"/>
                    </a:cubicBezTo>
                    <a:cubicBezTo>
                      <a:pt x="2973" y="5242"/>
                      <a:pt x="3178" y="5240"/>
                      <a:pt x="3382" y="5239"/>
                    </a:cubicBezTo>
                    <a:cubicBezTo>
                      <a:pt x="3458" y="5238"/>
                      <a:pt x="3534" y="5238"/>
                      <a:pt x="3609" y="5238"/>
                    </a:cubicBezTo>
                    <a:cubicBezTo>
                      <a:pt x="4732" y="5238"/>
                      <a:pt x="5826" y="5263"/>
                      <a:pt x="6906" y="5263"/>
                    </a:cubicBezTo>
                    <a:cubicBezTo>
                      <a:pt x="7936" y="5263"/>
                      <a:pt x="8953" y="5241"/>
                      <a:pt x="9970" y="5154"/>
                    </a:cubicBezTo>
                    <a:cubicBezTo>
                      <a:pt x="10133" y="5139"/>
                      <a:pt x="10338" y="5083"/>
                      <a:pt x="10346" y="4920"/>
                    </a:cubicBezTo>
                    <a:cubicBezTo>
                      <a:pt x="10353" y="4813"/>
                      <a:pt x="10253" y="4714"/>
                      <a:pt x="10140" y="4693"/>
                    </a:cubicBezTo>
                    <a:cubicBezTo>
                      <a:pt x="10117" y="4688"/>
                      <a:pt x="10094" y="4686"/>
                      <a:pt x="10071" y="4686"/>
                    </a:cubicBezTo>
                    <a:cubicBezTo>
                      <a:pt x="9986" y="4686"/>
                      <a:pt x="9897" y="4713"/>
                      <a:pt x="9814" y="4735"/>
                    </a:cubicBezTo>
                    <a:cubicBezTo>
                      <a:pt x="10034" y="4501"/>
                      <a:pt x="10041" y="4189"/>
                      <a:pt x="9878" y="3998"/>
                    </a:cubicBezTo>
                    <a:cubicBezTo>
                      <a:pt x="9783" y="3891"/>
                      <a:pt x="9639" y="3834"/>
                      <a:pt x="9495" y="3834"/>
                    </a:cubicBezTo>
                    <a:cubicBezTo>
                      <a:pt x="9391" y="3834"/>
                      <a:pt x="9288" y="3864"/>
                      <a:pt x="9204" y="3927"/>
                    </a:cubicBezTo>
                    <a:cubicBezTo>
                      <a:pt x="9431" y="3260"/>
                      <a:pt x="9261" y="2551"/>
                      <a:pt x="8793" y="2176"/>
                    </a:cubicBezTo>
                    <a:cubicBezTo>
                      <a:pt x="8548" y="1976"/>
                      <a:pt x="8233" y="1876"/>
                      <a:pt x="7917" y="1876"/>
                    </a:cubicBezTo>
                    <a:cubicBezTo>
                      <a:pt x="7628" y="1876"/>
                      <a:pt x="7339" y="1960"/>
                      <a:pt x="7105" y="2126"/>
                    </a:cubicBezTo>
                    <a:cubicBezTo>
                      <a:pt x="7396" y="1410"/>
                      <a:pt x="7162" y="729"/>
                      <a:pt x="6694" y="360"/>
                    </a:cubicBezTo>
                    <a:cubicBezTo>
                      <a:pt x="6385" y="116"/>
                      <a:pt x="5994" y="0"/>
                      <a:pt x="56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7"/>
              <p:cNvSpPr/>
              <p:nvPr/>
            </p:nvSpPr>
            <p:spPr>
              <a:xfrm>
                <a:off x="5530025" y="3368541"/>
                <a:ext cx="536190" cy="501736"/>
              </a:xfrm>
              <a:custGeom>
                <a:avLst/>
                <a:gdLst/>
                <a:ahLst/>
                <a:cxnLst/>
                <a:rect l="l" t="t" r="r" b="b"/>
                <a:pathLst>
                  <a:path w="8715" h="8155" extrusionOk="0">
                    <a:moveTo>
                      <a:pt x="4439" y="0"/>
                    </a:moveTo>
                    <a:cubicBezTo>
                      <a:pt x="3283" y="0"/>
                      <a:pt x="2177" y="475"/>
                      <a:pt x="1411" y="1305"/>
                    </a:cubicBezTo>
                    <a:cubicBezTo>
                      <a:pt x="241" y="2574"/>
                      <a:pt x="0" y="4524"/>
                      <a:pt x="830" y="6042"/>
                    </a:cubicBezTo>
                    <a:cubicBezTo>
                      <a:pt x="1539" y="7325"/>
                      <a:pt x="2950" y="8155"/>
                      <a:pt x="4439" y="8155"/>
                    </a:cubicBezTo>
                    <a:cubicBezTo>
                      <a:pt x="4673" y="8155"/>
                      <a:pt x="4914" y="8133"/>
                      <a:pt x="5141" y="8091"/>
                    </a:cubicBezTo>
                    <a:cubicBezTo>
                      <a:pt x="6843" y="7786"/>
                      <a:pt x="8204" y="6368"/>
                      <a:pt x="8452" y="4659"/>
                    </a:cubicBezTo>
                    <a:cubicBezTo>
                      <a:pt x="8715" y="2865"/>
                      <a:pt x="7743" y="1099"/>
                      <a:pt x="6091" y="355"/>
                    </a:cubicBezTo>
                    <a:cubicBezTo>
                      <a:pt x="5573" y="121"/>
                      <a:pt x="5020" y="0"/>
                      <a:pt x="4439" y="0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7"/>
              <p:cNvSpPr/>
              <p:nvPr/>
            </p:nvSpPr>
            <p:spPr>
              <a:xfrm>
                <a:off x="5609823" y="3441817"/>
                <a:ext cx="378748" cy="355184"/>
              </a:xfrm>
              <a:custGeom>
                <a:avLst/>
                <a:gdLst/>
                <a:ahLst/>
                <a:cxnLst/>
                <a:rect l="l" t="t" r="r" b="b"/>
                <a:pathLst>
                  <a:path w="6156" h="5773" extrusionOk="0">
                    <a:moveTo>
                      <a:pt x="3142" y="1"/>
                    </a:moveTo>
                    <a:cubicBezTo>
                      <a:pt x="2312" y="1"/>
                      <a:pt x="1532" y="334"/>
                      <a:pt x="993" y="922"/>
                    </a:cubicBezTo>
                    <a:cubicBezTo>
                      <a:pt x="171" y="1809"/>
                      <a:pt x="1" y="3220"/>
                      <a:pt x="582" y="4276"/>
                    </a:cubicBezTo>
                    <a:cubicBezTo>
                      <a:pt x="1078" y="5184"/>
                      <a:pt x="2085" y="5772"/>
                      <a:pt x="3142" y="5772"/>
                    </a:cubicBezTo>
                    <a:cubicBezTo>
                      <a:pt x="3305" y="5772"/>
                      <a:pt x="3468" y="5758"/>
                      <a:pt x="3631" y="5730"/>
                    </a:cubicBezTo>
                    <a:cubicBezTo>
                      <a:pt x="4815" y="5510"/>
                      <a:pt x="5801" y="4489"/>
                      <a:pt x="5978" y="3298"/>
                    </a:cubicBezTo>
                    <a:cubicBezTo>
                      <a:pt x="6155" y="2029"/>
                      <a:pt x="5468" y="773"/>
                      <a:pt x="4305" y="249"/>
                    </a:cubicBezTo>
                    <a:cubicBezTo>
                      <a:pt x="3943" y="86"/>
                      <a:pt x="3553" y="1"/>
                      <a:pt x="31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7"/>
              <p:cNvSpPr/>
              <p:nvPr/>
            </p:nvSpPr>
            <p:spPr>
              <a:xfrm>
                <a:off x="5639478" y="3469380"/>
                <a:ext cx="319868" cy="300057"/>
              </a:xfrm>
              <a:custGeom>
                <a:avLst/>
                <a:gdLst/>
                <a:ahLst/>
                <a:cxnLst/>
                <a:rect l="l" t="t" r="r" b="b"/>
                <a:pathLst>
                  <a:path w="5199" h="4877" extrusionOk="0">
                    <a:moveTo>
                      <a:pt x="2662" y="1"/>
                    </a:moveTo>
                    <a:cubicBezTo>
                      <a:pt x="1982" y="1"/>
                      <a:pt x="1298" y="273"/>
                      <a:pt x="838" y="772"/>
                    </a:cubicBezTo>
                    <a:cubicBezTo>
                      <a:pt x="143" y="1524"/>
                      <a:pt x="1" y="2722"/>
                      <a:pt x="490" y="3608"/>
                    </a:cubicBezTo>
                    <a:cubicBezTo>
                      <a:pt x="915" y="4384"/>
                      <a:pt x="1789" y="4877"/>
                      <a:pt x="2671" y="4877"/>
                    </a:cubicBezTo>
                    <a:cubicBezTo>
                      <a:pt x="2805" y="4877"/>
                      <a:pt x="2939" y="4866"/>
                      <a:pt x="3071" y="4842"/>
                    </a:cubicBezTo>
                    <a:cubicBezTo>
                      <a:pt x="4071" y="4658"/>
                      <a:pt x="4908" y="3793"/>
                      <a:pt x="5049" y="2786"/>
                    </a:cubicBezTo>
                    <a:cubicBezTo>
                      <a:pt x="5198" y="1779"/>
                      <a:pt x="4659" y="666"/>
                      <a:pt x="3638" y="205"/>
                    </a:cubicBezTo>
                    <a:cubicBezTo>
                      <a:pt x="3332" y="67"/>
                      <a:pt x="2997" y="1"/>
                      <a:pt x="26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7"/>
              <p:cNvSpPr/>
              <p:nvPr/>
            </p:nvSpPr>
            <p:spPr>
              <a:xfrm>
                <a:off x="5768187" y="3270777"/>
                <a:ext cx="983416" cy="601099"/>
              </a:xfrm>
              <a:custGeom>
                <a:avLst/>
                <a:gdLst/>
                <a:ahLst/>
                <a:cxnLst/>
                <a:rect l="l" t="t" r="r" b="b"/>
                <a:pathLst>
                  <a:path w="15984" h="9770" extrusionOk="0">
                    <a:moveTo>
                      <a:pt x="4702" y="1"/>
                    </a:moveTo>
                    <a:cubicBezTo>
                      <a:pt x="4702" y="44"/>
                      <a:pt x="4695" y="79"/>
                      <a:pt x="4688" y="114"/>
                    </a:cubicBezTo>
                    <a:cubicBezTo>
                      <a:pt x="4550" y="74"/>
                      <a:pt x="4407" y="55"/>
                      <a:pt x="4265" y="55"/>
                    </a:cubicBezTo>
                    <a:cubicBezTo>
                      <a:pt x="3930" y="55"/>
                      <a:pt x="3597" y="162"/>
                      <a:pt x="3333" y="356"/>
                    </a:cubicBezTo>
                    <a:cubicBezTo>
                      <a:pt x="2965" y="639"/>
                      <a:pt x="2731" y="1086"/>
                      <a:pt x="2674" y="1547"/>
                    </a:cubicBezTo>
                    <a:cubicBezTo>
                      <a:pt x="2624" y="2015"/>
                      <a:pt x="2738" y="2490"/>
                      <a:pt x="2965" y="2894"/>
                    </a:cubicBezTo>
                    <a:cubicBezTo>
                      <a:pt x="2284" y="3043"/>
                      <a:pt x="1639" y="3681"/>
                      <a:pt x="1624" y="4390"/>
                    </a:cubicBezTo>
                    <a:cubicBezTo>
                      <a:pt x="1576" y="4383"/>
                      <a:pt x="1527" y="4380"/>
                      <a:pt x="1479" y="4380"/>
                    </a:cubicBezTo>
                    <a:cubicBezTo>
                      <a:pt x="834" y="4380"/>
                      <a:pt x="262" y="4977"/>
                      <a:pt x="150" y="5624"/>
                    </a:cubicBezTo>
                    <a:cubicBezTo>
                      <a:pt x="36" y="6326"/>
                      <a:pt x="341" y="7035"/>
                      <a:pt x="759" y="7609"/>
                    </a:cubicBezTo>
                    <a:cubicBezTo>
                      <a:pt x="355" y="7659"/>
                      <a:pt x="1" y="8155"/>
                      <a:pt x="43" y="8630"/>
                    </a:cubicBezTo>
                    <a:cubicBezTo>
                      <a:pt x="86" y="9098"/>
                      <a:pt x="454" y="9503"/>
                      <a:pt x="901" y="9666"/>
                    </a:cubicBezTo>
                    <a:cubicBezTo>
                      <a:pt x="1100" y="9738"/>
                      <a:pt x="1308" y="9770"/>
                      <a:pt x="1518" y="9770"/>
                    </a:cubicBezTo>
                    <a:cubicBezTo>
                      <a:pt x="1780" y="9770"/>
                      <a:pt x="2046" y="9720"/>
                      <a:pt x="2298" y="9637"/>
                    </a:cubicBezTo>
                    <a:cubicBezTo>
                      <a:pt x="2745" y="9488"/>
                      <a:pt x="3156" y="9240"/>
                      <a:pt x="3560" y="8992"/>
                    </a:cubicBezTo>
                    <a:cubicBezTo>
                      <a:pt x="3796" y="9118"/>
                      <a:pt x="4059" y="9175"/>
                      <a:pt x="4325" y="9175"/>
                    </a:cubicBezTo>
                    <a:cubicBezTo>
                      <a:pt x="4690" y="9175"/>
                      <a:pt x="5060" y="9067"/>
                      <a:pt x="5375" y="8879"/>
                    </a:cubicBezTo>
                    <a:cubicBezTo>
                      <a:pt x="5914" y="8552"/>
                      <a:pt x="6304" y="8014"/>
                      <a:pt x="6560" y="7432"/>
                    </a:cubicBezTo>
                    <a:cubicBezTo>
                      <a:pt x="7077" y="7404"/>
                      <a:pt x="7581" y="7191"/>
                      <a:pt x="7964" y="6836"/>
                    </a:cubicBezTo>
                    <a:cubicBezTo>
                      <a:pt x="8346" y="6482"/>
                      <a:pt x="8595" y="5993"/>
                      <a:pt x="8857" y="5362"/>
                    </a:cubicBezTo>
                    <a:cubicBezTo>
                      <a:pt x="8985" y="5149"/>
                      <a:pt x="9112" y="4936"/>
                      <a:pt x="9290" y="4759"/>
                    </a:cubicBezTo>
                    <a:cubicBezTo>
                      <a:pt x="9467" y="4589"/>
                      <a:pt x="9701" y="4461"/>
                      <a:pt x="9949" y="4461"/>
                    </a:cubicBezTo>
                    <a:cubicBezTo>
                      <a:pt x="10403" y="4468"/>
                      <a:pt x="10736" y="4879"/>
                      <a:pt x="11169" y="5014"/>
                    </a:cubicBezTo>
                    <a:cubicBezTo>
                      <a:pt x="11258" y="5043"/>
                      <a:pt x="11352" y="5056"/>
                      <a:pt x="11446" y="5056"/>
                    </a:cubicBezTo>
                    <a:cubicBezTo>
                      <a:pt x="11845" y="5056"/>
                      <a:pt x="12262" y="4814"/>
                      <a:pt x="12509" y="4419"/>
                    </a:cubicBezTo>
                    <a:cubicBezTo>
                      <a:pt x="12740" y="4605"/>
                      <a:pt x="13038" y="4705"/>
                      <a:pt x="13336" y="4705"/>
                    </a:cubicBezTo>
                    <a:cubicBezTo>
                      <a:pt x="13514" y="4705"/>
                      <a:pt x="13692" y="4670"/>
                      <a:pt x="13856" y="4596"/>
                    </a:cubicBezTo>
                    <a:cubicBezTo>
                      <a:pt x="14288" y="4404"/>
                      <a:pt x="14600" y="3958"/>
                      <a:pt x="14622" y="3483"/>
                    </a:cubicBezTo>
                    <a:cubicBezTo>
                      <a:pt x="15146" y="3376"/>
                      <a:pt x="15558" y="3142"/>
                      <a:pt x="15770" y="2773"/>
                    </a:cubicBezTo>
                    <a:cubicBezTo>
                      <a:pt x="15983" y="2412"/>
                      <a:pt x="15976" y="1930"/>
                      <a:pt x="15749" y="1575"/>
                    </a:cubicBezTo>
                    <a:cubicBezTo>
                      <a:pt x="15539" y="1230"/>
                      <a:pt x="15148" y="1014"/>
                      <a:pt x="14742" y="1014"/>
                    </a:cubicBezTo>
                    <a:cubicBezTo>
                      <a:pt x="14723" y="1014"/>
                      <a:pt x="14705" y="1014"/>
                      <a:pt x="14686" y="1015"/>
                    </a:cubicBezTo>
                    <a:cubicBezTo>
                      <a:pt x="14799" y="639"/>
                      <a:pt x="14806" y="292"/>
                      <a:pt x="147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7"/>
              <p:cNvSpPr/>
              <p:nvPr/>
            </p:nvSpPr>
            <p:spPr>
              <a:xfrm>
                <a:off x="5963221" y="3270777"/>
                <a:ext cx="1061922" cy="1153102"/>
              </a:xfrm>
              <a:custGeom>
                <a:avLst/>
                <a:gdLst/>
                <a:ahLst/>
                <a:cxnLst/>
                <a:rect l="l" t="t" r="r" b="b"/>
                <a:pathLst>
                  <a:path w="17260" h="18742" extrusionOk="0">
                    <a:moveTo>
                      <a:pt x="8055" y="1"/>
                    </a:moveTo>
                    <a:lnTo>
                      <a:pt x="8488" y="2951"/>
                    </a:lnTo>
                    <a:lnTo>
                      <a:pt x="7119" y="1781"/>
                    </a:lnTo>
                    <a:lnTo>
                      <a:pt x="7105" y="2121"/>
                    </a:lnTo>
                    <a:lnTo>
                      <a:pt x="8672" y="3951"/>
                    </a:lnTo>
                    <a:lnTo>
                      <a:pt x="9374" y="7638"/>
                    </a:lnTo>
                    <a:lnTo>
                      <a:pt x="4673" y="3440"/>
                    </a:lnTo>
                    <a:lnTo>
                      <a:pt x="3645" y="795"/>
                    </a:lnTo>
                    <a:lnTo>
                      <a:pt x="3382" y="1029"/>
                    </a:lnTo>
                    <a:lnTo>
                      <a:pt x="4212" y="4099"/>
                    </a:lnTo>
                    <a:lnTo>
                      <a:pt x="908" y="1873"/>
                    </a:lnTo>
                    <a:lnTo>
                      <a:pt x="773" y="2086"/>
                    </a:lnTo>
                    <a:lnTo>
                      <a:pt x="8452" y="9524"/>
                    </a:lnTo>
                    <a:lnTo>
                      <a:pt x="4446" y="7808"/>
                    </a:lnTo>
                    <a:lnTo>
                      <a:pt x="1922" y="5546"/>
                    </a:lnTo>
                    <a:lnTo>
                      <a:pt x="1659" y="5837"/>
                    </a:lnTo>
                    <a:lnTo>
                      <a:pt x="3581" y="7652"/>
                    </a:lnTo>
                    <a:lnTo>
                      <a:pt x="78" y="6191"/>
                    </a:lnTo>
                    <a:lnTo>
                      <a:pt x="0" y="6468"/>
                    </a:lnTo>
                    <a:lnTo>
                      <a:pt x="7211" y="10127"/>
                    </a:lnTo>
                    <a:lnTo>
                      <a:pt x="4801" y="11630"/>
                    </a:lnTo>
                    <a:lnTo>
                      <a:pt x="3248" y="11892"/>
                    </a:lnTo>
                    <a:lnTo>
                      <a:pt x="3248" y="12169"/>
                    </a:lnTo>
                    <a:lnTo>
                      <a:pt x="4432" y="12211"/>
                    </a:lnTo>
                    <a:lnTo>
                      <a:pt x="3489" y="13353"/>
                    </a:lnTo>
                    <a:lnTo>
                      <a:pt x="3765" y="13537"/>
                    </a:lnTo>
                    <a:lnTo>
                      <a:pt x="5042" y="12169"/>
                    </a:lnTo>
                    <a:lnTo>
                      <a:pt x="7999" y="10474"/>
                    </a:lnTo>
                    <a:lnTo>
                      <a:pt x="9963" y="11325"/>
                    </a:lnTo>
                    <a:cubicBezTo>
                      <a:pt x="12317" y="13764"/>
                      <a:pt x="14487" y="16203"/>
                      <a:pt x="16543" y="18742"/>
                    </a:cubicBezTo>
                    <a:lnTo>
                      <a:pt x="17259" y="18210"/>
                    </a:lnTo>
                    <a:lnTo>
                      <a:pt x="17259" y="1"/>
                    </a:lnTo>
                    <a:lnTo>
                      <a:pt x="13338" y="1"/>
                    </a:lnTo>
                    <a:cubicBezTo>
                      <a:pt x="13657" y="639"/>
                      <a:pt x="13976" y="1277"/>
                      <a:pt x="14288" y="1915"/>
                    </a:cubicBezTo>
                    <a:cubicBezTo>
                      <a:pt x="14543" y="5546"/>
                      <a:pt x="14721" y="9013"/>
                      <a:pt x="14749" y="12495"/>
                    </a:cubicBezTo>
                    <a:cubicBezTo>
                      <a:pt x="14750" y="12499"/>
                      <a:pt x="14748" y="12502"/>
                      <a:pt x="14745" y="12502"/>
                    </a:cubicBezTo>
                    <a:cubicBezTo>
                      <a:pt x="14604" y="12502"/>
                      <a:pt x="11083" y="9035"/>
                      <a:pt x="11083" y="9035"/>
                    </a:cubicBezTo>
                    <a:lnTo>
                      <a:pt x="85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7"/>
              <p:cNvSpPr/>
              <p:nvPr/>
            </p:nvSpPr>
            <p:spPr>
              <a:xfrm>
                <a:off x="6010780" y="3270777"/>
                <a:ext cx="859873" cy="876547"/>
              </a:xfrm>
              <a:custGeom>
                <a:avLst/>
                <a:gdLst/>
                <a:ahLst/>
                <a:cxnLst/>
                <a:rect l="l" t="t" r="r" b="b"/>
                <a:pathLst>
                  <a:path w="13976" h="14247" fill="none" extrusionOk="0">
                    <a:moveTo>
                      <a:pt x="8601" y="7638"/>
                    </a:moveTo>
                    <a:lnTo>
                      <a:pt x="7899" y="3951"/>
                    </a:lnTo>
                    <a:lnTo>
                      <a:pt x="7389" y="3355"/>
                    </a:lnTo>
                    <a:moveTo>
                      <a:pt x="6914" y="2802"/>
                    </a:moveTo>
                    <a:lnTo>
                      <a:pt x="6332" y="2121"/>
                    </a:lnTo>
                    <a:moveTo>
                      <a:pt x="13976" y="12495"/>
                    </a:moveTo>
                    <a:cubicBezTo>
                      <a:pt x="13962" y="10587"/>
                      <a:pt x="13905" y="8680"/>
                      <a:pt x="13806" y="6744"/>
                    </a:cubicBezTo>
                    <a:moveTo>
                      <a:pt x="13749" y="5596"/>
                    </a:moveTo>
                    <a:cubicBezTo>
                      <a:pt x="13678" y="4383"/>
                      <a:pt x="13600" y="3156"/>
                      <a:pt x="13515" y="1915"/>
                    </a:cubicBezTo>
                    <a:cubicBezTo>
                      <a:pt x="13203" y="1277"/>
                      <a:pt x="12884" y="639"/>
                      <a:pt x="12565" y="1"/>
                    </a:cubicBezTo>
                    <a:moveTo>
                      <a:pt x="11920" y="14246"/>
                    </a:moveTo>
                    <a:cubicBezTo>
                      <a:pt x="11707" y="14012"/>
                      <a:pt x="11494" y="13778"/>
                      <a:pt x="11281" y="13544"/>
                    </a:cubicBezTo>
                    <a:moveTo>
                      <a:pt x="7226" y="10474"/>
                    </a:moveTo>
                    <a:lnTo>
                      <a:pt x="4269" y="12169"/>
                    </a:lnTo>
                    <a:lnTo>
                      <a:pt x="2992" y="13537"/>
                    </a:lnTo>
                    <a:moveTo>
                      <a:pt x="7679" y="9524"/>
                    </a:moveTo>
                    <a:lnTo>
                      <a:pt x="0" y="2086"/>
                    </a:ln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7"/>
              <p:cNvSpPr/>
              <p:nvPr/>
            </p:nvSpPr>
            <p:spPr>
              <a:xfrm>
                <a:off x="6076611" y="3988959"/>
                <a:ext cx="132709" cy="130864"/>
              </a:xfrm>
              <a:custGeom>
                <a:avLst/>
                <a:gdLst/>
                <a:ahLst/>
                <a:cxnLst/>
                <a:rect l="l" t="t" r="r" b="b"/>
                <a:pathLst>
                  <a:path w="2157" h="2127" extrusionOk="0">
                    <a:moveTo>
                      <a:pt x="1452" y="0"/>
                    </a:moveTo>
                    <a:cubicBezTo>
                      <a:pt x="1295" y="0"/>
                      <a:pt x="1067" y="27"/>
                      <a:pt x="880" y="155"/>
                    </a:cubicBezTo>
                    <a:cubicBezTo>
                      <a:pt x="554" y="375"/>
                      <a:pt x="1" y="1219"/>
                      <a:pt x="646" y="1857"/>
                    </a:cubicBezTo>
                    <a:cubicBezTo>
                      <a:pt x="852" y="2058"/>
                      <a:pt x="1080" y="2127"/>
                      <a:pt x="1295" y="2127"/>
                    </a:cubicBezTo>
                    <a:cubicBezTo>
                      <a:pt x="1755" y="2127"/>
                      <a:pt x="2156" y="1815"/>
                      <a:pt x="2156" y="1815"/>
                    </a:cubicBezTo>
                    <a:cubicBezTo>
                      <a:pt x="2131" y="1425"/>
                      <a:pt x="1739" y="1403"/>
                      <a:pt x="1650" y="1403"/>
                    </a:cubicBezTo>
                    <a:cubicBezTo>
                      <a:pt x="1638" y="1403"/>
                      <a:pt x="1632" y="1403"/>
                      <a:pt x="1632" y="1403"/>
                    </a:cubicBezTo>
                    <a:cubicBezTo>
                      <a:pt x="1596" y="1113"/>
                      <a:pt x="1263" y="1035"/>
                      <a:pt x="1263" y="1035"/>
                    </a:cubicBezTo>
                    <a:cubicBezTo>
                      <a:pt x="1263" y="1035"/>
                      <a:pt x="1795" y="673"/>
                      <a:pt x="1639" y="14"/>
                    </a:cubicBezTo>
                    <a:cubicBezTo>
                      <a:pt x="1639" y="14"/>
                      <a:pt x="1563" y="0"/>
                      <a:pt x="1452" y="0"/>
                    </a:cubicBezTo>
                    <a:close/>
                  </a:path>
                </a:pathLst>
              </a:custGeom>
              <a:solidFill>
                <a:srgbClr val="829D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7"/>
              <p:cNvSpPr/>
              <p:nvPr/>
            </p:nvSpPr>
            <p:spPr>
              <a:xfrm>
                <a:off x="6154256" y="3989759"/>
                <a:ext cx="55065" cy="110868"/>
              </a:xfrm>
              <a:custGeom>
                <a:avLst/>
                <a:gdLst/>
                <a:ahLst/>
                <a:cxnLst/>
                <a:rect l="l" t="t" r="r" b="b"/>
                <a:pathLst>
                  <a:path w="895" h="1802" fill="none" extrusionOk="0">
                    <a:moveTo>
                      <a:pt x="377" y="1"/>
                    </a:moveTo>
                    <a:cubicBezTo>
                      <a:pt x="533" y="660"/>
                      <a:pt x="1" y="1022"/>
                      <a:pt x="1" y="1022"/>
                    </a:cubicBezTo>
                    <a:cubicBezTo>
                      <a:pt x="1" y="1022"/>
                      <a:pt x="334" y="1100"/>
                      <a:pt x="370" y="1390"/>
                    </a:cubicBezTo>
                    <a:cubicBezTo>
                      <a:pt x="370" y="1390"/>
                      <a:pt x="866" y="1362"/>
                      <a:pt x="894" y="1802"/>
                    </a:cubicBezTo>
                  </a:path>
                </a:pathLst>
              </a:custGeom>
              <a:noFill/>
              <a:ln w="3025" cap="rnd" cmpd="sng">
                <a:solidFill>
                  <a:srgbClr val="2B22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7"/>
              <p:cNvSpPr/>
              <p:nvPr/>
            </p:nvSpPr>
            <p:spPr>
              <a:xfrm>
                <a:off x="5930921" y="3270777"/>
                <a:ext cx="597715" cy="421938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6858" extrusionOk="0">
                    <a:moveTo>
                      <a:pt x="3730" y="1"/>
                    </a:moveTo>
                    <a:cubicBezTo>
                      <a:pt x="3191" y="157"/>
                      <a:pt x="2674" y="363"/>
                      <a:pt x="2071" y="660"/>
                    </a:cubicBezTo>
                    <a:cubicBezTo>
                      <a:pt x="440" y="1455"/>
                      <a:pt x="256" y="2752"/>
                      <a:pt x="128" y="4092"/>
                    </a:cubicBezTo>
                    <a:cubicBezTo>
                      <a:pt x="0" y="5432"/>
                      <a:pt x="653" y="6858"/>
                      <a:pt x="653" y="6858"/>
                    </a:cubicBezTo>
                    <a:cubicBezTo>
                      <a:pt x="653" y="6858"/>
                      <a:pt x="1256" y="6610"/>
                      <a:pt x="1334" y="5674"/>
                    </a:cubicBezTo>
                    <a:cubicBezTo>
                      <a:pt x="1334" y="5674"/>
                      <a:pt x="1908" y="4936"/>
                      <a:pt x="1447" y="3546"/>
                    </a:cubicBezTo>
                    <a:cubicBezTo>
                      <a:pt x="1447" y="3546"/>
                      <a:pt x="2340" y="3142"/>
                      <a:pt x="2723" y="1852"/>
                    </a:cubicBezTo>
                    <a:cubicBezTo>
                      <a:pt x="2723" y="1852"/>
                      <a:pt x="2879" y="1905"/>
                      <a:pt x="3126" y="1905"/>
                    </a:cubicBezTo>
                    <a:cubicBezTo>
                      <a:pt x="3530" y="1905"/>
                      <a:pt x="4181" y="1763"/>
                      <a:pt x="4801" y="1015"/>
                    </a:cubicBezTo>
                    <a:cubicBezTo>
                      <a:pt x="4801" y="1015"/>
                      <a:pt x="5217" y="1355"/>
                      <a:pt x="5742" y="1355"/>
                    </a:cubicBezTo>
                    <a:cubicBezTo>
                      <a:pt x="6005" y="1355"/>
                      <a:pt x="6295" y="1270"/>
                      <a:pt x="6574" y="1015"/>
                    </a:cubicBezTo>
                    <a:cubicBezTo>
                      <a:pt x="6574" y="1015"/>
                      <a:pt x="6829" y="1173"/>
                      <a:pt x="7142" y="1173"/>
                    </a:cubicBezTo>
                    <a:cubicBezTo>
                      <a:pt x="7371" y="1173"/>
                      <a:pt x="7630" y="1089"/>
                      <a:pt x="7843" y="795"/>
                    </a:cubicBezTo>
                    <a:cubicBezTo>
                      <a:pt x="7843" y="795"/>
                      <a:pt x="8305" y="1075"/>
                      <a:pt x="8827" y="1075"/>
                    </a:cubicBezTo>
                    <a:cubicBezTo>
                      <a:pt x="9123" y="1075"/>
                      <a:pt x="9439" y="985"/>
                      <a:pt x="9701" y="703"/>
                    </a:cubicBezTo>
                    <a:cubicBezTo>
                      <a:pt x="9701" y="703"/>
                      <a:pt x="9715" y="334"/>
                      <a:pt x="93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7"/>
              <p:cNvSpPr/>
              <p:nvPr/>
            </p:nvSpPr>
            <p:spPr>
              <a:xfrm>
                <a:off x="5971035" y="3313968"/>
                <a:ext cx="556740" cy="378748"/>
              </a:xfrm>
              <a:custGeom>
                <a:avLst/>
                <a:gdLst/>
                <a:ahLst/>
                <a:cxnLst/>
                <a:rect l="l" t="t" r="r" b="b"/>
                <a:pathLst>
                  <a:path w="9049" h="6156" fill="none" extrusionOk="0">
                    <a:moveTo>
                      <a:pt x="1" y="6156"/>
                    </a:moveTo>
                    <a:cubicBezTo>
                      <a:pt x="1" y="6156"/>
                      <a:pt x="604" y="5908"/>
                      <a:pt x="682" y="4972"/>
                    </a:cubicBezTo>
                    <a:cubicBezTo>
                      <a:pt x="682" y="4972"/>
                      <a:pt x="1256" y="4234"/>
                      <a:pt x="795" y="2844"/>
                    </a:cubicBezTo>
                    <a:cubicBezTo>
                      <a:pt x="795" y="2844"/>
                      <a:pt x="1688" y="2440"/>
                      <a:pt x="2071" y="1150"/>
                    </a:cubicBezTo>
                    <a:cubicBezTo>
                      <a:pt x="2071" y="1150"/>
                      <a:pt x="3149" y="1518"/>
                      <a:pt x="4149" y="313"/>
                    </a:cubicBezTo>
                    <a:cubicBezTo>
                      <a:pt x="4149" y="313"/>
                      <a:pt x="5085" y="1079"/>
                      <a:pt x="5922" y="313"/>
                    </a:cubicBezTo>
                    <a:cubicBezTo>
                      <a:pt x="5922" y="313"/>
                      <a:pt x="6687" y="788"/>
                      <a:pt x="7191" y="93"/>
                    </a:cubicBezTo>
                    <a:cubicBezTo>
                      <a:pt x="7191" y="93"/>
                      <a:pt x="8325" y="781"/>
                      <a:pt x="9049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7"/>
              <p:cNvSpPr/>
              <p:nvPr/>
            </p:nvSpPr>
            <p:spPr>
              <a:xfrm>
                <a:off x="6559150" y="4164737"/>
                <a:ext cx="465990" cy="508689"/>
              </a:xfrm>
              <a:custGeom>
                <a:avLst/>
                <a:gdLst/>
                <a:ahLst/>
                <a:cxnLst/>
                <a:rect l="l" t="t" r="r" b="b"/>
                <a:pathLst>
                  <a:path w="7574" h="8268" extrusionOk="0">
                    <a:moveTo>
                      <a:pt x="5589" y="0"/>
                    </a:moveTo>
                    <a:cubicBezTo>
                      <a:pt x="5413" y="0"/>
                      <a:pt x="5237" y="32"/>
                      <a:pt x="5070" y="99"/>
                    </a:cubicBezTo>
                    <a:cubicBezTo>
                      <a:pt x="4517" y="326"/>
                      <a:pt x="4177" y="915"/>
                      <a:pt x="4084" y="1510"/>
                    </a:cubicBezTo>
                    <a:cubicBezTo>
                      <a:pt x="3999" y="2106"/>
                      <a:pt x="4113" y="2709"/>
                      <a:pt x="4240" y="3290"/>
                    </a:cubicBezTo>
                    <a:cubicBezTo>
                      <a:pt x="4155" y="3191"/>
                      <a:pt x="4077" y="3113"/>
                      <a:pt x="3978" y="3056"/>
                    </a:cubicBezTo>
                    <a:cubicBezTo>
                      <a:pt x="3916" y="3025"/>
                      <a:pt x="3842" y="3005"/>
                      <a:pt x="3771" y="3005"/>
                    </a:cubicBezTo>
                    <a:cubicBezTo>
                      <a:pt x="3730" y="3005"/>
                      <a:pt x="3689" y="3012"/>
                      <a:pt x="3652" y="3028"/>
                    </a:cubicBezTo>
                    <a:cubicBezTo>
                      <a:pt x="3517" y="3084"/>
                      <a:pt x="3453" y="3240"/>
                      <a:pt x="3453" y="3382"/>
                    </a:cubicBezTo>
                    <a:cubicBezTo>
                      <a:pt x="3453" y="3524"/>
                      <a:pt x="3510" y="3666"/>
                      <a:pt x="3567" y="3793"/>
                    </a:cubicBezTo>
                    <a:cubicBezTo>
                      <a:pt x="3332" y="3397"/>
                      <a:pt x="2938" y="3160"/>
                      <a:pt x="2542" y="3160"/>
                    </a:cubicBezTo>
                    <a:cubicBezTo>
                      <a:pt x="2519" y="3160"/>
                      <a:pt x="2497" y="3161"/>
                      <a:pt x="2475" y="3162"/>
                    </a:cubicBezTo>
                    <a:cubicBezTo>
                      <a:pt x="2056" y="3191"/>
                      <a:pt x="1666" y="3474"/>
                      <a:pt x="1518" y="3864"/>
                    </a:cubicBezTo>
                    <a:cubicBezTo>
                      <a:pt x="1383" y="4212"/>
                      <a:pt x="1440" y="4616"/>
                      <a:pt x="1596" y="4956"/>
                    </a:cubicBezTo>
                    <a:cubicBezTo>
                      <a:pt x="1744" y="5297"/>
                      <a:pt x="1993" y="5580"/>
                      <a:pt x="2255" y="5850"/>
                    </a:cubicBezTo>
                    <a:cubicBezTo>
                      <a:pt x="1980" y="5761"/>
                      <a:pt x="1696" y="5703"/>
                      <a:pt x="1422" y="5703"/>
                    </a:cubicBezTo>
                    <a:cubicBezTo>
                      <a:pt x="1195" y="5703"/>
                      <a:pt x="975" y="5742"/>
                      <a:pt x="773" y="5836"/>
                    </a:cubicBezTo>
                    <a:cubicBezTo>
                      <a:pt x="326" y="6041"/>
                      <a:pt x="0" y="6573"/>
                      <a:pt x="149" y="7041"/>
                    </a:cubicBezTo>
                    <a:cubicBezTo>
                      <a:pt x="255" y="7381"/>
                      <a:pt x="575" y="7622"/>
                      <a:pt x="915" y="7729"/>
                    </a:cubicBezTo>
                    <a:cubicBezTo>
                      <a:pt x="1170" y="7809"/>
                      <a:pt x="1437" y="7825"/>
                      <a:pt x="1708" y="7825"/>
                    </a:cubicBezTo>
                    <a:cubicBezTo>
                      <a:pt x="1798" y="7825"/>
                      <a:pt x="1888" y="7823"/>
                      <a:pt x="1978" y="7821"/>
                    </a:cubicBezTo>
                    <a:cubicBezTo>
                      <a:pt x="2404" y="7814"/>
                      <a:pt x="2832" y="7806"/>
                      <a:pt x="3259" y="7806"/>
                    </a:cubicBezTo>
                    <a:cubicBezTo>
                      <a:pt x="3729" y="7806"/>
                      <a:pt x="4198" y="7816"/>
                      <a:pt x="4666" y="7849"/>
                    </a:cubicBezTo>
                    <a:cubicBezTo>
                      <a:pt x="5644" y="7927"/>
                      <a:pt x="6609" y="8098"/>
                      <a:pt x="7573" y="8268"/>
                    </a:cubicBezTo>
                    <a:lnTo>
                      <a:pt x="7573" y="1652"/>
                    </a:lnTo>
                    <a:cubicBezTo>
                      <a:pt x="7382" y="1212"/>
                      <a:pt x="7126" y="766"/>
                      <a:pt x="6743" y="447"/>
                    </a:cubicBezTo>
                    <a:cubicBezTo>
                      <a:pt x="6425" y="173"/>
                      <a:pt x="6005" y="0"/>
                      <a:pt x="55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7"/>
              <p:cNvSpPr/>
              <p:nvPr/>
            </p:nvSpPr>
            <p:spPr>
              <a:xfrm>
                <a:off x="6559150" y="4523735"/>
                <a:ext cx="56295" cy="116528"/>
              </a:xfrm>
              <a:custGeom>
                <a:avLst/>
                <a:gdLst/>
                <a:ahLst/>
                <a:cxnLst/>
                <a:rect l="l" t="t" r="r" b="b"/>
                <a:pathLst>
                  <a:path w="915" h="1894" fill="none" extrusionOk="0">
                    <a:moveTo>
                      <a:pt x="773" y="1"/>
                    </a:moveTo>
                    <a:cubicBezTo>
                      <a:pt x="326" y="206"/>
                      <a:pt x="0" y="738"/>
                      <a:pt x="149" y="1206"/>
                    </a:cubicBezTo>
                    <a:cubicBezTo>
                      <a:pt x="255" y="1546"/>
                      <a:pt x="575" y="1787"/>
                      <a:pt x="915" y="1894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7"/>
              <p:cNvSpPr/>
              <p:nvPr/>
            </p:nvSpPr>
            <p:spPr>
              <a:xfrm>
                <a:off x="6644178" y="4366231"/>
                <a:ext cx="53773" cy="158427"/>
              </a:xfrm>
              <a:custGeom>
                <a:avLst/>
                <a:gdLst/>
                <a:ahLst/>
                <a:cxnLst/>
                <a:rect l="l" t="t" r="r" b="b"/>
                <a:pathLst>
                  <a:path w="874" h="2575" fill="none" extrusionOk="0">
                    <a:moveTo>
                      <a:pt x="682" y="1"/>
                    </a:moveTo>
                    <a:cubicBezTo>
                      <a:pt x="440" y="121"/>
                      <a:pt x="235" y="334"/>
                      <a:pt x="136" y="589"/>
                    </a:cubicBezTo>
                    <a:cubicBezTo>
                      <a:pt x="1" y="937"/>
                      <a:pt x="58" y="1341"/>
                      <a:pt x="214" y="1681"/>
                    </a:cubicBezTo>
                    <a:cubicBezTo>
                      <a:pt x="362" y="2022"/>
                      <a:pt x="611" y="2305"/>
                      <a:pt x="873" y="2575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7"/>
              <p:cNvSpPr/>
              <p:nvPr/>
            </p:nvSpPr>
            <p:spPr>
              <a:xfrm>
                <a:off x="6809126" y="4164675"/>
                <a:ext cx="95610" cy="107423"/>
              </a:xfrm>
              <a:custGeom>
                <a:avLst/>
                <a:gdLst/>
                <a:ahLst/>
                <a:cxnLst/>
                <a:rect l="l" t="t" r="r" b="b"/>
                <a:pathLst>
                  <a:path w="1554" h="1746" fill="none" extrusionOk="0">
                    <a:moveTo>
                      <a:pt x="1553" y="1"/>
                    </a:moveTo>
                    <a:cubicBezTo>
                      <a:pt x="1369" y="1"/>
                      <a:pt x="1184" y="29"/>
                      <a:pt x="1007" y="100"/>
                    </a:cubicBezTo>
                    <a:cubicBezTo>
                      <a:pt x="454" y="327"/>
                      <a:pt x="114" y="916"/>
                      <a:pt x="21" y="1511"/>
                    </a:cubicBezTo>
                    <a:cubicBezTo>
                      <a:pt x="14" y="1589"/>
                      <a:pt x="0" y="1667"/>
                      <a:pt x="0" y="1745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7"/>
              <p:cNvSpPr/>
              <p:nvPr/>
            </p:nvSpPr>
            <p:spPr>
              <a:xfrm>
                <a:off x="6947372" y="4174704"/>
                <a:ext cx="64232" cy="64663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51" fill="none" extrusionOk="0">
                    <a:moveTo>
                      <a:pt x="1043" y="1050"/>
                    </a:moveTo>
                    <a:cubicBezTo>
                      <a:pt x="887" y="767"/>
                      <a:pt x="689" y="497"/>
                      <a:pt x="433" y="285"/>
                    </a:cubicBezTo>
                    <a:cubicBezTo>
                      <a:pt x="306" y="171"/>
                      <a:pt x="157" y="79"/>
                      <a:pt x="1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7"/>
              <p:cNvSpPr/>
              <p:nvPr/>
            </p:nvSpPr>
            <p:spPr>
              <a:xfrm>
                <a:off x="5989800" y="4009386"/>
                <a:ext cx="86012" cy="105761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1719" extrusionOk="0">
                    <a:moveTo>
                      <a:pt x="249" y="1"/>
                    </a:moveTo>
                    <a:lnTo>
                      <a:pt x="249" y="1"/>
                    </a:lnTo>
                    <a:cubicBezTo>
                      <a:pt x="1" y="497"/>
                      <a:pt x="121" y="1156"/>
                      <a:pt x="540" y="1525"/>
                    </a:cubicBezTo>
                    <a:cubicBezTo>
                      <a:pt x="659" y="1635"/>
                      <a:pt x="823" y="1719"/>
                      <a:pt x="978" y="1719"/>
                    </a:cubicBezTo>
                    <a:cubicBezTo>
                      <a:pt x="1054" y="1719"/>
                      <a:pt x="1127" y="1699"/>
                      <a:pt x="1192" y="1653"/>
                    </a:cubicBezTo>
                    <a:cubicBezTo>
                      <a:pt x="1398" y="1511"/>
                      <a:pt x="1383" y="1192"/>
                      <a:pt x="1242" y="986"/>
                    </a:cubicBezTo>
                    <a:cubicBezTo>
                      <a:pt x="1107" y="788"/>
                      <a:pt x="880" y="660"/>
                      <a:pt x="681" y="518"/>
                    </a:cubicBezTo>
                    <a:cubicBezTo>
                      <a:pt x="483" y="369"/>
                      <a:pt x="291" y="171"/>
                      <a:pt x="249" y="1"/>
                    </a:cubicBezTo>
                    <a:close/>
                  </a:path>
                </a:pathLst>
              </a:custGeom>
              <a:solidFill>
                <a:srgbClr val="98B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7"/>
              <p:cNvSpPr/>
              <p:nvPr/>
            </p:nvSpPr>
            <p:spPr>
              <a:xfrm>
                <a:off x="5916524" y="4114655"/>
                <a:ext cx="113944" cy="61033"/>
              </a:xfrm>
              <a:custGeom>
                <a:avLst/>
                <a:gdLst/>
                <a:ahLst/>
                <a:cxnLst/>
                <a:rect l="l" t="t" r="r" b="b"/>
                <a:pathLst>
                  <a:path w="1852" h="992" extrusionOk="0">
                    <a:moveTo>
                      <a:pt x="1145" y="1"/>
                    </a:moveTo>
                    <a:cubicBezTo>
                      <a:pt x="1051" y="1"/>
                      <a:pt x="955" y="15"/>
                      <a:pt x="866" y="41"/>
                    </a:cubicBezTo>
                    <a:cubicBezTo>
                      <a:pt x="617" y="112"/>
                      <a:pt x="405" y="268"/>
                      <a:pt x="0" y="396"/>
                    </a:cubicBezTo>
                    <a:cubicBezTo>
                      <a:pt x="284" y="757"/>
                      <a:pt x="738" y="984"/>
                      <a:pt x="1199" y="991"/>
                    </a:cubicBezTo>
                    <a:cubicBezTo>
                      <a:pt x="1369" y="991"/>
                      <a:pt x="1553" y="963"/>
                      <a:pt x="1674" y="842"/>
                    </a:cubicBezTo>
                    <a:cubicBezTo>
                      <a:pt x="1851" y="658"/>
                      <a:pt x="1802" y="318"/>
                      <a:pt x="1603" y="154"/>
                    </a:cubicBezTo>
                    <a:cubicBezTo>
                      <a:pt x="1476" y="46"/>
                      <a:pt x="1312" y="1"/>
                      <a:pt x="114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7"/>
              <p:cNvSpPr/>
              <p:nvPr/>
            </p:nvSpPr>
            <p:spPr>
              <a:xfrm>
                <a:off x="5973680" y="4073064"/>
                <a:ext cx="105638" cy="74261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207" fill="none" extrusionOk="0">
                    <a:moveTo>
                      <a:pt x="1078" y="1"/>
                    </a:moveTo>
                    <a:cubicBezTo>
                      <a:pt x="1213" y="433"/>
                      <a:pt x="1468" y="823"/>
                      <a:pt x="1716" y="1135"/>
                    </a:cubicBezTo>
                    <a:cubicBezTo>
                      <a:pt x="1170" y="923"/>
                      <a:pt x="532" y="944"/>
                      <a:pt x="0" y="1206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7"/>
              <p:cNvSpPr/>
              <p:nvPr/>
            </p:nvSpPr>
            <p:spPr>
              <a:xfrm>
                <a:off x="5961437" y="3784512"/>
                <a:ext cx="471220" cy="422000"/>
              </a:xfrm>
              <a:custGeom>
                <a:avLst/>
                <a:gdLst/>
                <a:ahLst/>
                <a:cxnLst/>
                <a:rect l="l" t="t" r="r" b="b"/>
                <a:pathLst>
                  <a:path w="7659" h="6859" extrusionOk="0">
                    <a:moveTo>
                      <a:pt x="4471" y="0"/>
                    </a:moveTo>
                    <a:cubicBezTo>
                      <a:pt x="4242" y="0"/>
                      <a:pt x="4016" y="83"/>
                      <a:pt x="3816" y="195"/>
                    </a:cubicBezTo>
                    <a:cubicBezTo>
                      <a:pt x="3596" y="316"/>
                      <a:pt x="3383" y="472"/>
                      <a:pt x="3234" y="685"/>
                    </a:cubicBezTo>
                    <a:cubicBezTo>
                      <a:pt x="3092" y="890"/>
                      <a:pt x="3014" y="1153"/>
                      <a:pt x="3064" y="1401"/>
                    </a:cubicBezTo>
                    <a:cubicBezTo>
                      <a:pt x="2942" y="1248"/>
                      <a:pt x="2749" y="1175"/>
                      <a:pt x="2556" y="1175"/>
                    </a:cubicBezTo>
                    <a:cubicBezTo>
                      <a:pt x="2390" y="1175"/>
                      <a:pt x="2224" y="1228"/>
                      <a:pt x="2100" y="1330"/>
                    </a:cubicBezTo>
                    <a:cubicBezTo>
                      <a:pt x="1830" y="1543"/>
                      <a:pt x="1724" y="1897"/>
                      <a:pt x="1646" y="2230"/>
                    </a:cubicBezTo>
                    <a:cubicBezTo>
                      <a:pt x="1568" y="2564"/>
                      <a:pt x="1504" y="2911"/>
                      <a:pt x="1291" y="3188"/>
                    </a:cubicBezTo>
                    <a:cubicBezTo>
                      <a:pt x="1072" y="3478"/>
                      <a:pt x="717" y="3634"/>
                      <a:pt x="462" y="3897"/>
                    </a:cubicBezTo>
                    <a:cubicBezTo>
                      <a:pt x="86" y="4301"/>
                      <a:pt x="1" y="4939"/>
                      <a:pt x="228" y="5442"/>
                    </a:cubicBezTo>
                    <a:cubicBezTo>
                      <a:pt x="455" y="5946"/>
                      <a:pt x="958" y="6300"/>
                      <a:pt x="1504" y="6393"/>
                    </a:cubicBezTo>
                    <a:cubicBezTo>
                      <a:pt x="1598" y="6407"/>
                      <a:pt x="1693" y="6414"/>
                      <a:pt x="1789" y="6414"/>
                    </a:cubicBezTo>
                    <a:cubicBezTo>
                      <a:pt x="2249" y="6414"/>
                      <a:pt x="2725" y="6256"/>
                      <a:pt x="3206" y="6045"/>
                    </a:cubicBezTo>
                    <a:cubicBezTo>
                      <a:pt x="3362" y="6421"/>
                      <a:pt x="3688" y="6733"/>
                      <a:pt x="4085" y="6825"/>
                    </a:cubicBezTo>
                    <a:cubicBezTo>
                      <a:pt x="4174" y="6847"/>
                      <a:pt x="4265" y="6858"/>
                      <a:pt x="4356" y="6858"/>
                    </a:cubicBezTo>
                    <a:cubicBezTo>
                      <a:pt x="4673" y="6858"/>
                      <a:pt x="4988" y="6727"/>
                      <a:pt x="5191" y="6485"/>
                    </a:cubicBezTo>
                    <a:cubicBezTo>
                      <a:pt x="5454" y="6173"/>
                      <a:pt x="5503" y="5691"/>
                      <a:pt x="5404" y="5343"/>
                    </a:cubicBezTo>
                    <a:lnTo>
                      <a:pt x="5404" y="5343"/>
                    </a:lnTo>
                    <a:cubicBezTo>
                      <a:pt x="5499" y="5476"/>
                      <a:pt x="5665" y="5548"/>
                      <a:pt x="5829" y="5548"/>
                    </a:cubicBezTo>
                    <a:cubicBezTo>
                      <a:pt x="5945" y="5548"/>
                      <a:pt x="6060" y="5512"/>
                      <a:pt x="6149" y="5435"/>
                    </a:cubicBezTo>
                    <a:cubicBezTo>
                      <a:pt x="6368" y="5258"/>
                      <a:pt x="6390" y="4889"/>
                      <a:pt x="6198" y="4684"/>
                    </a:cubicBezTo>
                    <a:cubicBezTo>
                      <a:pt x="6666" y="4584"/>
                      <a:pt x="7042" y="4450"/>
                      <a:pt x="7297" y="4180"/>
                    </a:cubicBezTo>
                    <a:cubicBezTo>
                      <a:pt x="7545" y="3904"/>
                      <a:pt x="7659" y="3493"/>
                      <a:pt x="7531" y="3145"/>
                    </a:cubicBezTo>
                    <a:cubicBezTo>
                      <a:pt x="7417" y="2834"/>
                      <a:pt x="7103" y="2596"/>
                      <a:pt x="6774" y="2596"/>
                    </a:cubicBezTo>
                    <a:cubicBezTo>
                      <a:pt x="6736" y="2596"/>
                      <a:pt x="6697" y="2600"/>
                      <a:pt x="6659" y="2606"/>
                    </a:cubicBezTo>
                    <a:cubicBezTo>
                      <a:pt x="6872" y="2259"/>
                      <a:pt x="6957" y="1947"/>
                      <a:pt x="6879" y="1677"/>
                    </a:cubicBezTo>
                    <a:cubicBezTo>
                      <a:pt x="6808" y="1408"/>
                      <a:pt x="6581" y="1195"/>
                      <a:pt x="6319" y="1110"/>
                    </a:cubicBezTo>
                    <a:cubicBezTo>
                      <a:pt x="6209" y="1073"/>
                      <a:pt x="6096" y="1055"/>
                      <a:pt x="5983" y="1055"/>
                    </a:cubicBezTo>
                    <a:cubicBezTo>
                      <a:pt x="5819" y="1055"/>
                      <a:pt x="5655" y="1092"/>
                      <a:pt x="5503" y="1160"/>
                    </a:cubicBezTo>
                    <a:cubicBezTo>
                      <a:pt x="5489" y="897"/>
                      <a:pt x="5404" y="642"/>
                      <a:pt x="5248" y="429"/>
                    </a:cubicBezTo>
                    <a:cubicBezTo>
                      <a:pt x="5092" y="217"/>
                      <a:pt x="4865" y="54"/>
                      <a:pt x="4610" y="11"/>
                    </a:cubicBezTo>
                    <a:cubicBezTo>
                      <a:pt x="4564" y="4"/>
                      <a:pt x="4517" y="0"/>
                      <a:pt x="44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7"/>
              <p:cNvSpPr/>
              <p:nvPr/>
            </p:nvSpPr>
            <p:spPr>
              <a:xfrm>
                <a:off x="5966666" y="4075279"/>
                <a:ext cx="246162" cy="129203"/>
              </a:xfrm>
              <a:custGeom>
                <a:avLst/>
                <a:gdLst/>
                <a:ahLst/>
                <a:cxnLst/>
                <a:rect l="l" t="t" r="r" b="b"/>
                <a:pathLst>
                  <a:path w="4001" h="2100" fill="none" extrusionOk="0">
                    <a:moveTo>
                      <a:pt x="4000" y="2099"/>
                    </a:moveTo>
                    <a:cubicBezTo>
                      <a:pt x="3603" y="2007"/>
                      <a:pt x="3277" y="1695"/>
                      <a:pt x="3121" y="1319"/>
                    </a:cubicBezTo>
                    <a:cubicBezTo>
                      <a:pt x="2539" y="1574"/>
                      <a:pt x="1965" y="1752"/>
                      <a:pt x="1419" y="1667"/>
                    </a:cubicBezTo>
                    <a:cubicBezTo>
                      <a:pt x="873" y="1574"/>
                      <a:pt x="370" y="1220"/>
                      <a:pt x="143" y="716"/>
                    </a:cubicBezTo>
                    <a:cubicBezTo>
                      <a:pt x="43" y="490"/>
                      <a:pt x="1" y="241"/>
                      <a:pt x="22" y="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7"/>
              <p:cNvSpPr/>
              <p:nvPr/>
            </p:nvSpPr>
            <p:spPr>
              <a:xfrm>
                <a:off x="6258971" y="4147264"/>
                <a:ext cx="37161" cy="52850"/>
              </a:xfrm>
              <a:custGeom>
                <a:avLst/>
                <a:gdLst/>
                <a:ahLst/>
                <a:cxnLst/>
                <a:rect l="l" t="t" r="r" b="b"/>
                <a:pathLst>
                  <a:path w="604" h="859" fill="none" extrusionOk="0">
                    <a:moveTo>
                      <a:pt x="603" y="0"/>
                    </a:moveTo>
                    <a:cubicBezTo>
                      <a:pt x="575" y="213"/>
                      <a:pt x="497" y="426"/>
                      <a:pt x="355" y="589"/>
                    </a:cubicBezTo>
                    <a:cubicBezTo>
                      <a:pt x="263" y="702"/>
                      <a:pt x="135" y="794"/>
                      <a:pt x="1" y="858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7"/>
              <p:cNvSpPr/>
              <p:nvPr/>
            </p:nvSpPr>
            <p:spPr>
              <a:xfrm>
                <a:off x="5766895" y="3623501"/>
                <a:ext cx="103854" cy="81705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1328" extrusionOk="0">
                    <a:moveTo>
                      <a:pt x="404" y="1"/>
                    </a:moveTo>
                    <a:cubicBezTo>
                      <a:pt x="267" y="1"/>
                      <a:pt x="130" y="23"/>
                      <a:pt x="0" y="68"/>
                    </a:cubicBezTo>
                    <a:cubicBezTo>
                      <a:pt x="163" y="132"/>
                      <a:pt x="341" y="352"/>
                      <a:pt x="461" y="565"/>
                    </a:cubicBezTo>
                    <a:cubicBezTo>
                      <a:pt x="582" y="777"/>
                      <a:pt x="674" y="1018"/>
                      <a:pt x="865" y="1181"/>
                    </a:cubicBezTo>
                    <a:cubicBezTo>
                      <a:pt x="968" y="1272"/>
                      <a:pt x="1109" y="1328"/>
                      <a:pt x="1243" y="1328"/>
                    </a:cubicBezTo>
                    <a:cubicBezTo>
                      <a:pt x="1350" y="1328"/>
                      <a:pt x="1452" y="1292"/>
                      <a:pt x="1525" y="1210"/>
                    </a:cubicBezTo>
                    <a:cubicBezTo>
                      <a:pt x="1688" y="1033"/>
                      <a:pt x="1617" y="742"/>
                      <a:pt x="1482" y="543"/>
                    </a:cubicBezTo>
                    <a:cubicBezTo>
                      <a:pt x="1242" y="202"/>
                      <a:pt x="821" y="1"/>
                      <a:pt x="40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7"/>
              <p:cNvSpPr/>
              <p:nvPr/>
            </p:nvSpPr>
            <p:spPr>
              <a:xfrm>
                <a:off x="5870688" y="3556131"/>
                <a:ext cx="65955" cy="109945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787" extrusionOk="0">
                    <a:moveTo>
                      <a:pt x="582" y="0"/>
                    </a:moveTo>
                    <a:cubicBezTo>
                      <a:pt x="405" y="376"/>
                      <a:pt x="228" y="575"/>
                      <a:pt x="122" y="809"/>
                    </a:cubicBezTo>
                    <a:cubicBezTo>
                      <a:pt x="22" y="1050"/>
                      <a:pt x="1" y="1340"/>
                      <a:pt x="143" y="1553"/>
                    </a:cubicBezTo>
                    <a:cubicBezTo>
                      <a:pt x="236" y="1698"/>
                      <a:pt x="409" y="1787"/>
                      <a:pt x="575" y="1787"/>
                    </a:cubicBezTo>
                    <a:cubicBezTo>
                      <a:pt x="661" y="1787"/>
                      <a:pt x="746" y="1763"/>
                      <a:pt x="816" y="1709"/>
                    </a:cubicBezTo>
                    <a:cubicBezTo>
                      <a:pt x="951" y="1610"/>
                      <a:pt x="1008" y="1433"/>
                      <a:pt x="1022" y="1262"/>
                    </a:cubicBezTo>
                    <a:cubicBezTo>
                      <a:pt x="1072" y="802"/>
                      <a:pt x="909" y="327"/>
                      <a:pt x="5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7"/>
              <p:cNvSpPr/>
              <p:nvPr/>
            </p:nvSpPr>
            <p:spPr>
              <a:xfrm>
                <a:off x="5825775" y="3613718"/>
                <a:ext cx="82074" cy="103854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688" fill="none" extrusionOk="0">
                    <a:moveTo>
                      <a:pt x="1" y="915"/>
                    </a:moveTo>
                    <a:cubicBezTo>
                      <a:pt x="412" y="1106"/>
                      <a:pt x="774" y="1411"/>
                      <a:pt x="1057" y="1688"/>
                    </a:cubicBezTo>
                    <a:cubicBezTo>
                      <a:pt x="908" y="1121"/>
                      <a:pt x="1008" y="490"/>
                      <a:pt x="1334" y="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7"/>
              <p:cNvSpPr/>
              <p:nvPr/>
            </p:nvSpPr>
            <p:spPr>
              <a:xfrm>
                <a:off x="6115433" y="3789065"/>
                <a:ext cx="72046" cy="118190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1921" extrusionOk="0">
                    <a:moveTo>
                      <a:pt x="838" y="1"/>
                    </a:moveTo>
                    <a:cubicBezTo>
                      <a:pt x="518" y="143"/>
                      <a:pt x="348" y="320"/>
                      <a:pt x="221" y="518"/>
                    </a:cubicBezTo>
                    <a:cubicBezTo>
                      <a:pt x="93" y="717"/>
                      <a:pt x="1" y="951"/>
                      <a:pt x="1" y="1192"/>
                    </a:cubicBezTo>
                    <a:cubicBezTo>
                      <a:pt x="1" y="1433"/>
                      <a:pt x="107" y="1681"/>
                      <a:pt x="299" y="1816"/>
                    </a:cubicBezTo>
                    <a:cubicBezTo>
                      <a:pt x="396" y="1885"/>
                      <a:pt x="514" y="1921"/>
                      <a:pt x="631" y="1921"/>
                    </a:cubicBezTo>
                    <a:cubicBezTo>
                      <a:pt x="754" y="1921"/>
                      <a:pt x="874" y="1882"/>
                      <a:pt x="965" y="1802"/>
                    </a:cubicBezTo>
                    <a:cubicBezTo>
                      <a:pt x="1128" y="1660"/>
                      <a:pt x="1171" y="1426"/>
                      <a:pt x="1142" y="1220"/>
                    </a:cubicBezTo>
                    <a:cubicBezTo>
                      <a:pt x="1114" y="1008"/>
                      <a:pt x="1029" y="816"/>
                      <a:pt x="951" y="618"/>
                    </a:cubicBezTo>
                    <a:cubicBezTo>
                      <a:pt x="873" y="419"/>
                      <a:pt x="809" y="214"/>
                      <a:pt x="83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7"/>
              <p:cNvSpPr/>
              <p:nvPr/>
            </p:nvSpPr>
            <p:spPr>
              <a:xfrm>
                <a:off x="6199230" y="3890642"/>
                <a:ext cx="96471" cy="56665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921" extrusionOk="0">
                    <a:moveTo>
                      <a:pt x="580" y="1"/>
                    </a:moveTo>
                    <a:cubicBezTo>
                      <a:pt x="506" y="1"/>
                      <a:pt x="433" y="9"/>
                      <a:pt x="362" y="30"/>
                    </a:cubicBezTo>
                    <a:cubicBezTo>
                      <a:pt x="170" y="87"/>
                      <a:pt x="0" y="250"/>
                      <a:pt x="0" y="449"/>
                    </a:cubicBezTo>
                    <a:cubicBezTo>
                      <a:pt x="0" y="569"/>
                      <a:pt x="64" y="690"/>
                      <a:pt x="156" y="768"/>
                    </a:cubicBezTo>
                    <a:cubicBezTo>
                      <a:pt x="248" y="846"/>
                      <a:pt x="362" y="888"/>
                      <a:pt x="482" y="910"/>
                    </a:cubicBezTo>
                    <a:cubicBezTo>
                      <a:pt x="532" y="917"/>
                      <a:pt x="581" y="921"/>
                      <a:pt x="631" y="921"/>
                    </a:cubicBezTo>
                    <a:cubicBezTo>
                      <a:pt x="819" y="921"/>
                      <a:pt x="1006" y="869"/>
                      <a:pt x="1163" y="768"/>
                    </a:cubicBezTo>
                    <a:cubicBezTo>
                      <a:pt x="1355" y="640"/>
                      <a:pt x="1504" y="442"/>
                      <a:pt x="1567" y="215"/>
                    </a:cubicBezTo>
                    <a:cubicBezTo>
                      <a:pt x="1340" y="158"/>
                      <a:pt x="1149" y="101"/>
                      <a:pt x="958" y="52"/>
                    </a:cubicBezTo>
                    <a:cubicBezTo>
                      <a:pt x="833" y="25"/>
                      <a:pt x="705" y="1"/>
                      <a:pt x="5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7"/>
              <p:cNvSpPr/>
              <p:nvPr/>
            </p:nvSpPr>
            <p:spPr>
              <a:xfrm>
                <a:off x="6142935" y="3854527"/>
                <a:ext cx="99547" cy="110007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788" fill="none" extrusionOk="0">
                    <a:moveTo>
                      <a:pt x="178" y="0"/>
                    </a:moveTo>
                    <a:cubicBezTo>
                      <a:pt x="1" y="582"/>
                      <a:pt x="8" y="1220"/>
                      <a:pt x="192" y="1787"/>
                    </a:cubicBezTo>
                    <a:cubicBezTo>
                      <a:pt x="454" y="1277"/>
                      <a:pt x="1043" y="951"/>
                      <a:pt x="1617" y="1007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7"/>
              <p:cNvSpPr/>
              <p:nvPr/>
            </p:nvSpPr>
            <p:spPr>
              <a:xfrm>
                <a:off x="6267277" y="3325781"/>
                <a:ext cx="80352" cy="116651"/>
              </a:xfrm>
              <a:custGeom>
                <a:avLst/>
                <a:gdLst/>
                <a:ahLst/>
                <a:cxnLst/>
                <a:rect l="l" t="t" r="r" b="b"/>
                <a:pathLst>
                  <a:path w="1306" h="1896" extrusionOk="0">
                    <a:moveTo>
                      <a:pt x="433" y="0"/>
                    </a:moveTo>
                    <a:cubicBezTo>
                      <a:pt x="185" y="242"/>
                      <a:pt x="93" y="468"/>
                      <a:pt x="50" y="702"/>
                    </a:cubicBezTo>
                    <a:cubicBezTo>
                      <a:pt x="0" y="936"/>
                      <a:pt x="0" y="1185"/>
                      <a:pt x="86" y="1411"/>
                    </a:cubicBezTo>
                    <a:cubicBezTo>
                      <a:pt x="178" y="1631"/>
                      <a:pt x="362" y="1823"/>
                      <a:pt x="596" y="1879"/>
                    </a:cubicBezTo>
                    <a:cubicBezTo>
                      <a:pt x="640" y="1890"/>
                      <a:pt x="685" y="1895"/>
                      <a:pt x="729" y="1895"/>
                    </a:cubicBezTo>
                    <a:cubicBezTo>
                      <a:pt x="925" y="1895"/>
                      <a:pt x="1121" y="1797"/>
                      <a:pt x="1213" y="1624"/>
                    </a:cubicBezTo>
                    <a:cubicBezTo>
                      <a:pt x="1305" y="1440"/>
                      <a:pt x="1263" y="1206"/>
                      <a:pt x="1163" y="1021"/>
                    </a:cubicBezTo>
                    <a:cubicBezTo>
                      <a:pt x="1064" y="837"/>
                      <a:pt x="908" y="688"/>
                      <a:pt x="766" y="532"/>
                    </a:cubicBezTo>
                    <a:cubicBezTo>
                      <a:pt x="624" y="376"/>
                      <a:pt x="483" y="206"/>
                      <a:pt x="43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7"/>
              <p:cNvSpPr/>
              <p:nvPr/>
            </p:nvSpPr>
            <p:spPr>
              <a:xfrm>
                <a:off x="6366762" y="3385522"/>
                <a:ext cx="90319" cy="65093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1058" extrusionOk="0">
                    <a:moveTo>
                      <a:pt x="1440" y="1"/>
                    </a:moveTo>
                    <a:lnTo>
                      <a:pt x="1440" y="1"/>
                    </a:lnTo>
                    <a:cubicBezTo>
                      <a:pt x="1213" y="29"/>
                      <a:pt x="1014" y="43"/>
                      <a:pt x="816" y="72"/>
                    </a:cubicBezTo>
                    <a:cubicBezTo>
                      <a:pt x="617" y="100"/>
                      <a:pt x="418" y="143"/>
                      <a:pt x="255" y="263"/>
                    </a:cubicBezTo>
                    <a:cubicBezTo>
                      <a:pt x="99" y="384"/>
                      <a:pt x="0" y="604"/>
                      <a:pt x="71" y="788"/>
                    </a:cubicBezTo>
                    <a:cubicBezTo>
                      <a:pt x="114" y="901"/>
                      <a:pt x="213" y="986"/>
                      <a:pt x="326" y="1029"/>
                    </a:cubicBezTo>
                    <a:cubicBezTo>
                      <a:pt x="394" y="1049"/>
                      <a:pt x="462" y="1058"/>
                      <a:pt x="530" y="1058"/>
                    </a:cubicBezTo>
                    <a:cubicBezTo>
                      <a:pt x="583" y="1058"/>
                      <a:pt x="635" y="1052"/>
                      <a:pt x="688" y="1043"/>
                    </a:cubicBezTo>
                    <a:cubicBezTo>
                      <a:pt x="915" y="994"/>
                      <a:pt x="1128" y="859"/>
                      <a:pt x="1269" y="667"/>
                    </a:cubicBezTo>
                    <a:cubicBezTo>
                      <a:pt x="1404" y="476"/>
                      <a:pt x="1468" y="235"/>
                      <a:pt x="14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7"/>
              <p:cNvSpPr/>
              <p:nvPr/>
            </p:nvSpPr>
            <p:spPr>
              <a:xfrm>
                <a:off x="6305668" y="3391243"/>
                <a:ext cx="105208" cy="102132"/>
              </a:xfrm>
              <a:custGeom>
                <a:avLst/>
                <a:gdLst/>
                <a:ahLst/>
                <a:cxnLst/>
                <a:rect l="l" t="t" r="r" b="b"/>
                <a:pathLst>
                  <a:path w="1710" h="1660" fill="none" extrusionOk="0">
                    <a:moveTo>
                      <a:pt x="0" y="0"/>
                    </a:moveTo>
                    <a:cubicBezTo>
                      <a:pt x="50" y="610"/>
                      <a:pt x="284" y="1198"/>
                      <a:pt x="660" y="1659"/>
                    </a:cubicBezTo>
                    <a:cubicBezTo>
                      <a:pt x="717" y="1085"/>
                      <a:pt x="1156" y="567"/>
                      <a:pt x="1709" y="41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7"/>
              <p:cNvSpPr/>
              <p:nvPr/>
            </p:nvSpPr>
            <p:spPr>
              <a:xfrm>
                <a:off x="6384174" y="3983238"/>
                <a:ext cx="32793" cy="64171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043" extrusionOk="0">
                    <a:moveTo>
                      <a:pt x="128" y="0"/>
                    </a:moveTo>
                    <a:lnTo>
                      <a:pt x="128" y="0"/>
                    </a:lnTo>
                    <a:cubicBezTo>
                      <a:pt x="185" y="220"/>
                      <a:pt x="1" y="440"/>
                      <a:pt x="50" y="660"/>
                    </a:cubicBezTo>
                    <a:cubicBezTo>
                      <a:pt x="86" y="837"/>
                      <a:pt x="263" y="950"/>
                      <a:pt x="419" y="1043"/>
                    </a:cubicBezTo>
                    <a:cubicBezTo>
                      <a:pt x="504" y="851"/>
                      <a:pt x="533" y="645"/>
                      <a:pt x="483" y="454"/>
                    </a:cubicBezTo>
                    <a:cubicBezTo>
                      <a:pt x="433" y="263"/>
                      <a:pt x="299" y="92"/>
                      <a:pt x="12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7"/>
              <p:cNvSpPr/>
              <p:nvPr/>
            </p:nvSpPr>
            <p:spPr>
              <a:xfrm>
                <a:off x="6406446" y="4017753"/>
                <a:ext cx="67678" cy="35500"/>
              </a:xfrm>
              <a:custGeom>
                <a:avLst/>
                <a:gdLst/>
                <a:ahLst/>
                <a:cxnLst/>
                <a:rect l="l" t="t" r="r" b="b"/>
                <a:pathLst>
                  <a:path w="1100" h="577" extrusionOk="0">
                    <a:moveTo>
                      <a:pt x="659" y="0"/>
                    </a:moveTo>
                    <a:cubicBezTo>
                      <a:pt x="600" y="0"/>
                      <a:pt x="540" y="7"/>
                      <a:pt x="483" y="21"/>
                    </a:cubicBezTo>
                    <a:cubicBezTo>
                      <a:pt x="270" y="70"/>
                      <a:pt x="85" y="219"/>
                      <a:pt x="0" y="382"/>
                    </a:cubicBezTo>
                    <a:cubicBezTo>
                      <a:pt x="71" y="513"/>
                      <a:pt x="224" y="576"/>
                      <a:pt x="378" y="576"/>
                    </a:cubicBezTo>
                    <a:cubicBezTo>
                      <a:pt x="440" y="576"/>
                      <a:pt x="503" y="566"/>
                      <a:pt x="561" y="545"/>
                    </a:cubicBezTo>
                    <a:cubicBezTo>
                      <a:pt x="759" y="474"/>
                      <a:pt x="915" y="311"/>
                      <a:pt x="1099" y="141"/>
                    </a:cubicBezTo>
                    <a:cubicBezTo>
                      <a:pt x="976" y="48"/>
                      <a:pt x="818" y="0"/>
                      <a:pt x="6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7"/>
              <p:cNvSpPr/>
              <p:nvPr/>
            </p:nvSpPr>
            <p:spPr>
              <a:xfrm>
                <a:off x="6330093" y="4036149"/>
                <a:ext cx="117882" cy="109391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778" extrusionOk="0">
                    <a:moveTo>
                      <a:pt x="939" y="0"/>
                    </a:moveTo>
                    <a:cubicBezTo>
                      <a:pt x="788" y="0"/>
                      <a:pt x="637" y="37"/>
                      <a:pt x="504" y="112"/>
                    </a:cubicBezTo>
                    <a:cubicBezTo>
                      <a:pt x="185" y="296"/>
                      <a:pt x="1" y="700"/>
                      <a:pt x="79" y="1062"/>
                    </a:cubicBezTo>
                    <a:cubicBezTo>
                      <a:pt x="149" y="1423"/>
                      <a:pt x="469" y="1728"/>
                      <a:pt x="837" y="1771"/>
                    </a:cubicBezTo>
                    <a:cubicBezTo>
                      <a:pt x="873" y="1776"/>
                      <a:pt x="909" y="1778"/>
                      <a:pt x="945" y="1778"/>
                    </a:cubicBezTo>
                    <a:cubicBezTo>
                      <a:pt x="1280" y="1778"/>
                      <a:pt x="1611" y="1575"/>
                      <a:pt x="1752" y="1274"/>
                    </a:cubicBezTo>
                    <a:cubicBezTo>
                      <a:pt x="1915" y="941"/>
                      <a:pt x="1851" y="502"/>
                      <a:pt x="1539" y="225"/>
                    </a:cubicBezTo>
                    <a:cubicBezTo>
                      <a:pt x="1379" y="78"/>
                      <a:pt x="1159" y="0"/>
                      <a:pt x="9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7"/>
              <p:cNvSpPr/>
              <p:nvPr/>
            </p:nvSpPr>
            <p:spPr>
              <a:xfrm>
                <a:off x="5850631" y="3375493"/>
                <a:ext cx="62017" cy="33285"/>
              </a:xfrm>
              <a:custGeom>
                <a:avLst/>
                <a:gdLst/>
                <a:ahLst/>
                <a:cxnLst/>
                <a:rect l="l" t="t" r="r" b="b"/>
                <a:pathLst>
                  <a:path w="1008" h="541" extrusionOk="0">
                    <a:moveTo>
                      <a:pt x="321" y="1"/>
                    </a:moveTo>
                    <a:cubicBezTo>
                      <a:pt x="210" y="1"/>
                      <a:pt x="100" y="24"/>
                      <a:pt x="1" y="72"/>
                    </a:cubicBezTo>
                    <a:cubicBezTo>
                      <a:pt x="206" y="150"/>
                      <a:pt x="284" y="426"/>
                      <a:pt x="490" y="511"/>
                    </a:cubicBezTo>
                    <a:cubicBezTo>
                      <a:pt x="537" y="532"/>
                      <a:pt x="587" y="540"/>
                      <a:pt x="638" y="540"/>
                    </a:cubicBezTo>
                    <a:cubicBezTo>
                      <a:pt x="762" y="540"/>
                      <a:pt x="892" y="489"/>
                      <a:pt x="1008" y="433"/>
                    </a:cubicBezTo>
                    <a:cubicBezTo>
                      <a:pt x="908" y="256"/>
                      <a:pt x="759" y="114"/>
                      <a:pt x="575" y="43"/>
                    </a:cubicBezTo>
                    <a:cubicBezTo>
                      <a:pt x="494" y="15"/>
                      <a:pt x="407" y="1"/>
                      <a:pt x="3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7"/>
              <p:cNvSpPr/>
              <p:nvPr/>
            </p:nvSpPr>
            <p:spPr>
              <a:xfrm>
                <a:off x="5900404" y="3338455"/>
                <a:ext cx="37530" cy="63002"/>
              </a:xfrm>
              <a:custGeom>
                <a:avLst/>
                <a:gdLst/>
                <a:ahLst/>
                <a:cxnLst/>
                <a:rect l="l" t="t" r="r" b="b"/>
                <a:pathLst>
                  <a:path w="610" h="1024" extrusionOk="0">
                    <a:moveTo>
                      <a:pt x="539" y="0"/>
                    </a:moveTo>
                    <a:cubicBezTo>
                      <a:pt x="333" y="71"/>
                      <a:pt x="163" y="227"/>
                      <a:pt x="78" y="433"/>
                    </a:cubicBezTo>
                    <a:cubicBezTo>
                      <a:pt x="0" y="631"/>
                      <a:pt x="7" y="865"/>
                      <a:pt x="85" y="1021"/>
                    </a:cubicBezTo>
                    <a:cubicBezTo>
                      <a:pt x="100" y="1023"/>
                      <a:pt x="114" y="1024"/>
                      <a:pt x="129" y="1024"/>
                    </a:cubicBezTo>
                    <a:cubicBezTo>
                      <a:pt x="324" y="1024"/>
                      <a:pt x="493" y="851"/>
                      <a:pt x="546" y="667"/>
                    </a:cubicBezTo>
                    <a:cubicBezTo>
                      <a:pt x="610" y="461"/>
                      <a:pt x="567" y="248"/>
                      <a:pt x="5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7"/>
              <p:cNvSpPr/>
              <p:nvPr/>
            </p:nvSpPr>
            <p:spPr>
              <a:xfrm>
                <a:off x="5878563" y="3390259"/>
                <a:ext cx="115667" cy="107915"/>
              </a:xfrm>
              <a:custGeom>
                <a:avLst/>
                <a:gdLst/>
                <a:ahLst/>
                <a:cxnLst/>
                <a:rect l="l" t="t" r="r" b="b"/>
                <a:pathLst>
                  <a:path w="1880" h="1754" extrusionOk="0">
                    <a:moveTo>
                      <a:pt x="931" y="0"/>
                    </a:moveTo>
                    <a:cubicBezTo>
                      <a:pt x="865" y="0"/>
                      <a:pt x="798" y="8"/>
                      <a:pt x="731" y="23"/>
                    </a:cubicBezTo>
                    <a:cubicBezTo>
                      <a:pt x="369" y="101"/>
                      <a:pt x="79" y="427"/>
                      <a:pt x="36" y="796"/>
                    </a:cubicBezTo>
                    <a:cubicBezTo>
                      <a:pt x="1" y="1158"/>
                      <a:pt x="213" y="1533"/>
                      <a:pt x="554" y="1682"/>
                    </a:cubicBezTo>
                    <a:cubicBezTo>
                      <a:pt x="661" y="1730"/>
                      <a:pt x="779" y="1753"/>
                      <a:pt x="898" y="1753"/>
                    </a:cubicBezTo>
                    <a:cubicBezTo>
                      <a:pt x="1147" y="1753"/>
                      <a:pt x="1400" y="1652"/>
                      <a:pt x="1568" y="1470"/>
                    </a:cubicBezTo>
                    <a:cubicBezTo>
                      <a:pt x="1823" y="1200"/>
                      <a:pt x="1880" y="768"/>
                      <a:pt x="1702" y="449"/>
                    </a:cubicBezTo>
                    <a:cubicBezTo>
                      <a:pt x="1561" y="183"/>
                      <a:pt x="1261" y="0"/>
                      <a:pt x="9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7"/>
              <p:cNvSpPr/>
              <p:nvPr/>
            </p:nvSpPr>
            <p:spPr>
              <a:xfrm>
                <a:off x="6008996" y="3861910"/>
                <a:ext cx="44544" cy="62756"/>
              </a:xfrm>
              <a:custGeom>
                <a:avLst/>
                <a:gdLst/>
                <a:ahLst/>
                <a:cxnLst/>
                <a:rect l="l" t="t" r="r" b="b"/>
                <a:pathLst>
                  <a:path w="724" h="1020" extrusionOk="0">
                    <a:moveTo>
                      <a:pt x="603" y="1"/>
                    </a:moveTo>
                    <a:lnTo>
                      <a:pt x="603" y="1"/>
                    </a:lnTo>
                    <a:cubicBezTo>
                      <a:pt x="504" y="86"/>
                      <a:pt x="433" y="150"/>
                      <a:pt x="355" y="214"/>
                    </a:cubicBezTo>
                    <a:cubicBezTo>
                      <a:pt x="242" y="313"/>
                      <a:pt x="114" y="419"/>
                      <a:pt x="57" y="568"/>
                    </a:cubicBezTo>
                    <a:cubicBezTo>
                      <a:pt x="1" y="710"/>
                      <a:pt x="29" y="909"/>
                      <a:pt x="164" y="987"/>
                    </a:cubicBezTo>
                    <a:cubicBezTo>
                      <a:pt x="203" y="1009"/>
                      <a:pt x="240" y="1019"/>
                      <a:pt x="275" y="1019"/>
                    </a:cubicBezTo>
                    <a:cubicBezTo>
                      <a:pt x="393" y="1019"/>
                      <a:pt x="485" y="911"/>
                      <a:pt x="540" y="823"/>
                    </a:cubicBezTo>
                    <a:cubicBezTo>
                      <a:pt x="696" y="582"/>
                      <a:pt x="724" y="263"/>
                      <a:pt x="6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7"/>
              <p:cNvSpPr/>
              <p:nvPr/>
            </p:nvSpPr>
            <p:spPr>
              <a:xfrm>
                <a:off x="5950978" y="3877968"/>
                <a:ext cx="66816" cy="52358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851" extrusionOk="0">
                    <a:moveTo>
                      <a:pt x="376" y="1"/>
                    </a:moveTo>
                    <a:cubicBezTo>
                      <a:pt x="253" y="1"/>
                      <a:pt x="130" y="19"/>
                      <a:pt x="1" y="38"/>
                    </a:cubicBezTo>
                    <a:cubicBezTo>
                      <a:pt x="178" y="229"/>
                      <a:pt x="242" y="513"/>
                      <a:pt x="433" y="690"/>
                    </a:cubicBezTo>
                    <a:cubicBezTo>
                      <a:pt x="545" y="796"/>
                      <a:pt x="699" y="851"/>
                      <a:pt x="886" y="851"/>
                    </a:cubicBezTo>
                    <a:cubicBezTo>
                      <a:pt x="949" y="851"/>
                      <a:pt x="1016" y="844"/>
                      <a:pt x="1086" y="832"/>
                    </a:cubicBezTo>
                    <a:cubicBezTo>
                      <a:pt x="1057" y="584"/>
                      <a:pt x="1015" y="307"/>
                      <a:pt x="823" y="144"/>
                    </a:cubicBezTo>
                    <a:cubicBezTo>
                      <a:pt x="717" y="52"/>
                      <a:pt x="568" y="9"/>
                      <a:pt x="433" y="2"/>
                    </a:cubicBezTo>
                    <a:cubicBezTo>
                      <a:pt x="414" y="1"/>
                      <a:pt x="395" y="1"/>
                      <a:pt x="3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7"/>
              <p:cNvSpPr/>
              <p:nvPr/>
            </p:nvSpPr>
            <p:spPr>
              <a:xfrm>
                <a:off x="5954054" y="3918144"/>
                <a:ext cx="135724" cy="125449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2039" extrusionOk="0">
                    <a:moveTo>
                      <a:pt x="1103" y="1"/>
                    </a:moveTo>
                    <a:cubicBezTo>
                      <a:pt x="1087" y="1"/>
                      <a:pt x="1072" y="1"/>
                      <a:pt x="1057" y="2"/>
                    </a:cubicBezTo>
                    <a:cubicBezTo>
                      <a:pt x="631" y="16"/>
                      <a:pt x="234" y="328"/>
                      <a:pt x="121" y="739"/>
                    </a:cubicBezTo>
                    <a:cubicBezTo>
                      <a:pt x="0" y="1150"/>
                      <a:pt x="178" y="1625"/>
                      <a:pt x="525" y="1867"/>
                    </a:cubicBezTo>
                    <a:cubicBezTo>
                      <a:pt x="694" y="1981"/>
                      <a:pt x="897" y="2038"/>
                      <a:pt x="1101" y="2038"/>
                    </a:cubicBezTo>
                    <a:cubicBezTo>
                      <a:pt x="1325" y="2038"/>
                      <a:pt x="1549" y="1969"/>
                      <a:pt x="1723" y="1831"/>
                    </a:cubicBezTo>
                    <a:cubicBezTo>
                      <a:pt x="2064" y="1569"/>
                      <a:pt x="2206" y="1087"/>
                      <a:pt x="2071" y="682"/>
                    </a:cubicBezTo>
                    <a:cubicBezTo>
                      <a:pt x="1934" y="292"/>
                      <a:pt x="1539" y="1"/>
                      <a:pt x="11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7"/>
              <p:cNvSpPr/>
              <p:nvPr/>
            </p:nvSpPr>
            <p:spPr>
              <a:xfrm>
                <a:off x="6739295" y="3321843"/>
                <a:ext cx="59864" cy="44052"/>
              </a:xfrm>
              <a:custGeom>
                <a:avLst/>
                <a:gdLst/>
                <a:ahLst/>
                <a:cxnLst/>
                <a:rect l="l" t="t" r="r" b="b"/>
                <a:pathLst>
                  <a:path w="973" h="716" extrusionOk="0">
                    <a:moveTo>
                      <a:pt x="972" y="1"/>
                    </a:moveTo>
                    <a:lnTo>
                      <a:pt x="972" y="1"/>
                    </a:lnTo>
                    <a:cubicBezTo>
                      <a:pt x="844" y="22"/>
                      <a:pt x="752" y="36"/>
                      <a:pt x="653" y="50"/>
                    </a:cubicBezTo>
                    <a:cubicBezTo>
                      <a:pt x="497" y="72"/>
                      <a:pt x="334" y="100"/>
                      <a:pt x="213" y="192"/>
                    </a:cubicBezTo>
                    <a:cubicBezTo>
                      <a:pt x="86" y="277"/>
                      <a:pt x="1" y="454"/>
                      <a:pt x="72" y="596"/>
                    </a:cubicBezTo>
                    <a:cubicBezTo>
                      <a:pt x="118" y="686"/>
                      <a:pt x="191" y="716"/>
                      <a:pt x="266" y="716"/>
                    </a:cubicBezTo>
                    <a:cubicBezTo>
                      <a:pt x="340" y="716"/>
                      <a:pt x="416" y="688"/>
                      <a:pt x="476" y="660"/>
                    </a:cubicBezTo>
                    <a:cubicBezTo>
                      <a:pt x="738" y="547"/>
                      <a:pt x="930" y="284"/>
                      <a:pt x="9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7"/>
              <p:cNvSpPr/>
              <p:nvPr/>
            </p:nvSpPr>
            <p:spPr>
              <a:xfrm>
                <a:off x="6705702" y="3286528"/>
                <a:ext cx="47190" cy="76845"/>
              </a:xfrm>
              <a:custGeom>
                <a:avLst/>
                <a:gdLst/>
                <a:ahLst/>
                <a:cxnLst/>
                <a:rect l="l" t="t" r="r" b="b"/>
                <a:pathLst>
                  <a:path w="767" h="1249" extrusionOk="0">
                    <a:moveTo>
                      <a:pt x="57" y="0"/>
                    </a:moveTo>
                    <a:lnTo>
                      <a:pt x="57" y="0"/>
                    </a:lnTo>
                    <a:cubicBezTo>
                      <a:pt x="107" y="256"/>
                      <a:pt x="1" y="532"/>
                      <a:pt x="72" y="780"/>
                    </a:cubicBezTo>
                    <a:cubicBezTo>
                      <a:pt x="121" y="979"/>
                      <a:pt x="284" y="1142"/>
                      <a:pt x="547" y="1248"/>
                    </a:cubicBezTo>
                    <a:cubicBezTo>
                      <a:pt x="653" y="1021"/>
                      <a:pt x="766" y="773"/>
                      <a:pt x="688" y="532"/>
                    </a:cubicBezTo>
                    <a:cubicBezTo>
                      <a:pt x="646" y="397"/>
                      <a:pt x="554" y="284"/>
                      <a:pt x="433" y="199"/>
                    </a:cubicBezTo>
                    <a:cubicBezTo>
                      <a:pt x="320" y="121"/>
                      <a:pt x="192" y="64"/>
                      <a:pt x="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7"/>
              <p:cNvSpPr/>
              <p:nvPr/>
            </p:nvSpPr>
            <p:spPr>
              <a:xfrm>
                <a:off x="6646823" y="3346945"/>
                <a:ext cx="135293" cy="125326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2037" extrusionOk="0">
                    <a:moveTo>
                      <a:pt x="1112" y="0"/>
                    </a:moveTo>
                    <a:cubicBezTo>
                      <a:pt x="863" y="0"/>
                      <a:pt x="613" y="86"/>
                      <a:pt x="426" y="252"/>
                    </a:cubicBezTo>
                    <a:cubicBezTo>
                      <a:pt x="107" y="536"/>
                      <a:pt x="0" y="1032"/>
                      <a:pt x="171" y="1422"/>
                    </a:cubicBezTo>
                    <a:cubicBezTo>
                      <a:pt x="329" y="1784"/>
                      <a:pt x="713" y="2036"/>
                      <a:pt x="1108" y="2036"/>
                    </a:cubicBezTo>
                    <a:cubicBezTo>
                      <a:pt x="1138" y="2036"/>
                      <a:pt x="1168" y="2035"/>
                      <a:pt x="1199" y="2032"/>
                    </a:cubicBezTo>
                    <a:cubicBezTo>
                      <a:pt x="1624" y="1996"/>
                      <a:pt x="2007" y="1663"/>
                      <a:pt x="2106" y="1245"/>
                    </a:cubicBezTo>
                    <a:cubicBezTo>
                      <a:pt x="2199" y="833"/>
                      <a:pt x="2014" y="358"/>
                      <a:pt x="1617" y="131"/>
                    </a:cubicBezTo>
                    <a:cubicBezTo>
                      <a:pt x="1464" y="43"/>
                      <a:pt x="1288" y="0"/>
                      <a:pt x="1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7"/>
              <p:cNvSpPr/>
              <p:nvPr/>
            </p:nvSpPr>
            <p:spPr>
              <a:xfrm>
                <a:off x="5368584" y="1813679"/>
                <a:ext cx="1656561" cy="1413537"/>
              </a:xfrm>
              <a:custGeom>
                <a:avLst/>
                <a:gdLst/>
                <a:ahLst/>
                <a:cxnLst/>
                <a:rect l="l" t="t" r="r" b="b"/>
                <a:pathLst>
                  <a:path w="26925" h="22975" extrusionOk="0">
                    <a:moveTo>
                      <a:pt x="26924" y="1"/>
                    </a:moveTo>
                    <a:cubicBezTo>
                      <a:pt x="26818" y="1"/>
                      <a:pt x="26711" y="1"/>
                      <a:pt x="26598" y="8"/>
                    </a:cubicBezTo>
                    <a:cubicBezTo>
                      <a:pt x="1454" y="391"/>
                      <a:pt x="1" y="10743"/>
                      <a:pt x="1433" y="22975"/>
                    </a:cubicBezTo>
                    <a:lnTo>
                      <a:pt x="26924" y="22975"/>
                    </a:lnTo>
                    <a:lnTo>
                      <a:pt x="26924" y="1"/>
                    </a:lnTo>
                    <a:close/>
                  </a:path>
                </a:pathLst>
              </a:custGeom>
              <a:solidFill>
                <a:srgbClr val="E17D00">
                  <a:alpha val="101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7"/>
              <p:cNvSpPr/>
              <p:nvPr/>
            </p:nvSpPr>
            <p:spPr>
              <a:xfrm>
                <a:off x="5762527" y="2133056"/>
                <a:ext cx="1262616" cy="1094161"/>
              </a:xfrm>
              <a:custGeom>
                <a:avLst/>
                <a:gdLst/>
                <a:ahLst/>
                <a:cxnLst/>
                <a:rect l="l" t="t" r="r" b="b"/>
                <a:pathLst>
                  <a:path w="20522" h="17784" extrusionOk="0">
                    <a:moveTo>
                      <a:pt x="20521" y="0"/>
                    </a:moveTo>
                    <a:cubicBezTo>
                      <a:pt x="17749" y="142"/>
                      <a:pt x="14785" y="646"/>
                      <a:pt x="11757" y="1525"/>
                    </a:cubicBezTo>
                    <a:cubicBezTo>
                      <a:pt x="1780" y="4418"/>
                      <a:pt x="0" y="8899"/>
                      <a:pt x="646" y="17784"/>
                    </a:cubicBezTo>
                    <a:lnTo>
                      <a:pt x="20521" y="17784"/>
                    </a:lnTo>
                    <a:lnTo>
                      <a:pt x="20521" y="0"/>
                    </a:lnTo>
                    <a:close/>
                  </a:path>
                </a:pathLst>
              </a:custGeom>
              <a:solidFill>
                <a:srgbClr val="E17D00">
                  <a:alpha val="101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7"/>
              <p:cNvSpPr/>
              <p:nvPr/>
            </p:nvSpPr>
            <p:spPr>
              <a:xfrm>
                <a:off x="6185264" y="2540536"/>
                <a:ext cx="839878" cy="686681"/>
              </a:xfrm>
              <a:custGeom>
                <a:avLst/>
                <a:gdLst/>
                <a:ahLst/>
                <a:cxnLst/>
                <a:rect l="l" t="t" r="r" b="b"/>
                <a:pathLst>
                  <a:path w="13651" h="11161" extrusionOk="0">
                    <a:moveTo>
                      <a:pt x="12666" y="1"/>
                    </a:moveTo>
                    <a:cubicBezTo>
                      <a:pt x="6316" y="1"/>
                      <a:pt x="505" y="1746"/>
                      <a:pt x="114" y="6871"/>
                    </a:cubicBezTo>
                    <a:cubicBezTo>
                      <a:pt x="0" y="8410"/>
                      <a:pt x="29" y="9842"/>
                      <a:pt x="178" y="11161"/>
                    </a:cubicBezTo>
                    <a:lnTo>
                      <a:pt x="13650" y="11161"/>
                    </a:lnTo>
                    <a:lnTo>
                      <a:pt x="13650" y="14"/>
                    </a:lnTo>
                    <a:cubicBezTo>
                      <a:pt x="13321" y="5"/>
                      <a:pt x="12993" y="1"/>
                      <a:pt x="12666" y="1"/>
                    </a:cubicBezTo>
                    <a:close/>
                  </a:path>
                </a:pathLst>
              </a:custGeom>
              <a:solidFill>
                <a:srgbClr val="E17D00">
                  <a:alpha val="101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7"/>
              <p:cNvSpPr/>
              <p:nvPr/>
            </p:nvSpPr>
            <p:spPr>
              <a:xfrm>
                <a:off x="6501132" y="2814138"/>
                <a:ext cx="524008" cy="413079"/>
              </a:xfrm>
              <a:custGeom>
                <a:avLst/>
                <a:gdLst/>
                <a:ahLst/>
                <a:cxnLst/>
                <a:rect l="l" t="t" r="r" b="b"/>
                <a:pathLst>
                  <a:path w="8517" h="6714" extrusionOk="0">
                    <a:moveTo>
                      <a:pt x="7221" y="0"/>
                    </a:moveTo>
                    <a:cubicBezTo>
                      <a:pt x="4760" y="0"/>
                      <a:pt x="2406" y="1377"/>
                      <a:pt x="915" y="4069"/>
                    </a:cubicBezTo>
                    <a:cubicBezTo>
                      <a:pt x="426" y="4955"/>
                      <a:pt x="128" y="5849"/>
                      <a:pt x="0" y="6714"/>
                    </a:cubicBezTo>
                    <a:lnTo>
                      <a:pt x="8516" y="6714"/>
                    </a:lnTo>
                    <a:lnTo>
                      <a:pt x="8516" y="127"/>
                    </a:lnTo>
                    <a:cubicBezTo>
                      <a:pt x="8084" y="42"/>
                      <a:pt x="7651" y="0"/>
                      <a:pt x="7221" y="0"/>
                    </a:cubicBezTo>
                    <a:close/>
                  </a:path>
                </a:pathLst>
              </a:custGeom>
              <a:solidFill>
                <a:srgbClr val="E17D00">
                  <a:alpha val="101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7"/>
              <p:cNvSpPr/>
              <p:nvPr/>
            </p:nvSpPr>
            <p:spPr>
              <a:xfrm>
                <a:off x="6371561" y="1725144"/>
                <a:ext cx="614266" cy="325775"/>
              </a:xfrm>
              <a:custGeom>
                <a:avLst/>
                <a:gdLst/>
                <a:ahLst/>
                <a:cxnLst/>
                <a:rect l="l" t="t" r="r" b="b"/>
                <a:pathLst>
                  <a:path w="9984" h="5295" extrusionOk="0">
                    <a:moveTo>
                      <a:pt x="7410" y="0"/>
                    </a:moveTo>
                    <a:cubicBezTo>
                      <a:pt x="6836" y="0"/>
                      <a:pt x="6283" y="242"/>
                      <a:pt x="5822" y="582"/>
                    </a:cubicBezTo>
                    <a:cubicBezTo>
                      <a:pt x="5354" y="915"/>
                      <a:pt x="4971" y="1348"/>
                      <a:pt x="4588" y="1780"/>
                    </a:cubicBezTo>
                    <a:cubicBezTo>
                      <a:pt x="4364" y="1189"/>
                      <a:pt x="3648" y="800"/>
                      <a:pt x="2930" y="800"/>
                    </a:cubicBezTo>
                    <a:cubicBezTo>
                      <a:pt x="2830" y="800"/>
                      <a:pt x="2730" y="807"/>
                      <a:pt x="2631" y="823"/>
                    </a:cubicBezTo>
                    <a:cubicBezTo>
                      <a:pt x="1822" y="944"/>
                      <a:pt x="1128" y="1546"/>
                      <a:pt x="787" y="2298"/>
                    </a:cubicBezTo>
                    <a:cubicBezTo>
                      <a:pt x="447" y="3042"/>
                      <a:pt x="433" y="3907"/>
                      <a:pt x="645" y="4702"/>
                    </a:cubicBezTo>
                    <a:cubicBezTo>
                      <a:pt x="536" y="4657"/>
                      <a:pt x="430" y="4635"/>
                      <a:pt x="338" y="4635"/>
                    </a:cubicBezTo>
                    <a:cubicBezTo>
                      <a:pt x="198" y="4635"/>
                      <a:pt x="91" y="4685"/>
                      <a:pt x="57" y="4780"/>
                    </a:cubicBezTo>
                    <a:cubicBezTo>
                      <a:pt x="0" y="4929"/>
                      <a:pt x="107" y="5106"/>
                      <a:pt x="248" y="5184"/>
                    </a:cubicBezTo>
                    <a:cubicBezTo>
                      <a:pt x="390" y="5262"/>
                      <a:pt x="553" y="5262"/>
                      <a:pt x="716" y="5269"/>
                    </a:cubicBezTo>
                    <a:cubicBezTo>
                      <a:pt x="1323" y="5286"/>
                      <a:pt x="1930" y="5294"/>
                      <a:pt x="2538" y="5294"/>
                    </a:cubicBezTo>
                    <a:cubicBezTo>
                      <a:pt x="3656" y="5294"/>
                      <a:pt x="4776" y="5268"/>
                      <a:pt x="5893" y="5226"/>
                    </a:cubicBezTo>
                    <a:cubicBezTo>
                      <a:pt x="7204" y="5170"/>
                      <a:pt x="8367" y="5205"/>
                      <a:pt x="9537" y="5127"/>
                    </a:cubicBezTo>
                    <a:cubicBezTo>
                      <a:pt x="9636" y="5120"/>
                      <a:pt x="9743" y="5113"/>
                      <a:pt x="9828" y="5063"/>
                    </a:cubicBezTo>
                    <a:cubicBezTo>
                      <a:pt x="9920" y="5014"/>
                      <a:pt x="9984" y="4907"/>
                      <a:pt x="9956" y="4815"/>
                    </a:cubicBezTo>
                    <a:cubicBezTo>
                      <a:pt x="9924" y="4722"/>
                      <a:pt x="9823" y="4678"/>
                      <a:pt x="9731" y="4678"/>
                    </a:cubicBezTo>
                    <a:cubicBezTo>
                      <a:pt x="9718" y="4678"/>
                      <a:pt x="9706" y="4679"/>
                      <a:pt x="9693" y="4680"/>
                    </a:cubicBezTo>
                    <a:cubicBezTo>
                      <a:pt x="9587" y="4702"/>
                      <a:pt x="9495" y="4773"/>
                      <a:pt x="9410" y="4836"/>
                    </a:cubicBezTo>
                    <a:cubicBezTo>
                      <a:pt x="9594" y="4617"/>
                      <a:pt x="9771" y="4383"/>
                      <a:pt x="9778" y="4134"/>
                    </a:cubicBezTo>
                    <a:cubicBezTo>
                      <a:pt x="9778" y="3893"/>
                      <a:pt x="9601" y="3659"/>
                      <a:pt x="9367" y="3588"/>
                    </a:cubicBezTo>
                    <a:cubicBezTo>
                      <a:pt x="9311" y="3572"/>
                      <a:pt x="9254" y="3565"/>
                      <a:pt x="9197" y="3565"/>
                    </a:cubicBezTo>
                    <a:cubicBezTo>
                      <a:pt x="8955" y="3565"/>
                      <a:pt x="8713" y="3697"/>
                      <a:pt x="8495" y="3829"/>
                    </a:cubicBezTo>
                    <a:cubicBezTo>
                      <a:pt x="8807" y="3567"/>
                      <a:pt x="8920" y="3128"/>
                      <a:pt x="8729" y="2851"/>
                    </a:cubicBezTo>
                    <a:cubicBezTo>
                      <a:pt x="8621" y="2696"/>
                      <a:pt x="8431" y="2614"/>
                      <a:pt x="8242" y="2614"/>
                    </a:cubicBezTo>
                    <a:cubicBezTo>
                      <a:pt x="8094" y="2614"/>
                      <a:pt x="7948" y="2663"/>
                      <a:pt x="7843" y="2766"/>
                    </a:cubicBezTo>
                    <a:cubicBezTo>
                      <a:pt x="8112" y="2376"/>
                      <a:pt x="8396" y="2050"/>
                      <a:pt x="8552" y="1653"/>
                    </a:cubicBezTo>
                    <a:cubicBezTo>
                      <a:pt x="8700" y="1256"/>
                      <a:pt x="8700" y="773"/>
                      <a:pt x="8445" y="433"/>
                    </a:cubicBezTo>
                    <a:cubicBezTo>
                      <a:pt x="8204" y="135"/>
                      <a:pt x="7800" y="0"/>
                      <a:pt x="7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7"/>
              <p:cNvSpPr/>
              <p:nvPr/>
            </p:nvSpPr>
            <p:spPr>
              <a:xfrm>
                <a:off x="5352464" y="2538752"/>
                <a:ext cx="733809" cy="406373"/>
              </a:xfrm>
              <a:custGeom>
                <a:avLst/>
                <a:gdLst/>
                <a:ahLst/>
                <a:cxnLst/>
                <a:rect l="l" t="t" r="r" b="b"/>
                <a:pathLst>
                  <a:path w="11927" h="6605" extrusionOk="0">
                    <a:moveTo>
                      <a:pt x="7690" y="1"/>
                    </a:moveTo>
                    <a:cubicBezTo>
                      <a:pt x="7137" y="1"/>
                      <a:pt x="6583" y="266"/>
                      <a:pt x="6297" y="738"/>
                    </a:cubicBezTo>
                    <a:cubicBezTo>
                      <a:pt x="5783" y="378"/>
                      <a:pt x="5195" y="129"/>
                      <a:pt x="4623" y="129"/>
                    </a:cubicBezTo>
                    <a:cubicBezTo>
                      <a:pt x="4428" y="129"/>
                      <a:pt x="4236" y="158"/>
                      <a:pt x="4049" y="221"/>
                    </a:cubicBezTo>
                    <a:cubicBezTo>
                      <a:pt x="3283" y="476"/>
                      <a:pt x="2787" y="1249"/>
                      <a:pt x="2631" y="2043"/>
                    </a:cubicBezTo>
                    <a:cubicBezTo>
                      <a:pt x="2475" y="2837"/>
                      <a:pt x="2595" y="3652"/>
                      <a:pt x="2723" y="4454"/>
                    </a:cubicBezTo>
                    <a:cubicBezTo>
                      <a:pt x="2594" y="4441"/>
                      <a:pt x="2463" y="4433"/>
                      <a:pt x="2331" y="4433"/>
                    </a:cubicBezTo>
                    <a:cubicBezTo>
                      <a:pt x="1946" y="4433"/>
                      <a:pt x="1561" y="4501"/>
                      <a:pt x="1255" y="4723"/>
                    </a:cubicBezTo>
                    <a:cubicBezTo>
                      <a:pt x="844" y="5014"/>
                      <a:pt x="667" y="5638"/>
                      <a:pt x="950" y="6049"/>
                    </a:cubicBezTo>
                    <a:cubicBezTo>
                      <a:pt x="787" y="5936"/>
                      <a:pt x="610" y="5808"/>
                      <a:pt x="411" y="5808"/>
                    </a:cubicBezTo>
                    <a:cubicBezTo>
                      <a:pt x="206" y="5808"/>
                      <a:pt x="0" y="5992"/>
                      <a:pt x="50" y="6184"/>
                    </a:cubicBezTo>
                    <a:cubicBezTo>
                      <a:pt x="107" y="6382"/>
                      <a:pt x="355" y="6425"/>
                      <a:pt x="553" y="6439"/>
                    </a:cubicBezTo>
                    <a:cubicBezTo>
                      <a:pt x="2594" y="6548"/>
                      <a:pt x="4635" y="6604"/>
                      <a:pt x="6676" y="6604"/>
                    </a:cubicBezTo>
                    <a:cubicBezTo>
                      <a:pt x="6904" y="6604"/>
                      <a:pt x="7132" y="6604"/>
                      <a:pt x="7360" y="6602"/>
                    </a:cubicBezTo>
                    <a:cubicBezTo>
                      <a:pt x="8701" y="6595"/>
                      <a:pt x="9878" y="6439"/>
                      <a:pt x="11048" y="6304"/>
                    </a:cubicBezTo>
                    <a:cubicBezTo>
                      <a:pt x="11239" y="6283"/>
                      <a:pt x="11466" y="6219"/>
                      <a:pt x="11494" y="6028"/>
                    </a:cubicBezTo>
                    <a:cubicBezTo>
                      <a:pt x="11520" y="5842"/>
                      <a:pt x="11303" y="5726"/>
                      <a:pt x="11109" y="5726"/>
                    </a:cubicBezTo>
                    <a:cubicBezTo>
                      <a:pt x="11088" y="5726"/>
                      <a:pt x="11068" y="5727"/>
                      <a:pt x="11048" y="5730"/>
                    </a:cubicBezTo>
                    <a:cubicBezTo>
                      <a:pt x="10871" y="5754"/>
                      <a:pt x="10699" y="5836"/>
                      <a:pt x="10524" y="5836"/>
                    </a:cubicBezTo>
                    <a:cubicBezTo>
                      <a:pt x="10495" y="5836"/>
                      <a:pt x="10467" y="5834"/>
                      <a:pt x="10438" y="5829"/>
                    </a:cubicBezTo>
                    <a:cubicBezTo>
                      <a:pt x="10707" y="5546"/>
                      <a:pt x="11040" y="5326"/>
                      <a:pt x="11317" y="5049"/>
                    </a:cubicBezTo>
                    <a:cubicBezTo>
                      <a:pt x="11594" y="4773"/>
                      <a:pt x="11813" y="4425"/>
                      <a:pt x="11870" y="4035"/>
                    </a:cubicBezTo>
                    <a:cubicBezTo>
                      <a:pt x="11927" y="3652"/>
                      <a:pt x="11799" y="3220"/>
                      <a:pt x="11487" y="2986"/>
                    </a:cubicBezTo>
                    <a:cubicBezTo>
                      <a:pt x="11288" y="2836"/>
                      <a:pt x="11036" y="2773"/>
                      <a:pt x="10783" y="2773"/>
                    </a:cubicBezTo>
                    <a:cubicBezTo>
                      <a:pt x="10713" y="2773"/>
                      <a:pt x="10642" y="2778"/>
                      <a:pt x="10572" y="2787"/>
                    </a:cubicBezTo>
                    <a:cubicBezTo>
                      <a:pt x="10253" y="2823"/>
                      <a:pt x="9956" y="2950"/>
                      <a:pt x="9658" y="3071"/>
                    </a:cubicBezTo>
                    <a:cubicBezTo>
                      <a:pt x="9800" y="2482"/>
                      <a:pt x="9764" y="1788"/>
                      <a:pt x="9473" y="1206"/>
                    </a:cubicBezTo>
                    <a:cubicBezTo>
                      <a:pt x="9190" y="618"/>
                      <a:pt x="8644" y="143"/>
                      <a:pt x="7999" y="29"/>
                    </a:cubicBezTo>
                    <a:cubicBezTo>
                      <a:pt x="7897" y="10"/>
                      <a:pt x="7793" y="1"/>
                      <a:pt x="76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7"/>
              <p:cNvSpPr/>
              <p:nvPr/>
            </p:nvSpPr>
            <p:spPr>
              <a:xfrm>
                <a:off x="5803503" y="1631073"/>
                <a:ext cx="1221640" cy="1272829"/>
              </a:xfrm>
              <a:custGeom>
                <a:avLst/>
                <a:gdLst/>
                <a:ahLst/>
                <a:cxnLst/>
                <a:rect l="l" t="t" r="r" b="b"/>
                <a:pathLst>
                  <a:path w="19856" h="20688" extrusionOk="0">
                    <a:moveTo>
                      <a:pt x="10091" y="0"/>
                    </a:moveTo>
                    <a:cubicBezTo>
                      <a:pt x="9494" y="0"/>
                      <a:pt x="8890" y="156"/>
                      <a:pt x="8361" y="438"/>
                    </a:cubicBezTo>
                    <a:cubicBezTo>
                      <a:pt x="7390" y="955"/>
                      <a:pt x="6659" y="1856"/>
                      <a:pt x="6177" y="2848"/>
                    </a:cubicBezTo>
                    <a:cubicBezTo>
                      <a:pt x="5702" y="3834"/>
                      <a:pt x="5454" y="4926"/>
                      <a:pt x="5269" y="6011"/>
                    </a:cubicBezTo>
                    <a:cubicBezTo>
                      <a:pt x="5025" y="5770"/>
                      <a:pt x="4658" y="5639"/>
                      <a:pt x="4288" y="5639"/>
                    </a:cubicBezTo>
                    <a:cubicBezTo>
                      <a:pt x="4004" y="5639"/>
                      <a:pt x="3717" y="5717"/>
                      <a:pt x="3483" y="5883"/>
                    </a:cubicBezTo>
                    <a:cubicBezTo>
                      <a:pt x="2993" y="6224"/>
                      <a:pt x="2781" y="6869"/>
                      <a:pt x="2802" y="7464"/>
                    </a:cubicBezTo>
                    <a:cubicBezTo>
                      <a:pt x="2823" y="8067"/>
                      <a:pt x="3036" y="8634"/>
                      <a:pt x="3249" y="9195"/>
                    </a:cubicBezTo>
                    <a:cubicBezTo>
                      <a:pt x="3151" y="9178"/>
                      <a:pt x="3054" y="9170"/>
                      <a:pt x="2960" y="9170"/>
                    </a:cubicBezTo>
                    <a:cubicBezTo>
                      <a:pt x="2400" y="9170"/>
                      <a:pt x="1917" y="9447"/>
                      <a:pt x="1632" y="9854"/>
                    </a:cubicBezTo>
                    <a:cubicBezTo>
                      <a:pt x="1306" y="10329"/>
                      <a:pt x="1221" y="10946"/>
                      <a:pt x="1320" y="11513"/>
                    </a:cubicBezTo>
                    <a:cubicBezTo>
                      <a:pt x="1419" y="12088"/>
                      <a:pt x="1689" y="12612"/>
                      <a:pt x="2008" y="13094"/>
                    </a:cubicBezTo>
                    <a:cubicBezTo>
                      <a:pt x="1778" y="13040"/>
                      <a:pt x="1579" y="12981"/>
                      <a:pt x="1411" y="12981"/>
                    </a:cubicBezTo>
                    <a:cubicBezTo>
                      <a:pt x="1314" y="12981"/>
                      <a:pt x="1227" y="13000"/>
                      <a:pt x="1150" y="13052"/>
                    </a:cubicBezTo>
                    <a:cubicBezTo>
                      <a:pt x="958" y="13180"/>
                      <a:pt x="923" y="13463"/>
                      <a:pt x="1008" y="13676"/>
                    </a:cubicBezTo>
                    <a:cubicBezTo>
                      <a:pt x="1100" y="13896"/>
                      <a:pt x="1277" y="14052"/>
                      <a:pt x="1448" y="14208"/>
                    </a:cubicBezTo>
                    <a:cubicBezTo>
                      <a:pt x="356" y="15073"/>
                      <a:pt x="1" y="16512"/>
                      <a:pt x="519" y="17611"/>
                    </a:cubicBezTo>
                    <a:cubicBezTo>
                      <a:pt x="953" y="18516"/>
                      <a:pt x="1953" y="19100"/>
                      <a:pt x="2948" y="19100"/>
                    </a:cubicBezTo>
                    <a:cubicBezTo>
                      <a:pt x="3154" y="19100"/>
                      <a:pt x="3360" y="19075"/>
                      <a:pt x="3561" y="19022"/>
                    </a:cubicBezTo>
                    <a:lnTo>
                      <a:pt x="3561" y="19022"/>
                    </a:lnTo>
                    <a:cubicBezTo>
                      <a:pt x="3376" y="19100"/>
                      <a:pt x="3220" y="19341"/>
                      <a:pt x="3199" y="19611"/>
                    </a:cubicBezTo>
                    <a:cubicBezTo>
                      <a:pt x="3185" y="19880"/>
                      <a:pt x="3369" y="20185"/>
                      <a:pt x="3639" y="20185"/>
                    </a:cubicBezTo>
                    <a:cubicBezTo>
                      <a:pt x="3773" y="20185"/>
                      <a:pt x="3894" y="20121"/>
                      <a:pt x="4000" y="20043"/>
                    </a:cubicBezTo>
                    <a:cubicBezTo>
                      <a:pt x="4376" y="19774"/>
                      <a:pt x="4660" y="19377"/>
                      <a:pt x="4780" y="18937"/>
                    </a:cubicBezTo>
                    <a:cubicBezTo>
                      <a:pt x="5571" y="20040"/>
                      <a:pt x="6832" y="20688"/>
                      <a:pt x="8085" y="20688"/>
                    </a:cubicBezTo>
                    <a:cubicBezTo>
                      <a:pt x="8282" y="20688"/>
                      <a:pt x="8478" y="20672"/>
                      <a:pt x="8673" y="20639"/>
                    </a:cubicBezTo>
                    <a:cubicBezTo>
                      <a:pt x="10105" y="20398"/>
                      <a:pt x="11346" y="19263"/>
                      <a:pt x="11722" y="17859"/>
                    </a:cubicBezTo>
                    <a:cubicBezTo>
                      <a:pt x="12167" y="18343"/>
                      <a:pt x="12714" y="18554"/>
                      <a:pt x="13252" y="18554"/>
                    </a:cubicBezTo>
                    <a:cubicBezTo>
                      <a:pt x="13519" y="18554"/>
                      <a:pt x="13784" y="18502"/>
                      <a:pt x="14034" y="18405"/>
                    </a:cubicBezTo>
                    <a:cubicBezTo>
                      <a:pt x="14785" y="18122"/>
                      <a:pt x="15381" y="17441"/>
                      <a:pt x="15558" y="16654"/>
                    </a:cubicBezTo>
                    <a:cubicBezTo>
                      <a:pt x="15774" y="16778"/>
                      <a:pt x="16018" y="16839"/>
                      <a:pt x="16250" y="16839"/>
                    </a:cubicBezTo>
                    <a:cubicBezTo>
                      <a:pt x="16429" y="16839"/>
                      <a:pt x="16601" y="16803"/>
                      <a:pt x="16749" y="16732"/>
                    </a:cubicBezTo>
                    <a:cubicBezTo>
                      <a:pt x="17090" y="16569"/>
                      <a:pt x="17338" y="16257"/>
                      <a:pt x="17572" y="15952"/>
                    </a:cubicBezTo>
                    <a:cubicBezTo>
                      <a:pt x="17743" y="15972"/>
                      <a:pt x="17912" y="15982"/>
                      <a:pt x="18078" y="15982"/>
                    </a:cubicBezTo>
                    <a:cubicBezTo>
                      <a:pt x="18727" y="15982"/>
                      <a:pt x="19336" y="15831"/>
                      <a:pt x="19855" y="15555"/>
                    </a:cubicBezTo>
                    <a:lnTo>
                      <a:pt x="19855" y="5834"/>
                    </a:lnTo>
                    <a:cubicBezTo>
                      <a:pt x="19791" y="5805"/>
                      <a:pt x="19720" y="5784"/>
                      <a:pt x="19649" y="5770"/>
                    </a:cubicBezTo>
                    <a:cubicBezTo>
                      <a:pt x="19476" y="5726"/>
                      <a:pt x="19298" y="5706"/>
                      <a:pt x="19120" y="5706"/>
                    </a:cubicBezTo>
                    <a:cubicBezTo>
                      <a:pt x="18305" y="5706"/>
                      <a:pt x="17487" y="6142"/>
                      <a:pt x="17132" y="6869"/>
                    </a:cubicBezTo>
                    <a:cubicBezTo>
                      <a:pt x="17125" y="6649"/>
                      <a:pt x="17182" y="6422"/>
                      <a:pt x="17182" y="6195"/>
                    </a:cubicBezTo>
                    <a:cubicBezTo>
                      <a:pt x="17182" y="6110"/>
                      <a:pt x="17175" y="6025"/>
                      <a:pt x="17118" y="5968"/>
                    </a:cubicBezTo>
                    <a:cubicBezTo>
                      <a:pt x="17084" y="5932"/>
                      <a:pt x="17041" y="5917"/>
                      <a:pt x="16994" y="5917"/>
                    </a:cubicBezTo>
                    <a:cubicBezTo>
                      <a:pt x="16895" y="5917"/>
                      <a:pt x="16781" y="5986"/>
                      <a:pt x="16714" y="6068"/>
                    </a:cubicBezTo>
                    <a:cubicBezTo>
                      <a:pt x="16615" y="6188"/>
                      <a:pt x="16537" y="6344"/>
                      <a:pt x="16388" y="6394"/>
                    </a:cubicBezTo>
                    <a:cubicBezTo>
                      <a:pt x="16615" y="5748"/>
                      <a:pt x="16622" y="4954"/>
                      <a:pt x="16317" y="4295"/>
                    </a:cubicBezTo>
                    <a:cubicBezTo>
                      <a:pt x="16168" y="3955"/>
                      <a:pt x="15913" y="3643"/>
                      <a:pt x="15565" y="3529"/>
                    </a:cubicBezTo>
                    <a:cubicBezTo>
                      <a:pt x="15493" y="3506"/>
                      <a:pt x="15417" y="3495"/>
                      <a:pt x="15341" y="3495"/>
                    </a:cubicBezTo>
                    <a:cubicBezTo>
                      <a:pt x="15042" y="3495"/>
                      <a:pt x="14740" y="3666"/>
                      <a:pt x="14672" y="3955"/>
                    </a:cubicBezTo>
                    <a:cubicBezTo>
                      <a:pt x="14650" y="3678"/>
                      <a:pt x="14743" y="3494"/>
                      <a:pt x="14757" y="3302"/>
                    </a:cubicBezTo>
                    <a:cubicBezTo>
                      <a:pt x="14771" y="3111"/>
                      <a:pt x="14665" y="2870"/>
                      <a:pt x="14466" y="2870"/>
                    </a:cubicBezTo>
                    <a:cubicBezTo>
                      <a:pt x="14462" y="2869"/>
                      <a:pt x="14458" y="2869"/>
                      <a:pt x="14454" y="2869"/>
                    </a:cubicBezTo>
                    <a:cubicBezTo>
                      <a:pt x="14332" y="2869"/>
                      <a:pt x="14230" y="2972"/>
                      <a:pt x="14154" y="3075"/>
                    </a:cubicBezTo>
                    <a:cubicBezTo>
                      <a:pt x="13963" y="3323"/>
                      <a:pt x="13828" y="3607"/>
                      <a:pt x="13764" y="3912"/>
                    </a:cubicBezTo>
                    <a:cubicBezTo>
                      <a:pt x="13558" y="3217"/>
                      <a:pt x="13346" y="2515"/>
                      <a:pt x="13005" y="1884"/>
                    </a:cubicBezTo>
                    <a:cubicBezTo>
                      <a:pt x="12658" y="1253"/>
                      <a:pt x="12169" y="679"/>
                      <a:pt x="11531" y="345"/>
                    </a:cubicBezTo>
                    <a:cubicBezTo>
                      <a:pt x="11088" y="109"/>
                      <a:pt x="10592" y="0"/>
                      <a:pt x="100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7"/>
              <p:cNvSpPr/>
              <p:nvPr/>
            </p:nvSpPr>
            <p:spPr>
              <a:xfrm>
                <a:off x="5860229" y="2237341"/>
                <a:ext cx="66816" cy="267880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4354" fill="none" extrusionOk="0">
                    <a:moveTo>
                      <a:pt x="710" y="0"/>
                    </a:moveTo>
                    <a:cubicBezTo>
                      <a:pt x="384" y="475"/>
                      <a:pt x="299" y="1092"/>
                      <a:pt x="398" y="1659"/>
                    </a:cubicBezTo>
                    <a:cubicBezTo>
                      <a:pt x="497" y="2234"/>
                      <a:pt x="767" y="2758"/>
                      <a:pt x="1086" y="3240"/>
                    </a:cubicBezTo>
                    <a:cubicBezTo>
                      <a:pt x="724" y="3155"/>
                      <a:pt x="440" y="3056"/>
                      <a:pt x="228" y="3198"/>
                    </a:cubicBezTo>
                    <a:cubicBezTo>
                      <a:pt x="36" y="3326"/>
                      <a:pt x="1" y="3609"/>
                      <a:pt x="86" y="3822"/>
                    </a:cubicBezTo>
                    <a:cubicBezTo>
                      <a:pt x="178" y="4042"/>
                      <a:pt x="355" y="4198"/>
                      <a:pt x="526" y="4354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7"/>
              <p:cNvSpPr/>
              <p:nvPr/>
            </p:nvSpPr>
            <p:spPr>
              <a:xfrm>
                <a:off x="5974542" y="1786669"/>
                <a:ext cx="219091" cy="410126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6666" fill="none" extrusionOk="0">
                    <a:moveTo>
                      <a:pt x="3560" y="0"/>
                    </a:moveTo>
                    <a:cubicBezTo>
                      <a:pt x="3503" y="100"/>
                      <a:pt x="3454" y="206"/>
                      <a:pt x="3397" y="319"/>
                    </a:cubicBezTo>
                    <a:cubicBezTo>
                      <a:pt x="2922" y="1305"/>
                      <a:pt x="2674" y="2397"/>
                      <a:pt x="2489" y="3482"/>
                    </a:cubicBezTo>
                    <a:cubicBezTo>
                      <a:pt x="2057" y="3056"/>
                      <a:pt x="1241" y="2971"/>
                      <a:pt x="703" y="3354"/>
                    </a:cubicBezTo>
                    <a:cubicBezTo>
                      <a:pt x="213" y="3695"/>
                      <a:pt x="1" y="4340"/>
                      <a:pt x="22" y="4935"/>
                    </a:cubicBezTo>
                    <a:cubicBezTo>
                      <a:pt x="43" y="5538"/>
                      <a:pt x="256" y="6105"/>
                      <a:pt x="469" y="6666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7"/>
              <p:cNvSpPr/>
              <p:nvPr/>
            </p:nvSpPr>
            <p:spPr>
              <a:xfrm>
                <a:off x="6255956" y="1620859"/>
                <a:ext cx="247392" cy="82997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1349" fill="none" extrusionOk="0">
                    <a:moveTo>
                      <a:pt x="4021" y="433"/>
                    </a:moveTo>
                    <a:cubicBezTo>
                      <a:pt x="3077" y="1"/>
                      <a:pt x="1929" y="114"/>
                      <a:pt x="1007" y="604"/>
                    </a:cubicBezTo>
                    <a:cubicBezTo>
                      <a:pt x="631" y="802"/>
                      <a:pt x="298" y="1057"/>
                      <a:pt x="0" y="1348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7"/>
              <p:cNvSpPr/>
              <p:nvPr/>
            </p:nvSpPr>
            <p:spPr>
              <a:xfrm>
                <a:off x="6807341" y="1895261"/>
                <a:ext cx="18827" cy="129203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100" fill="none" extrusionOk="0">
                    <a:moveTo>
                      <a:pt x="72" y="2100"/>
                    </a:moveTo>
                    <a:cubicBezTo>
                      <a:pt x="299" y="1454"/>
                      <a:pt x="306" y="660"/>
                      <a:pt x="1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7"/>
              <p:cNvSpPr/>
              <p:nvPr/>
            </p:nvSpPr>
            <p:spPr>
              <a:xfrm>
                <a:off x="6666880" y="2588034"/>
                <a:ext cx="358260" cy="175469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2852" fill="none" extrusionOk="0">
                    <a:moveTo>
                      <a:pt x="1" y="2851"/>
                    </a:moveTo>
                    <a:cubicBezTo>
                      <a:pt x="752" y="2568"/>
                      <a:pt x="1348" y="1887"/>
                      <a:pt x="1525" y="1100"/>
                    </a:cubicBezTo>
                    <a:cubicBezTo>
                      <a:pt x="1908" y="1320"/>
                      <a:pt x="2376" y="1341"/>
                      <a:pt x="2716" y="1178"/>
                    </a:cubicBezTo>
                    <a:cubicBezTo>
                      <a:pt x="3057" y="1015"/>
                      <a:pt x="3305" y="703"/>
                      <a:pt x="3539" y="398"/>
                    </a:cubicBezTo>
                    <a:cubicBezTo>
                      <a:pt x="4376" y="497"/>
                      <a:pt x="5170" y="348"/>
                      <a:pt x="5822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7"/>
              <p:cNvSpPr/>
              <p:nvPr/>
            </p:nvSpPr>
            <p:spPr>
              <a:xfrm>
                <a:off x="6381159" y="2729849"/>
                <a:ext cx="216876" cy="158858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2582" fill="none" extrusionOk="0">
                    <a:moveTo>
                      <a:pt x="0" y="2581"/>
                    </a:moveTo>
                    <a:cubicBezTo>
                      <a:pt x="1120" y="2142"/>
                      <a:pt x="2021" y="1163"/>
                      <a:pt x="2333" y="0"/>
                    </a:cubicBezTo>
                    <a:cubicBezTo>
                      <a:pt x="2688" y="383"/>
                      <a:pt x="3099" y="596"/>
                      <a:pt x="3524" y="667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7"/>
              <p:cNvSpPr/>
              <p:nvPr/>
            </p:nvSpPr>
            <p:spPr>
              <a:xfrm>
                <a:off x="5814885" y="2573637"/>
                <a:ext cx="344232" cy="299381"/>
              </a:xfrm>
              <a:custGeom>
                <a:avLst/>
                <a:gdLst/>
                <a:ahLst/>
                <a:cxnLst/>
                <a:rect l="l" t="t" r="r" b="b"/>
                <a:pathLst>
                  <a:path w="5595" h="4866" fill="none" extrusionOk="0">
                    <a:moveTo>
                      <a:pt x="376" y="1"/>
                    </a:moveTo>
                    <a:cubicBezTo>
                      <a:pt x="29" y="746"/>
                      <a:pt x="0" y="1589"/>
                      <a:pt x="334" y="2291"/>
                    </a:cubicBezTo>
                    <a:cubicBezTo>
                      <a:pt x="858" y="3383"/>
                      <a:pt x="2206" y="4007"/>
                      <a:pt x="3376" y="3702"/>
                    </a:cubicBezTo>
                    <a:cubicBezTo>
                      <a:pt x="3191" y="3780"/>
                      <a:pt x="3035" y="4021"/>
                      <a:pt x="3014" y="4291"/>
                    </a:cubicBezTo>
                    <a:cubicBezTo>
                      <a:pt x="3000" y="4560"/>
                      <a:pt x="3184" y="4865"/>
                      <a:pt x="3454" y="4865"/>
                    </a:cubicBezTo>
                    <a:cubicBezTo>
                      <a:pt x="3588" y="4865"/>
                      <a:pt x="3709" y="4801"/>
                      <a:pt x="3815" y="4723"/>
                    </a:cubicBezTo>
                    <a:cubicBezTo>
                      <a:pt x="4191" y="4454"/>
                      <a:pt x="4475" y="4057"/>
                      <a:pt x="4595" y="3617"/>
                    </a:cubicBezTo>
                    <a:cubicBezTo>
                      <a:pt x="4879" y="4007"/>
                      <a:pt x="5212" y="4341"/>
                      <a:pt x="5595" y="461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7"/>
              <p:cNvSpPr/>
              <p:nvPr/>
            </p:nvSpPr>
            <p:spPr>
              <a:xfrm>
                <a:off x="6381159" y="2354238"/>
                <a:ext cx="643982" cy="872978"/>
              </a:xfrm>
              <a:custGeom>
                <a:avLst/>
                <a:gdLst/>
                <a:ahLst/>
                <a:cxnLst/>
                <a:rect l="l" t="t" r="r" b="b"/>
                <a:pathLst>
                  <a:path w="10467" h="14189" extrusionOk="0">
                    <a:moveTo>
                      <a:pt x="7353" y="0"/>
                    </a:moveTo>
                    <a:lnTo>
                      <a:pt x="7417" y="3581"/>
                    </a:lnTo>
                    <a:lnTo>
                      <a:pt x="5999" y="1340"/>
                    </a:lnTo>
                    <a:lnTo>
                      <a:pt x="5616" y="1511"/>
                    </a:lnTo>
                    <a:lnTo>
                      <a:pt x="6907" y="4290"/>
                    </a:lnTo>
                    <a:lnTo>
                      <a:pt x="7367" y="11154"/>
                    </a:lnTo>
                    <a:cubicBezTo>
                      <a:pt x="5474" y="8566"/>
                      <a:pt x="3751" y="5850"/>
                      <a:pt x="2205" y="3035"/>
                    </a:cubicBezTo>
                    <a:cubicBezTo>
                      <a:pt x="2194" y="3031"/>
                      <a:pt x="2179" y="3029"/>
                      <a:pt x="2162" y="3029"/>
                    </a:cubicBezTo>
                    <a:cubicBezTo>
                      <a:pt x="1993" y="3029"/>
                      <a:pt x="1588" y="3234"/>
                      <a:pt x="1588" y="3234"/>
                    </a:cubicBezTo>
                    <a:lnTo>
                      <a:pt x="2567" y="5723"/>
                    </a:lnTo>
                    <a:lnTo>
                      <a:pt x="50" y="5028"/>
                    </a:lnTo>
                    <a:lnTo>
                      <a:pt x="0" y="5432"/>
                    </a:lnTo>
                    <a:lnTo>
                      <a:pt x="2269" y="6701"/>
                    </a:lnTo>
                    <a:cubicBezTo>
                      <a:pt x="3815" y="9126"/>
                      <a:pt x="5240" y="11629"/>
                      <a:pt x="6545" y="14189"/>
                    </a:cubicBezTo>
                    <a:lnTo>
                      <a:pt x="10466" y="14189"/>
                    </a:lnTo>
                    <a:lnTo>
                      <a:pt x="10466" y="11665"/>
                    </a:lnTo>
                    <a:cubicBezTo>
                      <a:pt x="9480" y="7814"/>
                      <a:pt x="8615" y="3957"/>
                      <a:pt x="7878" y="78"/>
                    </a:cubicBezTo>
                    <a:cubicBezTo>
                      <a:pt x="7750" y="64"/>
                      <a:pt x="7353" y="0"/>
                      <a:pt x="73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7"/>
              <p:cNvSpPr/>
              <p:nvPr/>
            </p:nvSpPr>
            <p:spPr>
              <a:xfrm>
                <a:off x="6057416" y="3086879"/>
                <a:ext cx="616542" cy="140339"/>
              </a:xfrm>
              <a:custGeom>
                <a:avLst/>
                <a:gdLst/>
                <a:ahLst/>
                <a:cxnLst/>
                <a:rect l="l" t="t" r="r" b="b"/>
                <a:pathLst>
                  <a:path w="10021" h="2281" extrusionOk="0">
                    <a:moveTo>
                      <a:pt x="7404" y="0"/>
                    </a:moveTo>
                    <a:cubicBezTo>
                      <a:pt x="7208" y="0"/>
                      <a:pt x="7008" y="59"/>
                      <a:pt x="6822" y="140"/>
                    </a:cubicBezTo>
                    <a:cubicBezTo>
                      <a:pt x="6347" y="359"/>
                      <a:pt x="5950" y="756"/>
                      <a:pt x="5730" y="1231"/>
                    </a:cubicBezTo>
                    <a:cubicBezTo>
                      <a:pt x="5424" y="1062"/>
                      <a:pt x="5117" y="952"/>
                      <a:pt x="4811" y="952"/>
                    </a:cubicBezTo>
                    <a:cubicBezTo>
                      <a:pt x="4784" y="952"/>
                      <a:pt x="4757" y="953"/>
                      <a:pt x="4730" y="955"/>
                    </a:cubicBezTo>
                    <a:cubicBezTo>
                      <a:pt x="4404" y="976"/>
                      <a:pt x="4085" y="1139"/>
                      <a:pt x="3872" y="1387"/>
                    </a:cubicBezTo>
                    <a:cubicBezTo>
                      <a:pt x="3582" y="735"/>
                      <a:pt x="3036" y="239"/>
                      <a:pt x="2426" y="132"/>
                    </a:cubicBezTo>
                    <a:cubicBezTo>
                      <a:pt x="2332" y="116"/>
                      <a:pt x="2237" y="108"/>
                      <a:pt x="2142" y="108"/>
                    </a:cubicBezTo>
                    <a:cubicBezTo>
                      <a:pt x="1619" y="108"/>
                      <a:pt x="1104" y="348"/>
                      <a:pt x="731" y="721"/>
                    </a:cubicBezTo>
                    <a:cubicBezTo>
                      <a:pt x="320" y="1139"/>
                      <a:pt x="86" y="1707"/>
                      <a:pt x="1" y="2281"/>
                    </a:cubicBezTo>
                    <a:lnTo>
                      <a:pt x="10020" y="2281"/>
                    </a:lnTo>
                    <a:cubicBezTo>
                      <a:pt x="9963" y="2097"/>
                      <a:pt x="9864" y="1933"/>
                      <a:pt x="9722" y="1813"/>
                    </a:cubicBezTo>
                    <a:cubicBezTo>
                      <a:pt x="9542" y="1659"/>
                      <a:pt x="9305" y="1580"/>
                      <a:pt x="9068" y="1580"/>
                    </a:cubicBezTo>
                    <a:cubicBezTo>
                      <a:pt x="8847" y="1580"/>
                      <a:pt x="8627" y="1648"/>
                      <a:pt x="8453" y="1785"/>
                    </a:cubicBezTo>
                    <a:cubicBezTo>
                      <a:pt x="8354" y="1387"/>
                      <a:pt x="8389" y="1047"/>
                      <a:pt x="8297" y="728"/>
                    </a:cubicBezTo>
                    <a:cubicBezTo>
                      <a:pt x="8205" y="409"/>
                      <a:pt x="7964" y="125"/>
                      <a:pt x="7645" y="33"/>
                    </a:cubicBezTo>
                    <a:cubicBezTo>
                      <a:pt x="7566" y="10"/>
                      <a:pt x="7485" y="0"/>
                      <a:pt x="74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7"/>
              <p:cNvSpPr/>
              <p:nvPr/>
            </p:nvSpPr>
            <p:spPr>
              <a:xfrm>
                <a:off x="6327448" y="2297820"/>
                <a:ext cx="677575" cy="412033"/>
              </a:xfrm>
              <a:custGeom>
                <a:avLst/>
                <a:gdLst/>
                <a:ahLst/>
                <a:cxnLst/>
                <a:rect l="l" t="t" r="r" b="b"/>
                <a:pathLst>
                  <a:path w="11013" h="6697" extrusionOk="0">
                    <a:moveTo>
                      <a:pt x="8452" y="1"/>
                    </a:moveTo>
                    <a:cubicBezTo>
                      <a:pt x="8365" y="1"/>
                      <a:pt x="8275" y="6"/>
                      <a:pt x="8184" y="17"/>
                    </a:cubicBezTo>
                    <a:cubicBezTo>
                      <a:pt x="6319" y="244"/>
                      <a:pt x="3397" y="1371"/>
                      <a:pt x="1703" y="3130"/>
                    </a:cubicBezTo>
                    <a:cubicBezTo>
                      <a:pt x="1" y="4888"/>
                      <a:pt x="632" y="6696"/>
                      <a:pt x="632" y="6696"/>
                    </a:cubicBezTo>
                    <a:cubicBezTo>
                      <a:pt x="894" y="6604"/>
                      <a:pt x="1114" y="6398"/>
                      <a:pt x="1221" y="6136"/>
                    </a:cubicBezTo>
                    <a:cubicBezTo>
                      <a:pt x="1320" y="5881"/>
                      <a:pt x="1306" y="5576"/>
                      <a:pt x="1270" y="5207"/>
                    </a:cubicBezTo>
                    <a:lnTo>
                      <a:pt x="1270" y="5207"/>
                    </a:lnTo>
                    <a:cubicBezTo>
                      <a:pt x="1383" y="5245"/>
                      <a:pt x="1499" y="5262"/>
                      <a:pt x="1616" y="5262"/>
                    </a:cubicBezTo>
                    <a:cubicBezTo>
                      <a:pt x="1964" y="5262"/>
                      <a:pt x="2318" y="5109"/>
                      <a:pt x="2589" y="4881"/>
                    </a:cubicBezTo>
                    <a:cubicBezTo>
                      <a:pt x="2958" y="4583"/>
                      <a:pt x="3206" y="4165"/>
                      <a:pt x="3603" y="3747"/>
                    </a:cubicBezTo>
                    <a:cubicBezTo>
                      <a:pt x="3856" y="3962"/>
                      <a:pt x="4189" y="4077"/>
                      <a:pt x="4521" y="4077"/>
                    </a:cubicBezTo>
                    <a:cubicBezTo>
                      <a:pt x="4702" y="4077"/>
                      <a:pt x="4882" y="4043"/>
                      <a:pt x="5050" y="3973"/>
                    </a:cubicBezTo>
                    <a:cubicBezTo>
                      <a:pt x="5518" y="3782"/>
                      <a:pt x="5865" y="3307"/>
                      <a:pt x="6014" y="2626"/>
                    </a:cubicBezTo>
                    <a:cubicBezTo>
                      <a:pt x="6189" y="2719"/>
                      <a:pt x="6389" y="2764"/>
                      <a:pt x="6588" y="2764"/>
                    </a:cubicBezTo>
                    <a:cubicBezTo>
                      <a:pt x="6849" y="2764"/>
                      <a:pt x="7110" y="2687"/>
                      <a:pt x="7319" y="2534"/>
                    </a:cubicBezTo>
                    <a:cubicBezTo>
                      <a:pt x="7694" y="2265"/>
                      <a:pt x="7893" y="1775"/>
                      <a:pt x="7652" y="1158"/>
                    </a:cubicBezTo>
                    <a:lnTo>
                      <a:pt x="7652" y="1158"/>
                    </a:lnTo>
                    <a:cubicBezTo>
                      <a:pt x="7860" y="1394"/>
                      <a:pt x="8175" y="1534"/>
                      <a:pt x="8494" y="1534"/>
                    </a:cubicBezTo>
                    <a:cubicBezTo>
                      <a:pt x="8501" y="1534"/>
                      <a:pt x="8509" y="1534"/>
                      <a:pt x="8517" y="1534"/>
                    </a:cubicBezTo>
                    <a:cubicBezTo>
                      <a:pt x="8843" y="1527"/>
                      <a:pt x="9155" y="1378"/>
                      <a:pt x="9488" y="1109"/>
                    </a:cubicBezTo>
                    <a:lnTo>
                      <a:pt x="9488" y="1109"/>
                    </a:lnTo>
                    <a:cubicBezTo>
                      <a:pt x="9347" y="1499"/>
                      <a:pt x="9524" y="1981"/>
                      <a:pt x="9893" y="2187"/>
                    </a:cubicBezTo>
                    <a:cubicBezTo>
                      <a:pt x="10015" y="2253"/>
                      <a:pt x="10153" y="2284"/>
                      <a:pt x="10292" y="2284"/>
                    </a:cubicBezTo>
                    <a:cubicBezTo>
                      <a:pt x="10569" y="2284"/>
                      <a:pt x="10847" y="2158"/>
                      <a:pt x="11013" y="1931"/>
                    </a:cubicBezTo>
                    <a:cubicBezTo>
                      <a:pt x="11013" y="1931"/>
                      <a:pt x="10147" y="1"/>
                      <a:pt x="84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7"/>
              <p:cNvSpPr/>
              <p:nvPr/>
            </p:nvSpPr>
            <p:spPr>
              <a:xfrm>
                <a:off x="6366332" y="2365990"/>
                <a:ext cx="638691" cy="343863"/>
              </a:xfrm>
              <a:custGeom>
                <a:avLst/>
                <a:gdLst/>
                <a:ahLst/>
                <a:cxnLst/>
                <a:rect l="l" t="t" r="r" b="b"/>
                <a:pathLst>
                  <a:path w="10381" h="5589" fill="none" extrusionOk="0">
                    <a:moveTo>
                      <a:pt x="10381" y="823"/>
                    </a:moveTo>
                    <a:cubicBezTo>
                      <a:pt x="10133" y="1164"/>
                      <a:pt x="9629" y="1277"/>
                      <a:pt x="9261" y="1079"/>
                    </a:cubicBezTo>
                    <a:cubicBezTo>
                      <a:pt x="8892" y="873"/>
                      <a:pt x="8715" y="391"/>
                      <a:pt x="8856" y="1"/>
                    </a:cubicBezTo>
                    <a:cubicBezTo>
                      <a:pt x="8523" y="270"/>
                      <a:pt x="8211" y="419"/>
                      <a:pt x="7885" y="426"/>
                    </a:cubicBezTo>
                    <a:cubicBezTo>
                      <a:pt x="7559" y="433"/>
                      <a:pt x="7233" y="292"/>
                      <a:pt x="7020" y="50"/>
                    </a:cubicBezTo>
                    <a:cubicBezTo>
                      <a:pt x="7261" y="667"/>
                      <a:pt x="7062" y="1157"/>
                      <a:pt x="6687" y="1426"/>
                    </a:cubicBezTo>
                    <a:cubicBezTo>
                      <a:pt x="6318" y="1695"/>
                      <a:pt x="5786" y="1731"/>
                      <a:pt x="5382" y="1518"/>
                    </a:cubicBezTo>
                    <a:cubicBezTo>
                      <a:pt x="5233" y="2199"/>
                      <a:pt x="4886" y="2674"/>
                      <a:pt x="4418" y="2865"/>
                    </a:cubicBezTo>
                    <a:cubicBezTo>
                      <a:pt x="3943" y="3064"/>
                      <a:pt x="3361" y="2972"/>
                      <a:pt x="2971" y="2639"/>
                    </a:cubicBezTo>
                    <a:cubicBezTo>
                      <a:pt x="2574" y="3057"/>
                      <a:pt x="2326" y="3475"/>
                      <a:pt x="1957" y="3773"/>
                    </a:cubicBezTo>
                    <a:cubicBezTo>
                      <a:pt x="1595" y="4078"/>
                      <a:pt x="1085" y="4248"/>
                      <a:pt x="638" y="4099"/>
                    </a:cubicBezTo>
                    <a:cubicBezTo>
                      <a:pt x="674" y="4468"/>
                      <a:pt x="688" y="4773"/>
                      <a:pt x="589" y="5028"/>
                    </a:cubicBezTo>
                    <a:cubicBezTo>
                      <a:pt x="482" y="5290"/>
                      <a:pt x="262" y="5496"/>
                      <a:pt x="0" y="5588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7"/>
              <p:cNvSpPr/>
              <p:nvPr/>
            </p:nvSpPr>
            <p:spPr>
              <a:xfrm>
                <a:off x="5550943" y="2836287"/>
                <a:ext cx="271387" cy="272064"/>
              </a:xfrm>
              <a:custGeom>
                <a:avLst/>
                <a:gdLst/>
                <a:ahLst/>
                <a:cxnLst/>
                <a:rect l="l" t="t" r="r" b="b"/>
                <a:pathLst>
                  <a:path w="4411" h="4422" extrusionOk="0">
                    <a:moveTo>
                      <a:pt x="2525" y="1"/>
                    </a:moveTo>
                    <a:cubicBezTo>
                      <a:pt x="2347" y="369"/>
                      <a:pt x="2220" y="752"/>
                      <a:pt x="2099" y="1142"/>
                    </a:cubicBezTo>
                    <a:cubicBezTo>
                      <a:pt x="1660" y="901"/>
                      <a:pt x="1263" y="547"/>
                      <a:pt x="887" y="171"/>
                    </a:cubicBezTo>
                    <a:lnTo>
                      <a:pt x="887" y="171"/>
                    </a:lnTo>
                    <a:cubicBezTo>
                      <a:pt x="844" y="809"/>
                      <a:pt x="993" y="1390"/>
                      <a:pt x="1256" y="1901"/>
                    </a:cubicBezTo>
                    <a:cubicBezTo>
                      <a:pt x="858" y="1986"/>
                      <a:pt x="454" y="2071"/>
                      <a:pt x="0" y="2156"/>
                    </a:cubicBezTo>
                    <a:cubicBezTo>
                      <a:pt x="419" y="2667"/>
                      <a:pt x="986" y="3064"/>
                      <a:pt x="1617" y="3269"/>
                    </a:cubicBezTo>
                    <a:cubicBezTo>
                      <a:pt x="1617" y="3269"/>
                      <a:pt x="639" y="3737"/>
                      <a:pt x="639" y="3844"/>
                    </a:cubicBezTo>
                    <a:cubicBezTo>
                      <a:pt x="1110" y="4198"/>
                      <a:pt x="1691" y="4421"/>
                      <a:pt x="2279" y="4421"/>
                    </a:cubicBezTo>
                    <a:cubicBezTo>
                      <a:pt x="2373" y="4421"/>
                      <a:pt x="2467" y="4416"/>
                      <a:pt x="2560" y="4404"/>
                    </a:cubicBezTo>
                    <a:cubicBezTo>
                      <a:pt x="3241" y="4326"/>
                      <a:pt x="3893" y="3901"/>
                      <a:pt x="4184" y="3284"/>
                    </a:cubicBezTo>
                    <a:cubicBezTo>
                      <a:pt x="4390" y="2830"/>
                      <a:pt x="4411" y="2305"/>
                      <a:pt x="4297" y="1816"/>
                    </a:cubicBezTo>
                    <a:cubicBezTo>
                      <a:pt x="4191" y="1334"/>
                      <a:pt x="3964" y="880"/>
                      <a:pt x="3709" y="454"/>
                    </a:cubicBezTo>
                    <a:lnTo>
                      <a:pt x="3007" y="1823"/>
                    </a:lnTo>
                    <a:cubicBezTo>
                      <a:pt x="2964" y="1192"/>
                      <a:pt x="2801" y="568"/>
                      <a:pt x="25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7"/>
              <p:cNvSpPr/>
              <p:nvPr/>
            </p:nvSpPr>
            <p:spPr>
              <a:xfrm>
                <a:off x="5651721" y="2923099"/>
                <a:ext cx="146183" cy="191158"/>
              </a:xfrm>
              <a:custGeom>
                <a:avLst/>
                <a:gdLst/>
                <a:ahLst/>
                <a:cxnLst/>
                <a:rect l="l" t="t" r="r" b="b"/>
                <a:pathLst>
                  <a:path w="2376" h="3107" fill="none" extrusionOk="0">
                    <a:moveTo>
                      <a:pt x="0" y="1"/>
                    </a:moveTo>
                    <a:cubicBezTo>
                      <a:pt x="582" y="1171"/>
                      <a:pt x="1397" y="2234"/>
                      <a:pt x="2376" y="3106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37"/>
              <p:cNvSpPr/>
              <p:nvPr/>
            </p:nvSpPr>
            <p:spPr>
              <a:xfrm>
                <a:off x="5600655" y="2982901"/>
                <a:ext cx="93887" cy="13105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213" fill="none" extrusionOk="0">
                    <a:moveTo>
                      <a:pt x="1525" y="213"/>
                    </a:moveTo>
                    <a:cubicBezTo>
                      <a:pt x="1008" y="192"/>
                      <a:pt x="497" y="121"/>
                      <a:pt x="1" y="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37"/>
              <p:cNvSpPr/>
              <p:nvPr/>
            </p:nvSpPr>
            <p:spPr>
              <a:xfrm>
                <a:off x="5732442" y="2939280"/>
                <a:ext cx="41899" cy="107361"/>
              </a:xfrm>
              <a:custGeom>
                <a:avLst/>
                <a:gdLst/>
                <a:ahLst/>
                <a:cxnLst/>
                <a:rect l="l" t="t" r="r" b="b"/>
                <a:pathLst>
                  <a:path w="681" h="1745" fill="none" extrusionOk="0">
                    <a:moveTo>
                      <a:pt x="0" y="1744"/>
                    </a:moveTo>
                    <a:cubicBezTo>
                      <a:pt x="341" y="1220"/>
                      <a:pt x="575" y="624"/>
                      <a:pt x="681" y="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37"/>
              <p:cNvSpPr/>
              <p:nvPr/>
            </p:nvSpPr>
            <p:spPr>
              <a:xfrm>
                <a:off x="6141212" y="2803987"/>
                <a:ext cx="275324" cy="267572"/>
              </a:xfrm>
              <a:custGeom>
                <a:avLst/>
                <a:gdLst/>
                <a:ahLst/>
                <a:cxnLst/>
                <a:rect l="l" t="t" r="r" b="b"/>
                <a:pathLst>
                  <a:path w="4475" h="4349" extrusionOk="0">
                    <a:moveTo>
                      <a:pt x="1659" y="1"/>
                    </a:moveTo>
                    <a:cubicBezTo>
                      <a:pt x="1291" y="554"/>
                      <a:pt x="1092" y="1221"/>
                      <a:pt x="1085" y="1887"/>
                    </a:cubicBezTo>
                    <a:cubicBezTo>
                      <a:pt x="1085" y="1887"/>
                      <a:pt x="366" y="1120"/>
                      <a:pt x="247" y="1120"/>
                    </a:cubicBezTo>
                    <a:cubicBezTo>
                      <a:pt x="245" y="1120"/>
                      <a:pt x="243" y="1121"/>
                      <a:pt x="241" y="1121"/>
                    </a:cubicBezTo>
                    <a:cubicBezTo>
                      <a:pt x="14" y="1766"/>
                      <a:pt x="0" y="2504"/>
                      <a:pt x="284" y="3128"/>
                    </a:cubicBezTo>
                    <a:cubicBezTo>
                      <a:pt x="575" y="3752"/>
                      <a:pt x="1170" y="4241"/>
                      <a:pt x="1851" y="4333"/>
                    </a:cubicBezTo>
                    <a:cubicBezTo>
                      <a:pt x="1927" y="4343"/>
                      <a:pt x="2005" y="4348"/>
                      <a:pt x="2082" y="4348"/>
                    </a:cubicBezTo>
                    <a:cubicBezTo>
                      <a:pt x="2498" y="4348"/>
                      <a:pt x="2918" y="4209"/>
                      <a:pt x="3283" y="4000"/>
                    </a:cubicBezTo>
                    <a:cubicBezTo>
                      <a:pt x="3709" y="3752"/>
                      <a:pt x="4077" y="3397"/>
                      <a:pt x="4404" y="3022"/>
                    </a:cubicBezTo>
                    <a:lnTo>
                      <a:pt x="2879" y="2773"/>
                    </a:lnTo>
                    <a:cubicBezTo>
                      <a:pt x="3468" y="2539"/>
                      <a:pt x="4014" y="2192"/>
                      <a:pt x="4474" y="1759"/>
                    </a:cubicBezTo>
                    <a:cubicBezTo>
                      <a:pt x="4070" y="1696"/>
                      <a:pt x="3666" y="1696"/>
                      <a:pt x="3262" y="1696"/>
                    </a:cubicBezTo>
                    <a:cubicBezTo>
                      <a:pt x="3354" y="1206"/>
                      <a:pt x="3574" y="724"/>
                      <a:pt x="3815" y="249"/>
                    </a:cubicBezTo>
                    <a:lnTo>
                      <a:pt x="3815" y="249"/>
                    </a:lnTo>
                    <a:cubicBezTo>
                      <a:pt x="3191" y="405"/>
                      <a:pt x="2688" y="724"/>
                      <a:pt x="2276" y="1121"/>
                    </a:cubicBezTo>
                    <a:cubicBezTo>
                      <a:pt x="2078" y="767"/>
                      <a:pt x="1879" y="412"/>
                      <a:pt x="1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37"/>
              <p:cNvSpPr/>
              <p:nvPr/>
            </p:nvSpPr>
            <p:spPr>
              <a:xfrm>
                <a:off x="6179173" y="2886492"/>
                <a:ext cx="138308" cy="197249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3206" fill="none" extrusionOk="0">
                    <a:moveTo>
                      <a:pt x="2248" y="0"/>
                    </a:moveTo>
                    <a:cubicBezTo>
                      <a:pt x="1305" y="908"/>
                      <a:pt x="539" y="2007"/>
                      <a:pt x="0" y="3205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7"/>
              <p:cNvSpPr/>
              <p:nvPr/>
            </p:nvSpPr>
            <p:spPr>
              <a:xfrm>
                <a:off x="6245005" y="2855914"/>
                <a:ext cx="15812" cy="93456"/>
              </a:xfrm>
              <a:custGeom>
                <a:avLst/>
                <a:gdLst/>
                <a:ahLst/>
                <a:cxnLst/>
                <a:rect l="l" t="t" r="r" b="b"/>
                <a:pathLst>
                  <a:path w="257" h="1519" fill="none" extrusionOk="0">
                    <a:moveTo>
                      <a:pt x="256" y="1518"/>
                    </a:moveTo>
                    <a:cubicBezTo>
                      <a:pt x="121" y="1022"/>
                      <a:pt x="36" y="511"/>
                      <a:pt x="1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7"/>
              <p:cNvSpPr/>
              <p:nvPr/>
            </p:nvSpPr>
            <p:spPr>
              <a:xfrm>
                <a:off x="6224086" y="3000744"/>
                <a:ext cx="114806" cy="13166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214" fill="none" extrusionOk="0">
                    <a:moveTo>
                      <a:pt x="0" y="1"/>
                    </a:moveTo>
                    <a:cubicBezTo>
                      <a:pt x="603" y="171"/>
                      <a:pt x="1241" y="214"/>
                      <a:pt x="1865" y="12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7"/>
              <p:cNvSpPr/>
              <p:nvPr/>
            </p:nvSpPr>
            <p:spPr>
              <a:xfrm>
                <a:off x="6388542" y="2026187"/>
                <a:ext cx="301965" cy="300611"/>
              </a:xfrm>
              <a:custGeom>
                <a:avLst/>
                <a:gdLst/>
                <a:ahLst/>
                <a:cxnLst/>
                <a:rect l="l" t="t" r="r" b="b"/>
                <a:pathLst>
                  <a:path w="4908" h="4886" extrusionOk="0">
                    <a:moveTo>
                      <a:pt x="2291" y="0"/>
                    </a:moveTo>
                    <a:cubicBezTo>
                      <a:pt x="1880" y="504"/>
                      <a:pt x="1603" y="1106"/>
                      <a:pt x="1461" y="1780"/>
                    </a:cubicBezTo>
                    <a:cubicBezTo>
                      <a:pt x="1171" y="1432"/>
                      <a:pt x="880" y="1078"/>
                      <a:pt x="561" y="702"/>
                    </a:cubicBezTo>
                    <a:cubicBezTo>
                      <a:pt x="206" y="1312"/>
                      <a:pt x="1" y="2014"/>
                      <a:pt x="64" y="2716"/>
                    </a:cubicBezTo>
                    <a:cubicBezTo>
                      <a:pt x="128" y="3411"/>
                      <a:pt x="476" y="4099"/>
                      <a:pt x="1057" y="4496"/>
                    </a:cubicBezTo>
                    <a:cubicBezTo>
                      <a:pt x="1439" y="4762"/>
                      <a:pt x="1903" y="4886"/>
                      <a:pt x="2372" y="4886"/>
                    </a:cubicBezTo>
                    <a:cubicBezTo>
                      <a:pt x="2627" y="4886"/>
                      <a:pt x="2883" y="4849"/>
                      <a:pt x="3128" y="4779"/>
                    </a:cubicBezTo>
                    <a:cubicBezTo>
                      <a:pt x="3823" y="4581"/>
                      <a:pt x="4425" y="4134"/>
                      <a:pt x="4893" y="3581"/>
                    </a:cubicBezTo>
                    <a:lnTo>
                      <a:pt x="3433" y="3233"/>
                    </a:lnTo>
                    <a:cubicBezTo>
                      <a:pt x="3957" y="2872"/>
                      <a:pt x="4454" y="2468"/>
                      <a:pt x="4907" y="2021"/>
                    </a:cubicBezTo>
                    <a:cubicBezTo>
                      <a:pt x="4578" y="1942"/>
                      <a:pt x="4270" y="1920"/>
                      <a:pt x="3969" y="1920"/>
                    </a:cubicBezTo>
                    <a:cubicBezTo>
                      <a:pt x="3920" y="1920"/>
                      <a:pt x="3871" y="1921"/>
                      <a:pt x="3823" y="1922"/>
                    </a:cubicBezTo>
                    <a:cubicBezTo>
                      <a:pt x="3979" y="1411"/>
                      <a:pt x="4142" y="879"/>
                      <a:pt x="4220" y="340"/>
                    </a:cubicBezTo>
                    <a:lnTo>
                      <a:pt x="4220" y="340"/>
                    </a:lnTo>
                    <a:cubicBezTo>
                      <a:pt x="3681" y="603"/>
                      <a:pt x="3213" y="922"/>
                      <a:pt x="2745" y="1347"/>
                    </a:cubicBezTo>
                    <a:cubicBezTo>
                      <a:pt x="2603" y="915"/>
                      <a:pt x="2461" y="482"/>
                      <a:pt x="22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7"/>
              <p:cNvSpPr/>
              <p:nvPr/>
            </p:nvSpPr>
            <p:spPr>
              <a:xfrm>
                <a:off x="6400785" y="2097248"/>
                <a:ext cx="209431" cy="229980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738" fill="none" extrusionOk="0">
                    <a:moveTo>
                      <a:pt x="0" y="3738"/>
                    </a:moveTo>
                    <a:cubicBezTo>
                      <a:pt x="1390" y="2766"/>
                      <a:pt x="2567" y="1476"/>
                      <a:pt x="3404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37"/>
              <p:cNvSpPr/>
              <p:nvPr/>
            </p:nvSpPr>
            <p:spPr>
              <a:xfrm>
                <a:off x="6543400" y="2115152"/>
                <a:ext cx="1846" cy="78567"/>
              </a:xfrm>
              <a:custGeom>
                <a:avLst/>
                <a:gdLst/>
                <a:ahLst/>
                <a:cxnLst/>
                <a:rect l="l" t="t" r="r" b="b"/>
                <a:pathLst>
                  <a:path w="30" h="1277" fill="none" extrusionOk="0">
                    <a:moveTo>
                      <a:pt x="15" y="1277"/>
                    </a:moveTo>
                    <a:cubicBezTo>
                      <a:pt x="1" y="852"/>
                      <a:pt x="8" y="426"/>
                      <a:pt x="29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37"/>
              <p:cNvSpPr/>
              <p:nvPr/>
            </p:nvSpPr>
            <p:spPr>
              <a:xfrm>
                <a:off x="6504147" y="2238633"/>
                <a:ext cx="114806" cy="5291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86" fill="none" extrusionOk="0">
                    <a:moveTo>
                      <a:pt x="1" y="0"/>
                    </a:moveTo>
                    <a:cubicBezTo>
                      <a:pt x="618" y="78"/>
                      <a:pt x="1249" y="85"/>
                      <a:pt x="1866" y="22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37"/>
              <p:cNvSpPr/>
              <p:nvPr/>
            </p:nvSpPr>
            <p:spPr>
              <a:xfrm>
                <a:off x="6442622" y="2147883"/>
                <a:ext cx="29778" cy="122189"/>
              </a:xfrm>
              <a:custGeom>
                <a:avLst/>
                <a:gdLst/>
                <a:ahLst/>
                <a:cxnLst/>
                <a:rect l="l" t="t" r="r" b="b"/>
                <a:pathLst>
                  <a:path w="484" h="1986" fill="none" extrusionOk="0">
                    <a:moveTo>
                      <a:pt x="1" y="0"/>
                    </a:moveTo>
                    <a:cubicBezTo>
                      <a:pt x="58" y="681"/>
                      <a:pt x="221" y="1355"/>
                      <a:pt x="483" y="1986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37"/>
              <p:cNvSpPr/>
              <p:nvPr/>
            </p:nvSpPr>
            <p:spPr>
              <a:xfrm>
                <a:off x="5449304" y="2276286"/>
                <a:ext cx="78567" cy="75553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28" extrusionOk="0">
                    <a:moveTo>
                      <a:pt x="260" y="1"/>
                    </a:moveTo>
                    <a:cubicBezTo>
                      <a:pt x="172" y="1"/>
                      <a:pt x="85" y="11"/>
                      <a:pt x="0" y="34"/>
                    </a:cubicBezTo>
                    <a:cubicBezTo>
                      <a:pt x="163" y="438"/>
                      <a:pt x="305" y="665"/>
                      <a:pt x="447" y="892"/>
                    </a:cubicBezTo>
                    <a:cubicBezTo>
                      <a:pt x="539" y="1033"/>
                      <a:pt x="638" y="1182"/>
                      <a:pt x="794" y="1218"/>
                    </a:cubicBezTo>
                    <a:cubicBezTo>
                      <a:pt x="820" y="1225"/>
                      <a:pt x="846" y="1228"/>
                      <a:pt x="871" y="1228"/>
                    </a:cubicBezTo>
                    <a:cubicBezTo>
                      <a:pt x="1056" y="1228"/>
                      <a:pt x="1223" y="1058"/>
                      <a:pt x="1248" y="877"/>
                    </a:cubicBezTo>
                    <a:cubicBezTo>
                      <a:pt x="1277" y="665"/>
                      <a:pt x="1163" y="452"/>
                      <a:pt x="1014" y="303"/>
                    </a:cubicBezTo>
                    <a:cubicBezTo>
                      <a:pt x="815" y="109"/>
                      <a:pt x="537" y="1"/>
                      <a:pt x="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7"/>
              <p:cNvSpPr/>
              <p:nvPr/>
            </p:nvSpPr>
            <p:spPr>
              <a:xfrm>
                <a:off x="5503385" y="2320215"/>
                <a:ext cx="55496" cy="29717"/>
              </a:xfrm>
              <a:custGeom>
                <a:avLst/>
                <a:gdLst/>
                <a:ahLst/>
                <a:cxnLst/>
                <a:rect l="l" t="t" r="r" b="b"/>
                <a:pathLst>
                  <a:path w="902" h="483" fill="none" extrusionOk="0">
                    <a:moveTo>
                      <a:pt x="1" y="0"/>
                    </a:moveTo>
                    <a:cubicBezTo>
                      <a:pt x="334" y="78"/>
                      <a:pt x="653" y="241"/>
                      <a:pt x="901" y="482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37"/>
              <p:cNvSpPr/>
              <p:nvPr/>
            </p:nvSpPr>
            <p:spPr>
              <a:xfrm>
                <a:off x="6891569" y="1961155"/>
                <a:ext cx="83366" cy="63371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1030" extrusionOk="0">
                    <a:moveTo>
                      <a:pt x="513" y="0"/>
                    </a:moveTo>
                    <a:cubicBezTo>
                      <a:pt x="508" y="0"/>
                      <a:pt x="502" y="0"/>
                      <a:pt x="497" y="1"/>
                    </a:cubicBezTo>
                    <a:cubicBezTo>
                      <a:pt x="341" y="1"/>
                      <a:pt x="185" y="86"/>
                      <a:pt x="100" y="220"/>
                    </a:cubicBezTo>
                    <a:cubicBezTo>
                      <a:pt x="14" y="355"/>
                      <a:pt x="0" y="532"/>
                      <a:pt x="64" y="674"/>
                    </a:cubicBezTo>
                    <a:cubicBezTo>
                      <a:pt x="156" y="894"/>
                      <a:pt x="412" y="1015"/>
                      <a:pt x="653" y="1029"/>
                    </a:cubicBezTo>
                    <a:cubicBezTo>
                      <a:pt x="663" y="1029"/>
                      <a:pt x="673" y="1029"/>
                      <a:pt x="683" y="1029"/>
                    </a:cubicBezTo>
                    <a:cubicBezTo>
                      <a:pt x="907" y="1029"/>
                      <a:pt x="1137" y="955"/>
                      <a:pt x="1355" y="880"/>
                    </a:cubicBezTo>
                    <a:cubicBezTo>
                      <a:pt x="1199" y="617"/>
                      <a:pt x="1128" y="426"/>
                      <a:pt x="1007" y="270"/>
                    </a:cubicBezTo>
                    <a:cubicBezTo>
                      <a:pt x="883" y="118"/>
                      <a:pt x="706" y="0"/>
                      <a:pt x="5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37"/>
              <p:cNvSpPr/>
              <p:nvPr/>
            </p:nvSpPr>
            <p:spPr>
              <a:xfrm>
                <a:off x="6877172" y="1959432"/>
                <a:ext cx="53711" cy="34516"/>
              </a:xfrm>
              <a:custGeom>
                <a:avLst/>
                <a:gdLst/>
                <a:ahLst/>
                <a:cxnLst/>
                <a:rect l="l" t="t" r="r" b="b"/>
                <a:pathLst>
                  <a:path w="873" h="561" fill="none" extrusionOk="0">
                    <a:moveTo>
                      <a:pt x="0" y="0"/>
                    </a:moveTo>
                    <a:cubicBezTo>
                      <a:pt x="334" y="107"/>
                      <a:pt x="638" y="305"/>
                      <a:pt x="872" y="56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7"/>
              <p:cNvSpPr/>
              <p:nvPr/>
            </p:nvSpPr>
            <p:spPr>
              <a:xfrm>
                <a:off x="6609724" y="1753077"/>
                <a:ext cx="61587" cy="9136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485" extrusionOk="0">
                    <a:moveTo>
                      <a:pt x="306" y="0"/>
                    </a:moveTo>
                    <a:cubicBezTo>
                      <a:pt x="171" y="277"/>
                      <a:pt x="121" y="553"/>
                      <a:pt x="65" y="823"/>
                    </a:cubicBezTo>
                    <a:cubicBezTo>
                      <a:pt x="29" y="1036"/>
                      <a:pt x="1" y="1291"/>
                      <a:pt x="171" y="1426"/>
                    </a:cubicBezTo>
                    <a:cubicBezTo>
                      <a:pt x="227" y="1467"/>
                      <a:pt x="292" y="1485"/>
                      <a:pt x="359" y="1485"/>
                    </a:cubicBezTo>
                    <a:cubicBezTo>
                      <a:pt x="488" y="1485"/>
                      <a:pt x="624" y="1419"/>
                      <a:pt x="717" y="1326"/>
                    </a:cubicBezTo>
                    <a:cubicBezTo>
                      <a:pt x="922" y="1128"/>
                      <a:pt x="1000" y="809"/>
                      <a:pt x="915" y="539"/>
                    </a:cubicBezTo>
                    <a:cubicBezTo>
                      <a:pt x="830" y="270"/>
                      <a:pt x="589" y="50"/>
                      <a:pt x="3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7"/>
              <p:cNvSpPr/>
              <p:nvPr/>
            </p:nvSpPr>
            <p:spPr>
              <a:xfrm>
                <a:off x="6635933" y="1794975"/>
                <a:ext cx="10951" cy="7463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213" fill="none" extrusionOk="0">
                    <a:moveTo>
                      <a:pt x="0" y="0"/>
                    </a:moveTo>
                    <a:cubicBezTo>
                      <a:pt x="149" y="383"/>
                      <a:pt x="177" y="815"/>
                      <a:pt x="78" y="1213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7"/>
              <p:cNvSpPr/>
              <p:nvPr/>
            </p:nvSpPr>
            <p:spPr>
              <a:xfrm>
                <a:off x="6366762" y="1773565"/>
                <a:ext cx="84228" cy="59864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973" extrusionOk="0">
                    <a:moveTo>
                      <a:pt x="1369" y="1"/>
                    </a:moveTo>
                    <a:lnTo>
                      <a:pt x="638" y="86"/>
                    </a:lnTo>
                    <a:cubicBezTo>
                      <a:pt x="447" y="107"/>
                      <a:pt x="234" y="142"/>
                      <a:pt x="121" y="291"/>
                    </a:cubicBezTo>
                    <a:cubicBezTo>
                      <a:pt x="0" y="447"/>
                      <a:pt x="29" y="674"/>
                      <a:pt x="156" y="816"/>
                    </a:cubicBezTo>
                    <a:cubicBezTo>
                      <a:pt x="254" y="919"/>
                      <a:pt x="402" y="973"/>
                      <a:pt x="549" y="973"/>
                    </a:cubicBezTo>
                    <a:cubicBezTo>
                      <a:pt x="593" y="973"/>
                      <a:pt x="638" y="968"/>
                      <a:pt x="681" y="958"/>
                    </a:cubicBezTo>
                    <a:cubicBezTo>
                      <a:pt x="865" y="915"/>
                      <a:pt x="1021" y="788"/>
                      <a:pt x="1135" y="639"/>
                    </a:cubicBezTo>
                    <a:cubicBezTo>
                      <a:pt x="1241" y="483"/>
                      <a:pt x="1312" y="305"/>
                      <a:pt x="13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37"/>
              <p:cNvSpPr/>
              <p:nvPr/>
            </p:nvSpPr>
            <p:spPr>
              <a:xfrm>
                <a:off x="6354519" y="1808449"/>
                <a:ext cx="41960" cy="486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9" fill="none" extrusionOk="0">
                    <a:moveTo>
                      <a:pt x="1" y="79"/>
                    </a:moveTo>
                    <a:cubicBezTo>
                      <a:pt x="220" y="22"/>
                      <a:pt x="454" y="1"/>
                      <a:pt x="681" y="15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7"/>
              <p:cNvSpPr/>
              <p:nvPr/>
            </p:nvSpPr>
            <p:spPr>
              <a:xfrm>
                <a:off x="5649998" y="2260905"/>
                <a:ext cx="87735" cy="76291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1240" extrusionOk="0">
                    <a:moveTo>
                      <a:pt x="535" y="1"/>
                    </a:moveTo>
                    <a:cubicBezTo>
                      <a:pt x="362" y="1"/>
                      <a:pt x="189" y="108"/>
                      <a:pt x="106" y="262"/>
                    </a:cubicBezTo>
                    <a:cubicBezTo>
                      <a:pt x="0" y="468"/>
                      <a:pt x="35" y="723"/>
                      <a:pt x="170" y="908"/>
                    </a:cubicBezTo>
                    <a:cubicBezTo>
                      <a:pt x="312" y="1092"/>
                      <a:pt x="532" y="1198"/>
                      <a:pt x="759" y="1227"/>
                    </a:cubicBezTo>
                    <a:cubicBezTo>
                      <a:pt x="813" y="1235"/>
                      <a:pt x="868" y="1239"/>
                      <a:pt x="923" y="1239"/>
                    </a:cubicBezTo>
                    <a:cubicBezTo>
                      <a:pt x="1093" y="1239"/>
                      <a:pt x="1265" y="1202"/>
                      <a:pt x="1425" y="1149"/>
                    </a:cubicBezTo>
                    <a:cubicBezTo>
                      <a:pt x="1078" y="808"/>
                      <a:pt x="1071" y="184"/>
                      <a:pt x="681" y="28"/>
                    </a:cubicBezTo>
                    <a:cubicBezTo>
                      <a:pt x="633" y="9"/>
                      <a:pt x="584" y="1"/>
                      <a:pt x="5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37"/>
              <p:cNvSpPr/>
              <p:nvPr/>
            </p:nvSpPr>
            <p:spPr>
              <a:xfrm>
                <a:off x="5631233" y="2250384"/>
                <a:ext cx="49343" cy="4983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810" fill="none" extrusionOk="0">
                    <a:moveTo>
                      <a:pt x="801" y="809"/>
                    </a:moveTo>
                    <a:cubicBezTo>
                      <a:pt x="539" y="540"/>
                      <a:pt x="270" y="270"/>
                      <a:pt x="0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37"/>
              <p:cNvSpPr/>
              <p:nvPr/>
            </p:nvSpPr>
            <p:spPr>
              <a:xfrm>
                <a:off x="6865359" y="2254691"/>
                <a:ext cx="98686" cy="61833"/>
              </a:xfrm>
              <a:custGeom>
                <a:avLst/>
                <a:gdLst/>
                <a:ahLst/>
                <a:cxnLst/>
                <a:rect l="l" t="t" r="r" b="b"/>
                <a:pathLst>
                  <a:path w="1604" h="1005" extrusionOk="0">
                    <a:moveTo>
                      <a:pt x="639" y="0"/>
                    </a:moveTo>
                    <a:cubicBezTo>
                      <a:pt x="589" y="0"/>
                      <a:pt x="539" y="5"/>
                      <a:pt x="490" y="16"/>
                    </a:cubicBezTo>
                    <a:cubicBezTo>
                      <a:pt x="284" y="58"/>
                      <a:pt x="100" y="207"/>
                      <a:pt x="43" y="413"/>
                    </a:cubicBezTo>
                    <a:cubicBezTo>
                      <a:pt x="1" y="576"/>
                      <a:pt x="51" y="767"/>
                      <a:pt x="185" y="881"/>
                    </a:cubicBezTo>
                    <a:cubicBezTo>
                      <a:pt x="271" y="962"/>
                      <a:pt x="385" y="1004"/>
                      <a:pt x="500" y="1004"/>
                    </a:cubicBezTo>
                    <a:cubicBezTo>
                      <a:pt x="557" y="1004"/>
                      <a:pt x="614" y="994"/>
                      <a:pt x="667" y="973"/>
                    </a:cubicBezTo>
                    <a:cubicBezTo>
                      <a:pt x="816" y="916"/>
                      <a:pt x="923" y="796"/>
                      <a:pt x="1043" y="689"/>
                    </a:cubicBezTo>
                    <a:cubicBezTo>
                      <a:pt x="1157" y="583"/>
                      <a:pt x="1313" y="491"/>
                      <a:pt x="1603" y="463"/>
                    </a:cubicBezTo>
                    <a:cubicBezTo>
                      <a:pt x="1440" y="328"/>
                      <a:pt x="1277" y="200"/>
                      <a:pt x="1093" y="115"/>
                    </a:cubicBezTo>
                    <a:cubicBezTo>
                      <a:pt x="949" y="46"/>
                      <a:pt x="793" y="0"/>
                      <a:pt x="6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37"/>
              <p:cNvSpPr/>
              <p:nvPr/>
            </p:nvSpPr>
            <p:spPr>
              <a:xfrm>
                <a:off x="6843149" y="2278316"/>
                <a:ext cx="52419" cy="14458"/>
              </a:xfrm>
              <a:custGeom>
                <a:avLst/>
                <a:gdLst/>
                <a:ahLst/>
                <a:cxnLst/>
                <a:rect l="l" t="t" r="r" b="b"/>
                <a:pathLst>
                  <a:path w="852" h="235" fill="none" extrusionOk="0">
                    <a:moveTo>
                      <a:pt x="0" y="235"/>
                    </a:moveTo>
                    <a:cubicBezTo>
                      <a:pt x="234" y="43"/>
                      <a:pt x="575" y="1"/>
                      <a:pt x="851" y="128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37"/>
              <p:cNvSpPr/>
              <p:nvPr/>
            </p:nvSpPr>
            <p:spPr>
              <a:xfrm>
                <a:off x="5949686" y="2295359"/>
                <a:ext cx="52850" cy="73645"/>
              </a:xfrm>
              <a:custGeom>
                <a:avLst/>
                <a:gdLst/>
                <a:ahLst/>
                <a:cxnLst/>
                <a:rect l="l" t="t" r="r" b="b"/>
                <a:pathLst>
                  <a:path w="859" h="1197" extrusionOk="0">
                    <a:moveTo>
                      <a:pt x="15" y="0"/>
                    </a:moveTo>
                    <a:lnTo>
                      <a:pt x="15" y="0"/>
                    </a:lnTo>
                    <a:cubicBezTo>
                      <a:pt x="22" y="206"/>
                      <a:pt x="15" y="404"/>
                      <a:pt x="7" y="582"/>
                    </a:cubicBezTo>
                    <a:cubicBezTo>
                      <a:pt x="0" y="759"/>
                      <a:pt x="7" y="957"/>
                      <a:pt x="128" y="1085"/>
                    </a:cubicBezTo>
                    <a:cubicBezTo>
                      <a:pt x="198" y="1159"/>
                      <a:pt x="301" y="1197"/>
                      <a:pt x="403" y="1197"/>
                    </a:cubicBezTo>
                    <a:cubicBezTo>
                      <a:pt x="487" y="1197"/>
                      <a:pt x="572" y="1171"/>
                      <a:pt x="639" y="1120"/>
                    </a:cubicBezTo>
                    <a:cubicBezTo>
                      <a:pt x="795" y="1014"/>
                      <a:pt x="858" y="816"/>
                      <a:pt x="830" y="631"/>
                    </a:cubicBezTo>
                    <a:cubicBezTo>
                      <a:pt x="802" y="447"/>
                      <a:pt x="688" y="284"/>
                      <a:pt x="532" y="177"/>
                    </a:cubicBezTo>
                    <a:cubicBezTo>
                      <a:pt x="383" y="71"/>
                      <a:pt x="199" y="21"/>
                      <a:pt x="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37"/>
              <p:cNvSpPr/>
              <p:nvPr/>
            </p:nvSpPr>
            <p:spPr>
              <a:xfrm>
                <a:off x="5978049" y="2346363"/>
                <a:ext cx="20119" cy="72046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171" fill="none" extrusionOk="0">
                    <a:moveTo>
                      <a:pt x="0" y="1"/>
                    </a:moveTo>
                    <a:cubicBezTo>
                      <a:pt x="248" y="327"/>
                      <a:pt x="326" y="774"/>
                      <a:pt x="199" y="117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37"/>
              <p:cNvSpPr/>
              <p:nvPr/>
            </p:nvSpPr>
            <p:spPr>
              <a:xfrm>
                <a:off x="6272076" y="2027479"/>
                <a:ext cx="66816" cy="80229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1304" extrusionOk="0">
                    <a:moveTo>
                      <a:pt x="1085" y="0"/>
                    </a:moveTo>
                    <a:lnTo>
                      <a:pt x="1085" y="0"/>
                    </a:lnTo>
                    <a:cubicBezTo>
                      <a:pt x="880" y="7"/>
                      <a:pt x="674" y="43"/>
                      <a:pt x="497" y="128"/>
                    </a:cubicBezTo>
                    <a:cubicBezTo>
                      <a:pt x="312" y="220"/>
                      <a:pt x="156" y="362"/>
                      <a:pt x="78" y="553"/>
                    </a:cubicBezTo>
                    <a:cubicBezTo>
                      <a:pt x="0" y="738"/>
                      <a:pt x="22" y="965"/>
                      <a:pt x="142" y="1128"/>
                    </a:cubicBezTo>
                    <a:cubicBezTo>
                      <a:pt x="231" y="1236"/>
                      <a:pt x="375" y="1304"/>
                      <a:pt x="513" y="1304"/>
                    </a:cubicBezTo>
                    <a:cubicBezTo>
                      <a:pt x="574" y="1304"/>
                      <a:pt x="634" y="1291"/>
                      <a:pt x="688" y="1263"/>
                    </a:cubicBezTo>
                    <a:cubicBezTo>
                      <a:pt x="901" y="1156"/>
                      <a:pt x="972" y="894"/>
                      <a:pt x="993" y="660"/>
                    </a:cubicBezTo>
                    <a:cubicBezTo>
                      <a:pt x="1014" y="426"/>
                      <a:pt x="1000" y="171"/>
                      <a:pt x="1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37"/>
              <p:cNvSpPr/>
              <p:nvPr/>
            </p:nvSpPr>
            <p:spPr>
              <a:xfrm>
                <a:off x="6276874" y="2076760"/>
                <a:ext cx="35377" cy="66816"/>
              </a:xfrm>
              <a:custGeom>
                <a:avLst/>
                <a:gdLst/>
                <a:ahLst/>
                <a:cxnLst/>
                <a:rect l="l" t="t" r="r" b="b"/>
                <a:pathLst>
                  <a:path w="575" h="1086" fill="none" extrusionOk="0">
                    <a:moveTo>
                      <a:pt x="121" y="1086"/>
                    </a:moveTo>
                    <a:cubicBezTo>
                      <a:pt x="0" y="674"/>
                      <a:pt x="199" y="199"/>
                      <a:pt x="575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37"/>
              <p:cNvSpPr/>
              <p:nvPr/>
            </p:nvSpPr>
            <p:spPr>
              <a:xfrm>
                <a:off x="5650860" y="2508666"/>
                <a:ext cx="69831" cy="84228"/>
              </a:xfrm>
              <a:custGeom>
                <a:avLst/>
                <a:gdLst/>
                <a:ahLst/>
                <a:cxnLst/>
                <a:rect l="l" t="t" r="r" b="b"/>
                <a:pathLst>
                  <a:path w="1135" h="1369" extrusionOk="0">
                    <a:moveTo>
                      <a:pt x="567" y="0"/>
                    </a:moveTo>
                    <a:cubicBezTo>
                      <a:pt x="305" y="0"/>
                      <a:pt x="57" y="213"/>
                      <a:pt x="29" y="476"/>
                    </a:cubicBezTo>
                    <a:cubicBezTo>
                      <a:pt x="0" y="702"/>
                      <a:pt x="128" y="936"/>
                      <a:pt x="298" y="1085"/>
                    </a:cubicBezTo>
                    <a:cubicBezTo>
                      <a:pt x="475" y="1241"/>
                      <a:pt x="695" y="1334"/>
                      <a:pt x="915" y="1369"/>
                    </a:cubicBezTo>
                    <a:cubicBezTo>
                      <a:pt x="915" y="1064"/>
                      <a:pt x="1135" y="780"/>
                      <a:pt x="1099" y="476"/>
                    </a:cubicBezTo>
                    <a:cubicBezTo>
                      <a:pt x="1071" y="220"/>
                      <a:pt x="823" y="0"/>
                      <a:pt x="5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37"/>
              <p:cNvSpPr/>
              <p:nvPr/>
            </p:nvSpPr>
            <p:spPr>
              <a:xfrm>
                <a:off x="5674854" y="2485102"/>
                <a:ext cx="17473" cy="51989"/>
              </a:xfrm>
              <a:custGeom>
                <a:avLst/>
                <a:gdLst/>
                <a:ahLst/>
                <a:cxnLst/>
                <a:rect l="l" t="t" r="r" b="b"/>
                <a:pathLst>
                  <a:path w="284" h="845" fill="none" extrusionOk="0">
                    <a:moveTo>
                      <a:pt x="50" y="1"/>
                    </a:moveTo>
                    <a:cubicBezTo>
                      <a:pt x="0" y="298"/>
                      <a:pt x="92" y="610"/>
                      <a:pt x="284" y="844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7"/>
              <p:cNvSpPr/>
              <p:nvPr/>
            </p:nvSpPr>
            <p:spPr>
              <a:xfrm>
                <a:off x="6157762" y="2633008"/>
                <a:ext cx="68970" cy="69093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1123" extrusionOk="0">
                    <a:moveTo>
                      <a:pt x="986" y="0"/>
                    </a:moveTo>
                    <a:cubicBezTo>
                      <a:pt x="618" y="15"/>
                      <a:pt x="313" y="192"/>
                      <a:pt x="142" y="468"/>
                    </a:cubicBezTo>
                    <a:cubicBezTo>
                      <a:pt x="50" y="617"/>
                      <a:pt x="1" y="830"/>
                      <a:pt x="107" y="979"/>
                    </a:cubicBezTo>
                    <a:cubicBezTo>
                      <a:pt x="174" y="1079"/>
                      <a:pt x="293" y="1123"/>
                      <a:pt x="417" y="1123"/>
                    </a:cubicBezTo>
                    <a:cubicBezTo>
                      <a:pt x="503" y="1123"/>
                      <a:pt x="592" y="1102"/>
                      <a:pt x="667" y="1064"/>
                    </a:cubicBezTo>
                    <a:cubicBezTo>
                      <a:pt x="852" y="972"/>
                      <a:pt x="1000" y="802"/>
                      <a:pt x="1057" y="603"/>
                    </a:cubicBezTo>
                    <a:cubicBezTo>
                      <a:pt x="1121" y="404"/>
                      <a:pt x="1093" y="178"/>
                      <a:pt x="9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7"/>
              <p:cNvSpPr/>
              <p:nvPr/>
            </p:nvSpPr>
            <p:spPr>
              <a:xfrm>
                <a:off x="6155178" y="2680137"/>
                <a:ext cx="32731" cy="49343"/>
              </a:xfrm>
              <a:custGeom>
                <a:avLst/>
                <a:gdLst/>
                <a:ahLst/>
                <a:cxnLst/>
                <a:rect l="l" t="t" r="r" b="b"/>
                <a:pathLst>
                  <a:path w="532" h="802" fill="none" extrusionOk="0">
                    <a:moveTo>
                      <a:pt x="0" y="801"/>
                    </a:moveTo>
                    <a:cubicBezTo>
                      <a:pt x="121" y="504"/>
                      <a:pt x="298" y="227"/>
                      <a:pt x="532" y="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37"/>
              <p:cNvSpPr/>
              <p:nvPr/>
            </p:nvSpPr>
            <p:spPr>
              <a:xfrm>
                <a:off x="6232392" y="2310925"/>
                <a:ext cx="87304" cy="6657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1082" extrusionOk="0">
                    <a:moveTo>
                      <a:pt x="762" y="1"/>
                    </a:moveTo>
                    <a:cubicBezTo>
                      <a:pt x="566" y="1"/>
                      <a:pt x="364" y="72"/>
                      <a:pt x="227" y="208"/>
                    </a:cubicBezTo>
                    <a:cubicBezTo>
                      <a:pt x="71" y="357"/>
                      <a:pt x="0" y="598"/>
                      <a:pt x="78" y="797"/>
                    </a:cubicBezTo>
                    <a:cubicBezTo>
                      <a:pt x="143" y="961"/>
                      <a:pt x="315" y="1082"/>
                      <a:pt x="489" y="1082"/>
                    </a:cubicBezTo>
                    <a:cubicBezTo>
                      <a:pt x="525" y="1082"/>
                      <a:pt x="561" y="1077"/>
                      <a:pt x="596" y="1066"/>
                    </a:cubicBezTo>
                    <a:cubicBezTo>
                      <a:pt x="936" y="953"/>
                      <a:pt x="1007" y="428"/>
                      <a:pt x="1418" y="201"/>
                    </a:cubicBezTo>
                    <a:cubicBezTo>
                      <a:pt x="1234" y="95"/>
                      <a:pt x="1028" y="9"/>
                      <a:pt x="816" y="2"/>
                    </a:cubicBezTo>
                    <a:cubicBezTo>
                      <a:pt x="798" y="1"/>
                      <a:pt x="780" y="1"/>
                      <a:pt x="7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37"/>
              <p:cNvSpPr/>
              <p:nvPr/>
            </p:nvSpPr>
            <p:spPr>
              <a:xfrm>
                <a:off x="6200953" y="2346794"/>
                <a:ext cx="67247" cy="43252"/>
              </a:xfrm>
              <a:custGeom>
                <a:avLst/>
                <a:gdLst/>
                <a:ahLst/>
                <a:cxnLst/>
                <a:rect l="l" t="t" r="r" b="b"/>
                <a:pathLst>
                  <a:path w="1093" h="703" fill="none" extrusionOk="0">
                    <a:moveTo>
                      <a:pt x="1" y="703"/>
                    </a:moveTo>
                    <a:cubicBezTo>
                      <a:pt x="256" y="341"/>
                      <a:pt x="660" y="86"/>
                      <a:pt x="1093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37"/>
              <p:cNvSpPr/>
              <p:nvPr/>
            </p:nvSpPr>
            <p:spPr>
              <a:xfrm>
                <a:off x="7068699" y="1813248"/>
                <a:ext cx="1512223" cy="1413968"/>
              </a:xfrm>
              <a:custGeom>
                <a:avLst/>
                <a:gdLst/>
                <a:ahLst/>
                <a:cxnLst/>
                <a:rect l="l" t="t" r="r" b="b"/>
                <a:pathLst>
                  <a:path w="24579" h="22982" extrusionOk="0">
                    <a:moveTo>
                      <a:pt x="1177" y="1"/>
                    </a:moveTo>
                    <a:cubicBezTo>
                      <a:pt x="791" y="1"/>
                      <a:pt x="399" y="3"/>
                      <a:pt x="0" y="8"/>
                    </a:cubicBezTo>
                    <a:lnTo>
                      <a:pt x="0" y="22982"/>
                    </a:lnTo>
                    <a:lnTo>
                      <a:pt x="22641" y="22982"/>
                    </a:lnTo>
                    <a:cubicBezTo>
                      <a:pt x="23973" y="8856"/>
                      <a:pt x="24578" y="1"/>
                      <a:pt x="1177" y="1"/>
                    </a:cubicBezTo>
                    <a:close/>
                  </a:path>
                </a:pathLst>
              </a:custGeom>
              <a:solidFill>
                <a:srgbClr val="9876C1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7"/>
              <p:cNvSpPr/>
              <p:nvPr/>
            </p:nvSpPr>
            <p:spPr>
              <a:xfrm>
                <a:off x="7068699" y="2130656"/>
                <a:ext cx="1050970" cy="1096560"/>
              </a:xfrm>
              <a:custGeom>
                <a:avLst/>
                <a:gdLst/>
                <a:ahLst/>
                <a:cxnLst/>
                <a:rect l="l" t="t" r="r" b="b"/>
                <a:pathLst>
                  <a:path w="17082" h="17823" extrusionOk="0">
                    <a:moveTo>
                      <a:pt x="1544" y="0"/>
                    </a:moveTo>
                    <a:cubicBezTo>
                      <a:pt x="1037" y="0"/>
                      <a:pt x="522" y="13"/>
                      <a:pt x="0" y="39"/>
                    </a:cubicBezTo>
                    <a:lnTo>
                      <a:pt x="0" y="17823"/>
                    </a:lnTo>
                    <a:lnTo>
                      <a:pt x="16252" y="17823"/>
                    </a:lnTo>
                    <a:cubicBezTo>
                      <a:pt x="17082" y="12696"/>
                      <a:pt x="16571" y="7499"/>
                      <a:pt x="14550" y="4911"/>
                    </a:cubicBezTo>
                    <a:cubicBezTo>
                      <a:pt x="11998" y="1648"/>
                      <a:pt x="7256" y="0"/>
                      <a:pt x="1544" y="0"/>
                    </a:cubicBezTo>
                    <a:close/>
                  </a:path>
                </a:pathLst>
              </a:custGeom>
              <a:solidFill>
                <a:srgbClr val="9876C1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37"/>
              <p:cNvSpPr/>
              <p:nvPr/>
            </p:nvSpPr>
            <p:spPr>
              <a:xfrm>
                <a:off x="7068699" y="2541398"/>
                <a:ext cx="790535" cy="685819"/>
              </a:xfrm>
              <a:custGeom>
                <a:avLst/>
                <a:gdLst/>
                <a:ahLst/>
                <a:cxnLst/>
                <a:rect l="l" t="t" r="r" b="b"/>
                <a:pathLst>
                  <a:path w="12849" h="11147" extrusionOk="0">
                    <a:moveTo>
                      <a:pt x="0" y="0"/>
                    </a:moveTo>
                    <a:lnTo>
                      <a:pt x="0" y="11147"/>
                    </a:lnTo>
                    <a:lnTo>
                      <a:pt x="10530" y="11147"/>
                    </a:lnTo>
                    <a:cubicBezTo>
                      <a:pt x="12374" y="6276"/>
                      <a:pt x="12849" y="1716"/>
                      <a:pt x="5495" y="532"/>
                    </a:cubicBezTo>
                    <a:cubicBezTo>
                      <a:pt x="3716" y="241"/>
                      <a:pt x="1851" y="50"/>
                      <a:pt x="0" y="0"/>
                    </a:cubicBezTo>
                    <a:close/>
                  </a:path>
                </a:pathLst>
              </a:custGeom>
              <a:solidFill>
                <a:srgbClr val="9876C1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37"/>
              <p:cNvSpPr/>
              <p:nvPr/>
            </p:nvSpPr>
            <p:spPr>
              <a:xfrm>
                <a:off x="7068699" y="2821890"/>
                <a:ext cx="394006" cy="405327"/>
              </a:xfrm>
              <a:custGeom>
                <a:avLst/>
                <a:gdLst/>
                <a:ahLst/>
                <a:cxnLst/>
                <a:rect l="l" t="t" r="r" b="b"/>
                <a:pathLst>
                  <a:path w="6404" h="6588" extrusionOk="0">
                    <a:moveTo>
                      <a:pt x="0" y="1"/>
                    </a:moveTo>
                    <a:lnTo>
                      <a:pt x="0" y="6588"/>
                    </a:lnTo>
                    <a:lnTo>
                      <a:pt x="6403" y="6588"/>
                    </a:lnTo>
                    <a:cubicBezTo>
                      <a:pt x="6339" y="5404"/>
                      <a:pt x="5850" y="4177"/>
                      <a:pt x="4836" y="2993"/>
                    </a:cubicBezTo>
                    <a:cubicBezTo>
                      <a:pt x="3404" y="1327"/>
                      <a:pt x="1709" y="334"/>
                      <a:pt x="0" y="1"/>
                    </a:cubicBezTo>
                    <a:close/>
                  </a:path>
                </a:pathLst>
              </a:custGeom>
              <a:solidFill>
                <a:srgbClr val="9876C1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37"/>
              <p:cNvSpPr/>
              <p:nvPr/>
            </p:nvSpPr>
            <p:spPr>
              <a:xfrm>
                <a:off x="7295541" y="3069098"/>
                <a:ext cx="984277" cy="158119"/>
              </a:xfrm>
              <a:custGeom>
                <a:avLst/>
                <a:gdLst/>
                <a:ahLst/>
                <a:cxnLst/>
                <a:rect l="l" t="t" r="r" b="b"/>
                <a:pathLst>
                  <a:path w="15998" h="2570" extrusionOk="0">
                    <a:moveTo>
                      <a:pt x="4802" y="1"/>
                    </a:moveTo>
                    <a:cubicBezTo>
                      <a:pt x="3548" y="1"/>
                      <a:pt x="3354" y="1237"/>
                      <a:pt x="3354" y="1237"/>
                    </a:cubicBezTo>
                    <a:cubicBezTo>
                      <a:pt x="3354" y="1237"/>
                      <a:pt x="3114" y="1021"/>
                      <a:pt x="2883" y="1021"/>
                    </a:cubicBezTo>
                    <a:cubicBezTo>
                      <a:pt x="2812" y="1021"/>
                      <a:pt x="2742" y="1042"/>
                      <a:pt x="2681" y="1095"/>
                    </a:cubicBezTo>
                    <a:cubicBezTo>
                      <a:pt x="2454" y="1301"/>
                      <a:pt x="2666" y="1563"/>
                      <a:pt x="2716" y="1620"/>
                    </a:cubicBezTo>
                    <a:cubicBezTo>
                      <a:pt x="2635" y="1534"/>
                      <a:pt x="2044" y="936"/>
                      <a:pt x="1310" y="936"/>
                    </a:cubicBezTo>
                    <a:cubicBezTo>
                      <a:pt x="1078" y="936"/>
                      <a:pt x="831" y="996"/>
                      <a:pt x="582" y="1152"/>
                    </a:cubicBezTo>
                    <a:cubicBezTo>
                      <a:pt x="78" y="1464"/>
                      <a:pt x="0" y="2038"/>
                      <a:pt x="57" y="2570"/>
                    </a:cubicBezTo>
                    <a:lnTo>
                      <a:pt x="15969" y="2570"/>
                    </a:lnTo>
                    <a:cubicBezTo>
                      <a:pt x="15997" y="2393"/>
                      <a:pt x="15990" y="2208"/>
                      <a:pt x="15919" y="2003"/>
                    </a:cubicBezTo>
                    <a:cubicBezTo>
                      <a:pt x="15708" y="1370"/>
                      <a:pt x="15059" y="1206"/>
                      <a:pt x="14441" y="1206"/>
                    </a:cubicBezTo>
                    <a:cubicBezTo>
                      <a:pt x="13769" y="1206"/>
                      <a:pt x="13132" y="1400"/>
                      <a:pt x="13132" y="1400"/>
                    </a:cubicBezTo>
                    <a:cubicBezTo>
                      <a:pt x="13132" y="1400"/>
                      <a:pt x="13320" y="783"/>
                      <a:pt x="12892" y="783"/>
                    </a:cubicBezTo>
                    <a:cubicBezTo>
                      <a:pt x="12887" y="783"/>
                      <a:pt x="12882" y="783"/>
                      <a:pt x="12877" y="783"/>
                    </a:cubicBezTo>
                    <a:cubicBezTo>
                      <a:pt x="12430" y="790"/>
                      <a:pt x="12508" y="1506"/>
                      <a:pt x="12508" y="1506"/>
                    </a:cubicBezTo>
                    <a:cubicBezTo>
                      <a:pt x="12508" y="1506"/>
                      <a:pt x="11779" y="1111"/>
                      <a:pt x="11009" y="1111"/>
                    </a:cubicBezTo>
                    <a:cubicBezTo>
                      <a:pt x="10490" y="1111"/>
                      <a:pt x="9953" y="1290"/>
                      <a:pt x="9608" y="1889"/>
                    </a:cubicBezTo>
                    <a:cubicBezTo>
                      <a:pt x="9608" y="1889"/>
                      <a:pt x="8904" y="1205"/>
                      <a:pt x="7989" y="1205"/>
                    </a:cubicBezTo>
                    <a:cubicBezTo>
                      <a:pt x="7567" y="1205"/>
                      <a:pt x="7101" y="1351"/>
                      <a:pt x="6637" y="1776"/>
                    </a:cubicBezTo>
                    <a:cubicBezTo>
                      <a:pt x="6637" y="1776"/>
                      <a:pt x="6559" y="202"/>
                      <a:pt x="5063" y="17"/>
                    </a:cubicBezTo>
                    <a:cubicBezTo>
                      <a:pt x="4971" y="6"/>
                      <a:pt x="4884" y="1"/>
                      <a:pt x="48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37"/>
              <p:cNvSpPr/>
              <p:nvPr/>
            </p:nvSpPr>
            <p:spPr>
              <a:xfrm>
                <a:off x="7068699" y="1989948"/>
                <a:ext cx="121327" cy="598146"/>
              </a:xfrm>
              <a:custGeom>
                <a:avLst/>
                <a:gdLst/>
                <a:ahLst/>
                <a:cxnLst/>
                <a:rect l="l" t="t" r="r" b="b"/>
                <a:pathLst>
                  <a:path w="1972" h="9722" extrusionOk="0">
                    <a:moveTo>
                      <a:pt x="0" y="1"/>
                    </a:moveTo>
                    <a:lnTo>
                      <a:pt x="0" y="9722"/>
                    </a:lnTo>
                    <a:cubicBezTo>
                      <a:pt x="525" y="9453"/>
                      <a:pt x="964" y="9063"/>
                      <a:pt x="1262" y="8573"/>
                    </a:cubicBezTo>
                    <a:cubicBezTo>
                      <a:pt x="1950" y="7481"/>
                      <a:pt x="1929" y="5978"/>
                      <a:pt x="1206" y="4907"/>
                    </a:cubicBezTo>
                    <a:cubicBezTo>
                      <a:pt x="1723" y="3993"/>
                      <a:pt x="1971" y="2950"/>
                      <a:pt x="1737" y="1986"/>
                    </a:cubicBezTo>
                    <a:cubicBezTo>
                      <a:pt x="1525" y="1093"/>
                      <a:pt x="858" y="298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37"/>
              <p:cNvSpPr/>
              <p:nvPr/>
            </p:nvSpPr>
            <p:spPr>
              <a:xfrm>
                <a:off x="7142836" y="2172739"/>
                <a:ext cx="38022" cy="119174"/>
              </a:xfrm>
              <a:custGeom>
                <a:avLst/>
                <a:gdLst/>
                <a:ahLst/>
                <a:cxnLst/>
                <a:rect l="l" t="t" r="r" b="b"/>
                <a:pathLst>
                  <a:path w="618" h="1937" fill="none" extrusionOk="0">
                    <a:moveTo>
                      <a:pt x="1" y="1936"/>
                    </a:moveTo>
                    <a:cubicBezTo>
                      <a:pt x="348" y="1327"/>
                      <a:pt x="568" y="660"/>
                      <a:pt x="617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7"/>
              <p:cNvSpPr/>
              <p:nvPr/>
            </p:nvSpPr>
            <p:spPr>
              <a:xfrm>
                <a:off x="7068699" y="2370788"/>
                <a:ext cx="113883" cy="217306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3532" fill="none" extrusionOk="0">
                    <a:moveTo>
                      <a:pt x="0" y="3532"/>
                    </a:moveTo>
                    <a:cubicBezTo>
                      <a:pt x="525" y="3263"/>
                      <a:pt x="964" y="2873"/>
                      <a:pt x="1262" y="2383"/>
                    </a:cubicBezTo>
                    <a:cubicBezTo>
                      <a:pt x="1702" y="1681"/>
                      <a:pt x="1851" y="816"/>
                      <a:pt x="1709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7"/>
              <p:cNvSpPr/>
              <p:nvPr/>
            </p:nvSpPr>
            <p:spPr>
              <a:xfrm>
                <a:off x="7184734" y="1813987"/>
                <a:ext cx="1345921" cy="1281320"/>
              </a:xfrm>
              <a:custGeom>
                <a:avLst/>
                <a:gdLst/>
                <a:ahLst/>
                <a:cxnLst/>
                <a:rect l="l" t="t" r="r" b="b"/>
                <a:pathLst>
                  <a:path w="21876" h="20826" extrusionOk="0">
                    <a:moveTo>
                      <a:pt x="10410" y="0"/>
                    </a:moveTo>
                    <a:cubicBezTo>
                      <a:pt x="9809" y="0"/>
                      <a:pt x="9203" y="141"/>
                      <a:pt x="8658" y="400"/>
                    </a:cubicBezTo>
                    <a:cubicBezTo>
                      <a:pt x="7665" y="875"/>
                      <a:pt x="6878" y="1733"/>
                      <a:pt x="6375" y="2712"/>
                    </a:cubicBezTo>
                    <a:cubicBezTo>
                      <a:pt x="5947" y="2513"/>
                      <a:pt x="5487" y="2421"/>
                      <a:pt x="5028" y="2421"/>
                    </a:cubicBezTo>
                    <a:cubicBezTo>
                      <a:pt x="3844" y="2421"/>
                      <a:pt x="2659" y="3034"/>
                      <a:pt x="2000" y="4031"/>
                    </a:cubicBezTo>
                    <a:cubicBezTo>
                      <a:pt x="1078" y="5406"/>
                      <a:pt x="1170" y="7335"/>
                      <a:pt x="2099" y="8703"/>
                    </a:cubicBezTo>
                    <a:cubicBezTo>
                      <a:pt x="2075" y="8700"/>
                      <a:pt x="2051" y="8698"/>
                      <a:pt x="2028" y="8698"/>
                    </a:cubicBezTo>
                    <a:cubicBezTo>
                      <a:pt x="1855" y="8698"/>
                      <a:pt x="1694" y="8787"/>
                      <a:pt x="1631" y="8930"/>
                    </a:cubicBezTo>
                    <a:cubicBezTo>
                      <a:pt x="1567" y="9086"/>
                      <a:pt x="1631" y="9292"/>
                      <a:pt x="1858" y="9462"/>
                    </a:cubicBezTo>
                    <a:cubicBezTo>
                      <a:pt x="1369" y="9561"/>
                      <a:pt x="901" y="9795"/>
                      <a:pt x="553" y="10157"/>
                    </a:cubicBezTo>
                    <a:cubicBezTo>
                      <a:pt x="213" y="10519"/>
                      <a:pt x="0" y="11022"/>
                      <a:pt x="36" y="11518"/>
                    </a:cubicBezTo>
                    <a:cubicBezTo>
                      <a:pt x="64" y="12015"/>
                      <a:pt x="362" y="12504"/>
                      <a:pt x="943" y="12873"/>
                    </a:cubicBezTo>
                    <a:cubicBezTo>
                      <a:pt x="390" y="13064"/>
                      <a:pt x="36" y="13674"/>
                      <a:pt x="78" y="14255"/>
                    </a:cubicBezTo>
                    <a:cubicBezTo>
                      <a:pt x="128" y="14844"/>
                      <a:pt x="539" y="15362"/>
                      <a:pt x="1071" y="15603"/>
                    </a:cubicBezTo>
                    <a:cubicBezTo>
                      <a:pt x="1379" y="15736"/>
                      <a:pt x="1718" y="15782"/>
                      <a:pt x="2070" y="15782"/>
                    </a:cubicBezTo>
                    <a:cubicBezTo>
                      <a:pt x="2334" y="15782"/>
                      <a:pt x="2606" y="15757"/>
                      <a:pt x="2879" y="15723"/>
                    </a:cubicBezTo>
                    <a:lnTo>
                      <a:pt x="2879" y="15723"/>
                    </a:lnTo>
                    <a:cubicBezTo>
                      <a:pt x="2808" y="16113"/>
                      <a:pt x="3000" y="16532"/>
                      <a:pt x="3340" y="16730"/>
                    </a:cubicBezTo>
                    <a:cubicBezTo>
                      <a:pt x="3516" y="16839"/>
                      <a:pt x="3728" y="16882"/>
                      <a:pt x="3942" y="16882"/>
                    </a:cubicBezTo>
                    <a:cubicBezTo>
                      <a:pt x="4134" y="16882"/>
                      <a:pt x="4329" y="16847"/>
                      <a:pt x="4503" y="16794"/>
                    </a:cubicBezTo>
                    <a:cubicBezTo>
                      <a:pt x="4602" y="17432"/>
                      <a:pt x="5021" y="18006"/>
                      <a:pt x="5602" y="18297"/>
                    </a:cubicBezTo>
                    <a:cubicBezTo>
                      <a:pt x="5872" y="18434"/>
                      <a:pt x="6173" y="18505"/>
                      <a:pt x="6468" y="18505"/>
                    </a:cubicBezTo>
                    <a:cubicBezTo>
                      <a:pt x="6802" y="18505"/>
                      <a:pt x="7129" y="18414"/>
                      <a:pt x="7396" y="18226"/>
                    </a:cubicBezTo>
                    <a:cubicBezTo>
                      <a:pt x="7899" y="19247"/>
                      <a:pt x="8842" y="20049"/>
                      <a:pt x="9934" y="20375"/>
                    </a:cubicBezTo>
                    <a:cubicBezTo>
                      <a:pt x="10318" y="20489"/>
                      <a:pt x="10718" y="20544"/>
                      <a:pt x="11119" y="20544"/>
                    </a:cubicBezTo>
                    <a:cubicBezTo>
                      <a:pt x="11859" y="20544"/>
                      <a:pt x="12599" y="20356"/>
                      <a:pt x="13225" y="20006"/>
                    </a:cubicBezTo>
                    <a:cubicBezTo>
                      <a:pt x="13246" y="20162"/>
                      <a:pt x="13260" y="20325"/>
                      <a:pt x="13324" y="20474"/>
                    </a:cubicBezTo>
                    <a:cubicBezTo>
                      <a:pt x="13388" y="20623"/>
                      <a:pt x="13494" y="20758"/>
                      <a:pt x="13650" y="20807"/>
                    </a:cubicBezTo>
                    <a:cubicBezTo>
                      <a:pt x="13688" y="20820"/>
                      <a:pt x="13728" y="20826"/>
                      <a:pt x="13768" y="20826"/>
                    </a:cubicBezTo>
                    <a:cubicBezTo>
                      <a:pt x="13888" y="20826"/>
                      <a:pt x="14008" y="20771"/>
                      <a:pt x="14061" y="20665"/>
                    </a:cubicBezTo>
                    <a:cubicBezTo>
                      <a:pt x="14132" y="20531"/>
                      <a:pt x="14083" y="20368"/>
                      <a:pt x="14125" y="20169"/>
                    </a:cubicBezTo>
                    <a:lnTo>
                      <a:pt x="14125" y="20169"/>
                    </a:lnTo>
                    <a:cubicBezTo>
                      <a:pt x="14558" y="20446"/>
                      <a:pt x="15067" y="20581"/>
                      <a:pt x="15577" y="20581"/>
                    </a:cubicBezTo>
                    <a:cubicBezTo>
                      <a:pt x="16229" y="20581"/>
                      <a:pt x="16882" y="20361"/>
                      <a:pt x="17380" y="19935"/>
                    </a:cubicBezTo>
                    <a:cubicBezTo>
                      <a:pt x="18259" y="19169"/>
                      <a:pt x="18564" y="17815"/>
                      <a:pt x="18209" y="16744"/>
                    </a:cubicBezTo>
                    <a:lnTo>
                      <a:pt x="18209" y="16744"/>
                    </a:lnTo>
                    <a:cubicBezTo>
                      <a:pt x="18242" y="16745"/>
                      <a:pt x="18275" y="16746"/>
                      <a:pt x="18308" y="16746"/>
                    </a:cubicBezTo>
                    <a:cubicBezTo>
                      <a:pt x="19311" y="16746"/>
                      <a:pt x="20322" y="16329"/>
                      <a:pt x="20968" y="15560"/>
                    </a:cubicBezTo>
                    <a:cubicBezTo>
                      <a:pt x="21641" y="14773"/>
                      <a:pt x="21875" y="13617"/>
                      <a:pt x="21499" y="12653"/>
                    </a:cubicBezTo>
                    <a:cubicBezTo>
                      <a:pt x="21152" y="11767"/>
                      <a:pt x="20358" y="11135"/>
                      <a:pt x="19479" y="10604"/>
                    </a:cubicBezTo>
                    <a:cubicBezTo>
                      <a:pt x="19748" y="10561"/>
                      <a:pt x="19996" y="10391"/>
                      <a:pt x="20131" y="10157"/>
                    </a:cubicBezTo>
                    <a:cubicBezTo>
                      <a:pt x="20188" y="10072"/>
                      <a:pt x="20223" y="9951"/>
                      <a:pt x="20159" y="9873"/>
                    </a:cubicBezTo>
                    <a:cubicBezTo>
                      <a:pt x="20117" y="9817"/>
                      <a:pt x="20039" y="9802"/>
                      <a:pt x="19975" y="9795"/>
                    </a:cubicBezTo>
                    <a:cubicBezTo>
                      <a:pt x="19940" y="9792"/>
                      <a:pt x="19904" y="9790"/>
                      <a:pt x="19869" y="9790"/>
                    </a:cubicBezTo>
                    <a:cubicBezTo>
                      <a:pt x="19691" y="9790"/>
                      <a:pt x="19514" y="9835"/>
                      <a:pt x="19372" y="9930"/>
                    </a:cubicBezTo>
                    <a:cubicBezTo>
                      <a:pt x="20053" y="9476"/>
                      <a:pt x="20585" y="8781"/>
                      <a:pt x="20790" y="7987"/>
                    </a:cubicBezTo>
                    <a:cubicBezTo>
                      <a:pt x="20996" y="7193"/>
                      <a:pt x="20847" y="6300"/>
                      <a:pt x="20344" y="5647"/>
                    </a:cubicBezTo>
                    <a:cubicBezTo>
                      <a:pt x="19918" y="5093"/>
                      <a:pt x="19220" y="4738"/>
                      <a:pt x="18524" y="4738"/>
                    </a:cubicBezTo>
                    <a:cubicBezTo>
                      <a:pt x="18409" y="4738"/>
                      <a:pt x="18295" y="4748"/>
                      <a:pt x="18181" y="4768"/>
                    </a:cubicBezTo>
                    <a:cubicBezTo>
                      <a:pt x="17897" y="4009"/>
                      <a:pt x="17273" y="3378"/>
                      <a:pt x="16508" y="3095"/>
                    </a:cubicBezTo>
                    <a:cubicBezTo>
                      <a:pt x="16204" y="2981"/>
                      <a:pt x="15880" y="2924"/>
                      <a:pt x="15551" y="2924"/>
                    </a:cubicBezTo>
                    <a:cubicBezTo>
                      <a:pt x="15058" y="2924"/>
                      <a:pt x="14553" y="3052"/>
                      <a:pt x="14090" y="3307"/>
                    </a:cubicBezTo>
                    <a:cubicBezTo>
                      <a:pt x="14196" y="3123"/>
                      <a:pt x="14302" y="2939"/>
                      <a:pt x="14409" y="2754"/>
                    </a:cubicBezTo>
                    <a:cubicBezTo>
                      <a:pt x="14444" y="2683"/>
                      <a:pt x="14487" y="2591"/>
                      <a:pt x="14437" y="2520"/>
                    </a:cubicBezTo>
                    <a:cubicBezTo>
                      <a:pt x="14413" y="2482"/>
                      <a:pt x="14372" y="2468"/>
                      <a:pt x="14327" y="2468"/>
                    </a:cubicBezTo>
                    <a:cubicBezTo>
                      <a:pt x="14279" y="2468"/>
                      <a:pt x="14226" y="2484"/>
                      <a:pt x="14182" y="2506"/>
                    </a:cubicBezTo>
                    <a:cubicBezTo>
                      <a:pt x="13969" y="2598"/>
                      <a:pt x="13778" y="2740"/>
                      <a:pt x="13629" y="2917"/>
                    </a:cubicBezTo>
                    <a:cubicBezTo>
                      <a:pt x="13622" y="1797"/>
                      <a:pt x="12870" y="776"/>
                      <a:pt x="11863" y="308"/>
                    </a:cubicBezTo>
                    <a:cubicBezTo>
                      <a:pt x="11408" y="98"/>
                      <a:pt x="10911" y="0"/>
                      <a:pt x="104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37"/>
              <p:cNvSpPr/>
              <p:nvPr/>
            </p:nvSpPr>
            <p:spPr>
              <a:xfrm>
                <a:off x="7262809" y="1814602"/>
                <a:ext cx="544927" cy="418001"/>
              </a:xfrm>
              <a:custGeom>
                <a:avLst/>
                <a:gdLst/>
                <a:ahLst/>
                <a:cxnLst/>
                <a:rect l="l" t="t" r="r" b="b"/>
                <a:pathLst>
                  <a:path w="8857" h="6794" fill="none" extrusionOk="0">
                    <a:moveTo>
                      <a:pt x="121" y="6793"/>
                    </a:moveTo>
                    <a:cubicBezTo>
                      <a:pt x="1" y="5822"/>
                      <a:pt x="192" y="4829"/>
                      <a:pt x="731" y="4021"/>
                    </a:cubicBezTo>
                    <a:cubicBezTo>
                      <a:pt x="1646" y="2638"/>
                      <a:pt x="3574" y="1993"/>
                      <a:pt x="5106" y="2702"/>
                    </a:cubicBezTo>
                    <a:cubicBezTo>
                      <a:pt x="5609" y="1723"/>
                      <a:pt x="6396" y="865"/>
                      <a:pt x="7389" y="390"/>
                    </a:cubicBezTo>
                    <a:cubicBezTo>
                      <a:pt x="7850" y="170"/>
                      <a:pt x="8353" y="36"/>
                      <a:pt x="8857" y="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37"/>
              <p:cNvSpPr/>
              <p:nvPr/>
            </p:nvSpPr>
            <p:spPr>
              <a:xfrm>
                <a:off x="7185165" y="2454586"/>
                <a:ext cx="114806" cy="330266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5368" fill="none" extrusionOk="0">
                    <a:moveTo>
                      <a:pt x="1865" y="5368"/>
                    </a:moveTo>
                    <a:cubicBezTo>
                      <a:pt x="1582" y="5347"/>
                      <a:pt x="1312" y="5297"/>
                      <a:pt x="1064" y="5191"/>
                    </a:cubicBezTo>
                    <a:cubicBezTo>
                      <a:pt x="532" y="4950"/>
                      <a:pt x="121" y="4432"/>
                      <a:pt x="71" y="3843"/>
                    </a:cubicBezTo>
                    <a:cubicBezTo>
                      <a:pt x="29" y="3262"/>
                      <a:pt x="383" y="2652"/>
                      <a:pt x="936" y="2461"/>
                    </a:cubicBezTo>
                    <a:cubicBezTo>
                      <a:pt x="355" y="2092"/>
                      <a:pt x="57" y="1603"/>
                      <a:pt x="29" y="1106"/>
                    </a:cubicBezTo>
                    <a:cubicBezTo>
                      <a:pt x="0" y="716"/>
                      <a:pt x="121" y="326"/>
                      <a:pt x="341" y="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37"/>
              <p:cNvSpPr/>
              <p:nvPr/>
            </p:nvSpPr>
            <p:spPr>
              <a:xfrm>
                <a:off x="7490513" y="2909133"/>
                <a:ext cx="48051" cy="35008"/>
              </a:xfrm>
              <a:custGeom>
                <a:avLst/>
                <a:gdLst/>
                <a:ahLst/>
                <a:cxnLst/>
                <a:rect l="l" t="t" r="r" b="b"/>
                <a:pathLst>
                  <a:path w="781" h="569" fill="none" extrusionOk="0">
                    <a:moveTo>
                      <a:pt x="781" y="568"/>
                    </a:moveTo>
                    <a:cubicBezTo>
                      <a:pt x="731" y="547"/>
                      <a:pt x="682" y="525"/>
                      <a:pt x="632" y="497"/>
                    </a:cubicBezTo>
                    <a:cubicBezTo>
                      <a:pt x="391" y="377"/>
                      <a:pt x="178" y="206"/>
                      <a:pt x="1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7"/>
              <p:cNvSpPr/>
              <p:nvPr/>
            </p:nvSpPr>
            <p:spPr>
              <a:xfrm>
                <a:off x="7576463" y="2935343"/>
                <a:ext cx="193804" cy="123050"/>
              </a:xfrm>
              <a:custGeom>
                <a:avLst/>
                <a:gdLst/>
                <a:ahLst/>
                <a:cxnLst/>
                <a:rect l="l" t="t" r="r" b="b"/>
                <a:pathLst>
                  <a:path w="3150" h="2000" fill="none" extrusionOk="0">
                    <a:moveTo>
                      <a:pt x="3149" y="2000"/>
                    </a:moveTo>
                    <a:cubicBezTo>
                      <a:pt x="2234" y="1610"/>
                      <a:pt x="1461" y="887"/>
                      <a:pt x="1029" y="0"/>
                    </a:cubicBezTo>
                    <a:cubicBezTo>
                      <a:pt x="731" y="206"/>
                      <a:pt x="370" y="298"/>
                      <a:pt x="1" y="277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7"/>
              <p:cNvSpPr/>
              <p:nvPr/>
            </p:nvSpPr>
            <p:spPr>
              <a:xfrm>
                <a:off x="7922847" y="2994653"/>
                <a:ext cx="367427" cy="102562"/>
              </a:xfrm>
              <a:custGeom>
                <a:avLst/>
                <a:gdLst/>
                <a:ahLst/>
                <a:cxnLst/>
                <a:rect l="l" t="t" r="r" b="b"/>
                <a:pathLst>
                  <a:path w="5972" h="1667" fill="none" extrusionOk="0">
                    <a:moveTo>
                      <a:pt x="5971" y="1"/>
                    </a:moveTo>
                    <a:cubicBezTo>
                      <a:pt x="5822" y="284"/>
                      <a:pt x="5624" y="532"/>
                      <a:pt x="5383" y="745"/>
                    </a:cubicBezTo>
                    <a:cubicBezTo>
                      <a:pt x="4496" y="1504"/>
                      <a:pt x="3114" y="1610"/>
                      <a:pt x="2128" y="979"/>
                    </a:cubicBezTo>
                    <a:cubicBezTo>
                      <a:pt x="2086" y="1178"/>
                      <a:pt x="2135" y="1341"/>
                      <a:pt x="2064" y="1475"/>
                    </a:cubicBezTo>
                    <a:cubicBezTo>
                      <a:pt x="1993" y="1617"/>
                      <a:pt x="1802" y="1667"/>
                      <a:pt x="1653" y="1617"/>
                    </a:cubicBezTo>
                    <a:cubicBezTo>
                      <a:pt x="1497" y="1568"/>
                      <a:pt x="1391" y="1433"/>
                      <a:pt x="1327" y="1284"/>
                    </a:cubicBezTo>
                    <a:cubicBezTo>
                      <a:pt x="1263" y="1135"/>
                      <a:pt x="1249" y="972"/>
                      <a:pt x="1228" y="816"/>
                    </a:cubicBezTo>
                    <a:cubicBezTo>
                      <a:pt x="852" y="1029"/>
                      <a:pt x="433" y="1178"/>
                      <a:pt x="1" y="127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7"/>
              <p:cNvSpPr/>
              <p:nvPr/>
            </p:nvSpPr>
            <p:spPr>
              <a:xfrm>
                <a:off x="8305039" y="2592402"/>
                <a:ext cx="225612" cy="311563"/>
              </a:xfrm>
              <a:custGeom>
                <a:avLst/>
                <a:gdLst/>
                <a:ahLst/>
                <a:cxnLst/>
                <a:rect l="l" t="t" r="r" b="b"/>
                <a:pathLst>
                  <a:path w="3667" h="5064" fill="none" extrusionOk="0">
                    <a:moveTo>
                      <a:pt x="3290" y="1"/>
                    </a:moveTo>
                    <a:cubicBezTo>
                      <a:pt x="3666" y="965"/>
                      <a:pt x="3432" y="2121"/>
                      <a:pt x="2759" y="2908"/>
                    </a:cubicBezTo>
                    <a:cubicBezTo>
                      <a:pt x="2092" y="3702"/>
                      <a:pt x="1036" y="4121"/>
                      <a:pt x="0" y="4092"/>
                    </a:cubicBezTo>
                    <a:cubicBezTo>
                      <a:pt x="100" y="4397"/>
                      <a:pt x="149" y="4730"/>
                      <a:pt x="142" y="5064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37"/>
              <p:cNvSpPr/>
              <p:nvPr/>
            </p:nvSpPr>
            <p:spPr>
              <a:xfrm>
                <a:off x="8376593" y="2267857"/>
                <a:ext cx="92534" cy="244808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3979" fill="none" extrusionOk="0">
                    <a:moveTo>
                      <a:pt x="1503" y="0"/>
                    </a:moveTo>
                    <a:cubicBezTo>
                      <a:pt x="1496" y="206"/>
                      <a:pt x="1468" y="412"/>
                      <a:pt x="1418" y="610"/>
                    </a:cubicBezTo>
                    <a:cubicBezTo>
                      <a:pt x="1213" y="1404"/>
                      <a:pt x="681" y="2099"/>
                      <a:pt x="0" y="2553"/>
                    </a:cubicBezTo>
                    <a:cubicBezTo>
                      <a:pt x="170" y="2440"/>
                      <a:pt x="390" y="2397"/>
                      <a:pt x="603" y="2418"/>
                    </a:cubicBezTo>
                    <a:cubicBezTo>
                      <a:pt x="667" y="2425"/>
                      <a:pt x="745" y="2440"/>
                      <a:pt x="787" y="2496"/>
                    </a:cubicBezTo>
                    <a:cubicBezTo>
                      <a:pt x="851" y="2574"/>
                      <a:pt x="816" y="2695"/>
                      <a:pt x="759" y="2780"/>
                    </a:cubicBezTo>
                    <a:cubicBezTo>
                      <a:pt x="624" y="3014"/>
                      <a:pt x="376" y="3184"/>
                      <a:pt x="107" y="3227"/>
                    </a:cubicBezTo>
                    <a:cubicBezTo>
                      <a:pt x="482" y="3454"/>
                      <a:pt x="844" y="3702"/>
                      <a:pt x="1163" y="3978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37"/>
              <p:cNvSpPr/>
              <p:nvPr/>
            </p:nvSpPr>
            <p:spPr>
              <a:xfrm>
                <a:off x="8200324" y="2004345"/>
                <a:ext cx="102993" cy="102993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674" fill="none" extrusionOk="0">
                    <a:moveTo>
                      <a:pt x="1" y="1"/>
                    </a:moveTo>
                    <a:cubicBezTo>
                      <a:pt x="766" y="284"/>
                      <a:pt x="1390" y="915"/>
                      <a:pt x="1674" y="1674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37"/>
              <p:cNvSpPr/>
              <p:nvPr/>
            </p:nvSpPr>
            <p:spPr>
              <a:xfrm>
                <a:off x="7068699" y="2500360"/>
                <a:ext cx="649642" cy="726856"/>
              </a:xfrm>
              <a:custGeom>
                <a:avLst/>
                <a:gdLst/>
                <a:ahLst/>
                <a:cxnLst/>
                <a:rect l="l" t="t" r="r" b="b"/>
                <a:pathLst>
                  <a:path w="10559" h="11814" extrusionOk="0">
                    <a:moveTo>
                      <a:pt x="8254" y="1"/>
                    </a:moveTo>
                    <a:lnTo>
                      <a:pt x="6921" y="1554"/>
                    </a:lnTo>
                    <a:lnTo>
                      <a:pt x="6843" y="596"/>
                    </a:lnTo>
                    <a:lnTo>
                      <a:pt x="6403" y="738"/>
                    </a:lnTo>
                    <a:lnTo>
                      <a:pt x="6247" y="1703"/>
                    </a:lnTo>
                    <a:cubicBezTo>
                      <a:pt x="4297" y="4759"/>
                      <a:pt x="2354" y="7808"/>
                      <a:pt x="411" y="10864"/>
                    </a:cubicBezTo>
                    <a:cubicBezTo>
                      <a:pt x="270" y="10339"/>
                      <a:pt x="135" y="9814"/>
                      <a:pt x="0" y="9290"/>
                    </a:cubicBezTo>
                    <a:lnTo>
                      <a:pt x="0" y="11814"/>
                    </a:lnTo>
                    <a:lnTo>
                      <a:pt x="2588" y="11814"/>
                    </a:lnTo>
                    <a:cubicBezTo>
                      <a:pt x="3546" y="10020"/>
                      <a:pt x="4489" y="8254"/>
                      <a:pt x="5439" y="6489"/>
                    </a:cubicBezTo>
                    <a:cubicBezTo>
                      <a:pt x="5503" y="6482"/>
                      <a:pt x="8835" y="4929"/>
                      <a:pt x="8835" y="4929"/>
                    </a:cubicBezTo>
                    <a:lnTo>
                      <a:pt x="10360" y="5524"/>
                    </a:lnTo>
                    <a:lnTo>
                      <a:pt x="10558" y="5212"/>
                    </a:lnTo>
                    <a:lnTo>
                      <a:pt x="9523" y="4503"/>
                    </a:lnTo>
                    <a:lnTo>
                      <a:pt x="10466" y="4000"/>
                    </a:lnTo>
                    <a:lnTo>
                      <a:pt x="10388" y="3489"/>
                    </a:lnTo>
                    <a:cubicBezTo>
                      <a:pt x="8977" y="3972"/>
                      <a:pt x="7566" y="4447"/>
                      <a:pt x="6155" y="4922"/>
                    </a:cubicBezTo>
                    <a:cubicBezTo>
                      <a:pt x="7006" y="3262"/>
                      <a:pt x="7821" y="1759"/>
                      <a:pt x="8630" y="256"/>
                    </a:cubicBezTo>
                    <a:cubicBezTo>
                      <a:pt x="8679" y="121"/>
                      <a:pt x="8254" y="1"/>
                      <a:pt x="82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37"/>
              <p:cNvSpPr/>
              <p:nvPr/>
            </p:nvSpPr>
            <p:spPr>
              <a:xfrm>
                <a:off x="7093985" y="2545766"/>
                <a:ext cx="368719" cy="623002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10126" fill="none" extrusionOk="0">
                    <a:moveTo>
                      <a:pt x="5992" y="0"/>
                    </a:moveTo>
                    <a:lnTo>
                      <a:pt x="5836" y="965"/>
                    </a:lnTo>
                    <a:cubicBezTo>
                      <a:pt x="5134" y="2064"/>
                      <a:pt x="4425" y="3170"/>
                      <a:pt x="3723" y="4276"/>
                    </a:cubicBezTo>
                    <a:moveTo>
                      <a:pt x="3255" y="5013"/>
                    </a:moveTo>
                    <a:lnTo>
                      <a:pt x="0" y="10126"/>
                    </a:ln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37"/>
              <p:cNvSpPr/>
              <p:nvPr/>
            </p:nvSpPr>
            <p:spPr>
              <a:xfrm>
                <a:off x="7418098" y="2437974"/>
                <a:ext cx="364782" cy="457684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7439" extrusionOk="0">
                    <a:moveTo>
                      <a:pt x="2538" y="0"/>
                    </a:moveTo>
                    <a:cubicBezTo>
                      <a:pt x="2524" y="0"/>
                      <a:pt x="2511" y="0"/>
                      <a:pt x="2497" y="1"/>
                    </a:cubicBezTo>
                    <a:cubicBezTo>
                      <a:pt x="908" y="36"/>
                      <a:pt x="1" y="1745"/>
                      <a:pt x="1" y="1745"/>
                    </a:cubicBezTo>
                    <a:cubicBezTo>
                      <a:pt x="1" y="1745"/>
                      <a:pt x="268" y="1897"/>
                      <a:pt x="643" y="1897"/>
                    </a:cubicBezTo>
                    <a:cubicBezTo>
                      <a:pt x="931" y="1897"/>
                      <a:pt x="1283" y="1807"/>
                      <a:pt x="1625" y="1490"/>
                    </a:cubicBezTo>
                    <a:cubicBezTo>
                      <a:pt x="1625" y="1490"/>
                      <a:pt x="2220" y="1440"/>
                      <a:pt x="2263" y="993"/>
                    </a:cubicBezTo>
                    <a:cubicBezTo>
                      <a:pt x="2263" y="993"/>
                      <a:pt x="2503" y="1861"/>
                      <a:pt x="3271" y="1861"/>
                    </a:cubicBezTo>
                    <a:cubicBezTo>
                      <a:pt x="3316" y="1861"/>
                      <a:pt x="3363" y="1858"/>
                      <a:pt x="3411" y="1851"/>
                    </a:cubicBezTo>
                    <a:lnTo>
                      <a:pt x="3411" y="1851"/>
                    </a:lnTo>
                    <a:cubicBezTo>
                      <a:pt x="3411" y="1852"/>
                      <a:pt x="2986" y="2958"/>
                      <a:pt x="3887" y="3177"/>
                    </a:cubicBezTo>
                    <a:cubicBezTo>
                      <a:pt x="3887" y="3177"/>
                      <a:pt x="3801" y="4028"/>
                      <a:pt x="4447" y="4113"/>
                    </a:cubicBezTo>
                    <a:cubicBezTo>
                      <a:pt x="4447" y="4113"/>
                      <a:pt x="3809" y="5510"/>
                      <a:pt x="4737" y="6794"/>
                    </a:cubicBezTo>
                    <a:cubicBezTo>
                      <a:pt x="4737" y="6794"/>
                      <a:pt x="4450" y="7439"/>
                      <a:pt x="5130" y="7439"/>
                    </a:cubicBezTo>
                    <a:cubicBezTo>
                      <a:pt x="5134" y="7439"/>
                      <a:pt x="5138" y="7439"/>
                      <a:pt x="5142" y="7439"/>
                    </a:cubicBezTo>
                    <a:cubicBezTo>
                      <a:pt x="5142" y="7439"/>
                      <a:pt x="5929" y="5383"/>
                      <a:pt x="5744" y="3879"/>
                    </a:cubicBezTo>
                    <a:cubicBezTo>
                      <a:pt x="5562" y="2382"/>
                      <a:pt x="4104" y="0"/>
                      <a:pt x="25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37"/>
              <p:cNvSpPr/>
              <p:nvPr/>
            </p:nvSpPr>
            <p:spPr>
              <a:xfrm>
                <a:off x="7418098" y="2499068"/>
                <a:ext cx="316362" cy="397082"/>
              </a:xfrm>
              <a:custGeom>
                <a:avLst/>
                <a:gdLst/>
                <a:ahLst/>
                <a:cxnLst/>
                <a:rect l="l" t="t" r="r" b="b"/>
                <a:pathLst>
                  <a:path w="5142" h="6454" fill="none" extrusionOk="0">
                    <a:moveTo>
                      <a:pt x="5142" y="6446"/>
                    </a:moveTo>
                    <a:cubicBezTo>
                      <a:pt x="4447" y="6453"/>
                      <a:pt x="4737" y="5801"/>
                      <a:pt x="4737" y="5801"/>
                    </a:cubicBezTo>
                    <a:cubicBezTo>
                      <a:pt x="3809" y="4517"/>
                      <a:pt x="4447" y="3120"/>
                      <a:pt x="4447" y="3120"/>
                    </a:cubicBezTo>
                    <a:cubicBezTo>
                      <a:pt x="3801" y="3035"/>
                      <a:pt x="3887" y="2184"/>
                      <a:pt x="3887" y="2184"/>
                    </a:cubicBezTo>
                    <a:cubicBezTo>
                      <a:pt x="2986" y="1965"/>
                      <a:pt x="3411" y="858"/>
                      <a:pt x="3411" y="858"/>
                    </a:cubicBezTo>
                    <a:cubicBezTo>
                      <a:pt x="2532" y="972"/>
                      <a:pt x="2263" y="0"/>
                      <a:pt x="2263" y="0"/>
                    </a:cubicBezTo>
                    <a:cubicBezTo>
                      <a:pt x="2220" y="447"/>
                      <a:pt x="1625" y="497"/>
                      <a:pt x="1625" y="497"/>
                    </a:cubicBezTo>
                    <a:cubicBezTo>
                      <a:pt x="838" y="1227"/>
                      <a:pt x="1" y="752"/>
                      <a:pt x="1" y="752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37"/>
              <p:cNvSpPr/>
              <p:nvPr/>
            </p:nvSpPr>
            <p:spPr>
              <a:xfrm>
                <a:off x="7247121" y="2032954"/>
                <a:ext cx="135293" cy="98132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1595" extrusionOk="0">
                    <a:moveTo>
                      <a:pt x="1067" y="0"/>
                    </a:moveTo>
                    <a:cubicBezTo>
                      <a:pt x="814" y="0"/>
                      <a:pt x="560" y="74"/>
                      <a:pt x="355" y="223"/>
                    </a:cubicBezTo>
                    <a:cubicBezTo>
                      <a:pt x="206" y="330"/>
                      <a:pt x="85" y="479"/>
                      <a:pt x="50" y="649"/>
                    </a:cubicBezTo>
                    <a:cubicBezTo>
                      <a:pt x="0" y="862"/>
                      <a:pt x="92" y="1088"/>
                      <a:pt x="241" y="1237"/>
                    </a:cubicBezTo>
                    <a:cubicBezTo>
                      <a:pt x="390" y="1393"/>
                      <a:pt x="596" y="1486"/>
                      <a:pt x="809" y="1542"/>
                    </a:cubicBezTo>
                    <a:cubicBezTo>
                      <a:pt x="939" y="1575"/>
                      <a:pt x="1076" y="1595"/>
                      <a:pt x="1211" y="1595"/>
                    </a:cubicBezTo>
                    <a:cubicBezTo>
                      <a:pt x="1340" y="1595"/>
                      <a:pt x="1467" y="1577"/>
                      <a:pt x="1589" y="1535"/>
                    </a:cubicBezTo>
                    <a:cubicBezTo>
                      <a:pt x="1844" y="1450"/>
                      <a:pt x="2064" y="1252"/>
                      <a:pt x="2135" y="996"/>
                    </a:cubicBezTo>
                    <a:cubicBezTo>
                      <a:pt x="2198" y="741"/>
                      <a:pt x="2085" y="443"/>
                      <a:pt x="1780" y="223"/>
                    </a:cubicBezTo>
                    <a:cubicBezTo>
                      <a:pt x="1574" y="74"/>
                      <a:pt x="1321" y="0"/>
                      <a:pt x="10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37"/>
              <p:cNvSpPr/>
              <p:nvPr/>
            </p:nvSpPr>
            <p:spPr>
              <a:xfrm>
                <a:off x="7247121" y="2030986"/>
                <a:ext cx="76414" cy="78137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270" fill="none" extrusionOk="0">
                    <a:moveTo>
                      <a:pt x="1241" y="43"/>
                    </a:moveTo>
                    <a:cubicBezTo>
                      <a:pt x="929" y="0"/>
                      <a:pt x="603" y="78"/>
                      <a:pt x="355" y="255"/>
                    </a:cubicBezTo>
                    <a:cubicBezTo>
                      <a:pt x="213" y="362"/>
                      <a:pt x="85" y="511"/>
                      <a:pt x="50" y="681"/>
                    </a:cubicBezTo>
                    <a:cubicBezTo>
                      <a:pt x="0" y="894"/>
                      <a:pt x="92" y="1120"/>
                      <a:pt x="241" y="1269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37"/>
              <p:cNvSpPr/>
              <p:nvPr/>
            </p:nvSpPr>
            <p:spPr>
              <a:xfrm>
                <a:off x="7365740" y="2054057"/>
                <a:ext cx="13166" cy="25410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13" fill="none" extrusionOk="0">
                    <a:moveTo>
                      <a:pt x="214" y="412"/>
                    </a:moveTo>
                    <a:cubicBezTo>
                      <a:pt x="192" y="270"/>
                      <a:pt x="121" y="129"/>
                      <a:pt x="1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7"/>
              <p:cNvSpPr/>
              <p:nvPr/>
            </p:nvSpPr>
            <p:spPr>
              <a:xfrm>
                <a:off x="7342238" y="1801989"/>
                <a:ext cx="454178" cy="212692"/>
              </a:xfrm>
              <a:custGeom>
                <a:avLst/>
                <a:gdLst/>
                <a:ahLst/>
                <a:cxnLst/>
                <a:rect l="l" t="t" r="r" b="b"/>
                <a:pathLst>
                  <a:path w="7382" h="3457" extrusionOk="0">
                    <a:moveTo>
                      <a:pt x="6305" y="0"/>
                    </a:moveTo>
                    <a:cubicBezTo>
                      <a:pt x="6147" y="0"/>
                      <a:pt x="5977" y="15"/>
                      <a:pt x="5786" y="35"/>
                    </a:cubicBezTo>
                    <a:cubicBezTo>
                      <a:pt x="5403" y="70"/>
                      <a:pt x="5098" y="354"/>
                      <a:pt x="4857" y="652"/>
                    </a:cubicBezTo>
                    <a:cubicBezTo>
                      <a:pt x="4623" y="943"/>
                      <a:pt x="4403" y="1276"/>
                      <a:pt x="4084" y="1474"/>
                    </a:cubicBezTo>
                    <a:cubicBezTo>
                      <a:pt x="3803" y="1655"/>
                      <a:pt x="3457" y="1716"/>
                      <a:pt x="3115" y="1716"/>
                    </a:cubicBezTo>
                    <a:cubicBezTo>
                      <a:pt x="3095" y="1716"/>
                      <a:pt x="3076" y="1716"/>
                      <a:pt x="3056" y="1715"/>
                    </a:cubicBezTo>
                    <a:cubicBezTo>
                      <a:pt x="2702" y="1708"/>
                      <a:pt x="2347" y="1637"/>
                      <a:pt x="1993" y="1595"/>
                    </a:cubicBezTo>
                    <a:cubicBezTo>
                      <a:pt x="1840" y="1580"/>
                      <a:pt x="1686" y="1568"/>
                      <a:pt x="1533" y="1568"/>
                    </a:cubicBezTo>
                    <a:cubicBezTo>
                      <a:pt x="1330" y="1568"/>
                      <a:pt x="1130" y="1588"/>
                      <a:pt x="936" y="1645"/>
                    </a:cubicBezTo>
                    <a:cubicBezTo>
                      <a:pt x="589" y="1744"/>
                      <a:pt x="269" y="1971"/>
                      <a:pt x="135" y="2304"/>
                    </a:cubicBezTo>
                    <a:cubicBezTo>
                      <a:pt x="0" y="2630"/>
                      <a:pt x="85" y="3063"/>
                      <a:pt x="383" y="3261"/>
                    </a:cubicBezTo>
                    <a:cubicBezTo>
                      <a:pt x="514" y="3347"/>
                      <a:pt x="666" y="3380"/>
                      <a:pt x="823" y="3380"/>
                    </a:cubicBezTo>
                    <a:cubicBezTo>
                      <a:pt x="1030" y="3380"/>
                      <a:pt x="1246" y="3323"/>
                      <a:pt x="1439" y="3254"/>
                    </a:cubicBezTo>
                    <a:cubicBezTo>
                      <a:pt x="1712" y="3154"/>
                      <a:pt x="1997" y="3041"/>
                      <a:pt x="2278" y="3041"/>
                    </a:cubicBezTo>
                    <a:cubicBezTo>
                      <a:pt x="2356" y="3041"/>
                      <a:pt x="2433" y="3050"/>
                      <a:pt x="2510" y="3070"/>
                    </a:cubicBezTo>
                    <a:cubicBezTo>
                      <a:pt x="2737" y="3126"/>
                      <a:pt x="2929" y="3282"/>
                      <a:pt x="3148" y="3368"/>
                    </a:cubicBezTo>
                    <a:cubicBezTo>
                      <a:pt x="3291" y="3428"/>
                      <a:pt x="3446" y="3457"/>
                      <a:pt x="3605" y="3457"/>
                    </a:cubicBezTo>
                    <a:cubicBezTo>
                      <a:pt x="3815" y="3457"/>
                      <a:pt x="4031" y="3407"/>
                      <a:pt x="4233" y="3318"/>
                    </a:cubicBezTo>
                    <a:cubicBezTo>
                      <a:pt x="4786" y="3070"/>
                      <a:pt x="4956" y="2354"/>
                      <a:pt x="5446" y="1999"/>
                    </a:cubicBezTo>
                    <a:cubicBezTo>
                      <a:pt x="5666" y="1843"/>
                      <a:pt x="5935" y="1765"/>
                      <a:pt x="6197" y="1701"/>
                    </a:cubicBezTo>
                    <a:cubicBezTo>
                      <a:pt x="6460" y="1637"/>
                      <a:pt x="6729" y="1574"/>
                      <a:pt x="6963" y="1432"/>
                    </a:cubicBezTo>
                    <a:cubicBezTo>
                      <a:pt x="7197" y="1290"/>
                      <a:pt x="7382" y="1042"/>
                      <a:pt x="7374" y="772"/>
                    </a:cubicBezTo>
                    <a:cubicBezTo>
                      <a:pt x="7374" y="453"/>
                      <a:pt x="7112" y="191"/>
                      <a:pt x="6814" y="77"/>
                    </a:cubicBezTo>
                    <a:cubicBezTo>
                      <a:pt x="6654" y="20"/>
                      <a:pt x="6488" y="0"/>
                      <a:pt x="6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37"/>
              <p:cNvSpPr/>
              <p:nvPr/>
            </p:nvSpPr>
            <p:spPr>
              <a:xfrm>
                <a:off x="7350482" y="1897045"/>
                <a:ext cx="141877" cy="46697"/>
              </a:xfrm>
              <a:custGeom>
                <a:avLst/>
                <a:gdLst/>
                <a:ahLst/>
                <a:cxnLst/>
                <a:rect l="l" t="t" r="r" b="b"/>
                <a:pathLst>
                  <a:path w="2306" h="759" fill="none" extrusionOk="0">
                    <a:moveTo>
                      <a:pt x="2305" y="114"/>
                    </a:moveTo>
                    <a:cubicBezTo>
                      <a:pt x="2156" y="92"/>
                      <a:pt x="2007" y="71"/>
                      <a:pt x="1859" y="50"/>
                    </a:cubicBezTo>
                    <a:cubicBezTo>
                      <a:pt x="1504" y="14"/>
                      <a:pt x="1142" y="0"/>
                      <a:pt x="802" y="100"/>
                    </a:cubicBezTo>
                    <a:cubicBezTo>
                      <a:pt x="455" y="199"/>
                      <a:pt x="135" y="426"/>
                      <a:pt x="1" y="759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37"/>
              <p:cNvSpPr/>
              <p:nvPr/>
            </p:nvSpPr>
            <p:spPr>
              <a:xfrm>
                <a:off x="7548531" y="1810664"/>
                <a:ext cx="128772" cy="96471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568" fill="none" extrusionOk="0">
                    <a:moveTo>
                      <a:pt x="2093" y="0"/>
                    </a:moveTo>
                    <a:cubicBezTo>
                      <a:pt x="1866" y="114"/>
                      <a:pt x="1674" y="305"/>
                      <a:pt x="1504" y="511"/>
                    </a:cubicBezTo>
                    <a:cubicBezTo>
                      <a:pt x="1270" y="802"/>
                      <a:pt x="1050" y="1135"/>
                      <a:pt x="731" y="1333"/>
                    </a:cubicBezTo>
                    <a:cubicBezTo>
                      <a:pt x="512" y="1475"/>
                      <a:pt x="263" y="1539"/>
                      <a:pt x="1" y="1567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37"/>
              <p:cNvSpPr/>
              <p:nvPr/>
            </p:nvSpPr>
            <p:spPr>
              <a:xfrm>
                <a:off x="7714340" y="1801497"/>
                <a:ext cx="82074" cy="5285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859" fill="none" extrusionOk="0">
                    <a:moveTo>
                      <a:pt x="1326" y="858"/>
                    </a:moveTo>
                    <a:cubicBezTo>
                      <a:pt x="1326" y="830"/>
                      <a:pt x="1334" y="802"/>
                      <a:pt x="1326" y="780"/>
                    </a:cubicBezTo>
                    <a:cubicBezTo>
                      <a:pt x="1326" y="461"/>
                      <a:pt x="1064" y="199"/>
                      <a:pt x="766" y="85"/>
                    </a:cubicBezTo>
                    <a:cubicBezTo>
                      <a:pt x="539" y="0"/>
                      <a:pt x="291" y="0"/>
                      <a:pt x="0" y="22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37"/>
              <p:cNvSpPr/>
              <p:nvPr/>
            </p:nvSpPr>
            <p:spPr>
              <a:xfrm>
                <a:off x="7703450" y="1882218"/>
                <a:ext cx="77706" cy="30147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490" fill="none" extrusionOk="0">
                    <a:moveTo>
                      <a:pt x="0" y="489"/>
                    </a:moveTo>
                    <a:cubicBezTo>
                      <a:pt x="107" y="454"/>
                      <a:pt x="220" y="426"/>
                      <a:pt x="326" y="397"/>
                    </a:cubicBezTo>
                    <a:cubicBezTo>
                      <a:pt x="589" y="333"/>
                      <a:pt x="858" y="270"/>
                      <a:pt x="1092" y="128"/>
                    </a:cubicBezTo>
                    <a:cubicBezTo>
                      <a:pt x="1149" y="92"/>
                      <a:pt x="1206" y="50"/>
                      <a:pt x="1262" y="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37"/>
              <p:cNvSpPr/>
              <p:nvPr/>
            </p:nvSpPr>
            <p:spPr>
              <a:xfrm>
                <a:off x="7347898" y="1974690"/>
                <a:ext cx="27994" cy="32793"/>
              </a:xfrm>
              <a:custGeom>
                <a:avLst/>
                <a:gdLst/>
                <a:ahLst/>
                <a:cxnLst/>
                <a:rect l="l" t="t" r="r" b="b"/>
                <a:pathLst>
                  <a:path w="455" h="533" fill="none" extrusionOk="0">
                    <a:moveTo>
                      <a:pt x="0" y="0"/>
                    </a:moveTo>
                    <a:cubicBezTo>
                      <a:pt x="36" y="185"/>
                      <a:pt x="135" y="348"/>
                      <a:pt x="291" y="454"/>
                    </a:cubicBezTo>
                    <a:cubicBezTo>
                      <a:pt x="348" y="483"/>
                      <a:pt x="397" y="511"/>
                      <a:pt x="454" y="532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37"/>
              <p:cNvSpPr/>
              <p:nvPr/>
            </p:nvSpPr>
            <p:spPr>
              <a:xfrm>
                <a:off x="7408500" y="2095341"/>
                <a:ext cx="39561" cy="33347"/>
              </a:xfrm>
              <a:custGeom>
                <a:avLst/>
                <a:gdLst/>
                <a:ahLst/>
                <a:cxnLst/>
                <a:rect l="l" t="t" r="r" b="b"/>
                <a:pathLst>
                  <a:path w="643" h="542" extrusionOk="0">
                    <a:moveTo>
                      <a:pt x="328" y="1"/>
                    </a:moveTo>
                    <a:cubicBezTo>
                      <a:pt x="251" y="1"/>
                      <a:pt x="176" y="30"/>
                      <a:pt x="128" y="89"/>
                    </a:cubicBezTo>
                    <a:cubicBezTo>
                      <a:pt x="1" y="230"/>
                      <a:pt x="86" y="493"/>
                      <a:pt x="270" y="535"/>
                    </a:cubicBezTo>
                    <a:cubicBezTo>
                      <a:pt x="288" y="539"/>
                      <a:pt x="306" y="541"/>
                      <a:pt x="323" y="541"/>
                    </a:cubicBezTo>
                    <a:cubicBezTo>
                      <a:pt x="489" y="541"/>
                      <a:pt x="642" y="369"/>
                      <a:pt x="604" y="202"/>
                    </a:cubicBezTo>
                    <a:cubicBezTo>
                      <a:pt x="569" y="69"/>
                      <a:pt x="447" y="1"/>
                      <a:pt x="3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7"/>
              <p:cNvSpPr/>
              <p:nvPr/>
            </p:nvSpPr>
            <p:spPr>
              <a:xfrm>
                <a:off x="7706895" y="2017512"/>
                <a:ext cx="239148" cy="155843"/>
              </a:xfrm>
              <a:custGeom>
                <a:avLst/>
                <a:gdLst/>
                <a:ahLst/>
                <a:cxnLst/>
                <a:rect l="l" t="t" r="r" b="b"/>
                <a:pathLst>
                  <a:path w="3887" h="2533" extrusionOk="0">
                    <a:moveTo>
                      <a:pt x="1039" y="1"/>
                    </a:moveTo>
                    <a:cubicBezTo>
                      <a:pt x="761" y="1"/>
                      <a:pt x="483" y="102"/>
                      <a:pt x="270" y="283"/>
                    </a:cubicBezTo>
                    <a:cubicBezTo>
                      <a:pt x="114" y="418"/>
                      <a:pt x="1" y="659"/>
                      <a:pt x="121" y="829"/>
                    </a:cubicBezTo>
                    <a:cubicBezTo>
                      <a:pt x="221" y="964"/>
                      <a:pt x="419" y="971"/>
                      <a:pt x="589" y="978"/>
                    </a:cubicBezTo>
                    <a:cubicBezTo>
                      <a:pt x="774" y="992"/>
                      <a:pt x="972" y="1027"/>
                      <a:pt x="1114" y="1155"/>
                    </a:cubicBezTo>
                    <a:cubicBezTo>
                      <a:pt x="1270" y="1297"/>
                      <a:pt x="1313" y="1524"/>
                      <a:pt x="1398" y="1715"/>
                    </a:cubicBezTo>
                    <a:cubicBezTo>
                      <a:pt x="1561" y="2098"/>
                      <a:pt x="1915" y="2396"/>
                      <a:pt x="2320" y="2495"/>
                    </a:cubicBezTo>
                    <a:cubicBezTo>
                      <a:pt x="2423" y="2521"/>
                      <a:pt x="2529" y="2533"/>
                      <a:pt x="2635" y="2533"/>
                    </a:cubicBezTo>
                    <a:cubicBezTo>
                      <a:pt x="2946" y="2533"/>
                      <a:pt x="3259" y="2427"/>
                      <a:pt x="3497" y="2226"/>
                    </a:cubicBezTo>
                    <a:cubicBezTo>
                      <a:pt x="3716" y="2049"/>
                      <a:pt x="3880" y="1786"/>
                      <a:pt x="3880" y="1510"/>
                    </a:cubicBezTo>
                    <a:cubicBezTo>
                      <a:pt x="3887" y="1233"/>
                      <a:pt x="3695" y="942"/>
                      <a:pt x="3426" y="886"/>
                    </a:cubicBezTo>
                    <a:cubicBezTo>
                      <a:pt x="3384" y="876"/>
                      <a:pt x="3341" y="872"/>
                      <a:pt x="3298" y="872"/>
                    </a:cubicBezTo>
                    <a:cubicBezTo>
                      <a:pt x="3119" y="872"/>
                      <a:pt x="2937" y="943"/>
                      <a:pt x="2759" y="978"/>
                    </a:cubicBezTo>
                    <a:cubicBezTo>
                      <a:pt x="2698" y="992"/>
                      <a:pt x="2628" y="1000"/>
                      <a:pt x="2557" y="1000"/>
                    </a:cubicBezTo>
                    <a:cubicBezTo>
                      <a:pt x="2372" y="1000"/>
                      <a:pt x="2179" y="940"/>
                      <a:pt x="2107" y="751"/>
                    </a:cubicBezTo>
                    <a:cubicBezTo>
                      <a:pt x="1979" y="396"/>
                      <a:pt x="1674" y="127"/>
                      <a:pt x="1313" y="35"/>
                    </a:cubicBezTo>
                    <a:cubicBezTo>
                      <a:pt x="1223" y="12"/>
                      <a:pt x="1131" y="1"/>
                      <a:pt x="10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7"/>
              <p:cNvSpPr/>
              <p:nvPr/>
            </p:nvSpPr>
            <p:spPr>
              <a:xfrm>
                <a:off x="7706895" y="2013943"/>
                <a:ext cx="118313" cy="60294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980" fill="none" extrusionOk="0">
                    <a:moveTo>
                      <a:pt x="1923" y="483"/>
                    </a:moveTo>
                    <a:cubicBezTo>
                      <a:pt x="1767" y="291"/>
                      <a:pt x="1554" y="149"/>
                      <a:pt x="1313" y="93"/>
                    </a:cubicBezTo>
                    <a:cubicBezTo>
                      <a:pt x="951" y="1"/>
                      <a:pt x="547" y="100"/>
                      <a:pt x="270" y="341"/>
                    </a:cubicBezTo>
                    <a:cubicBezTo>
                      <a:pt x="114" y="476"/>
                      <a:pt x="1" y="717"/>
                      <a:pt x="121" y="887"/>
                    </a:cubicBezTo>
                    <a:cubicBezTo>
                      <a:pt x="150" y="929"/>
                      <a:pt x="192" y="958"/>
                      <a:pt x="242" y="979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7"/>
              <p:cNvSpPr/>
              <p:nvPr/>
            </p:nvSpPr>
            <p:spPr>
              <a:xfrm>
                <a:off x="7836467" y="2063655"/>
                <a:ext cx="109576" cy="50266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817" fill="none" extrusionOk="0">
                    <a:moveTo>
                      <a:pt x="1774" y="816"/>
                    </a:moveTo>
                    <a:cubicBezTo>
                      <a:pt x="1774" y="795"/>
                      <a:pt x="1774" y="781"/>
                      <a:pt x="1774" y="760"/>
                    </a:cubicBezTo>
                    <a:cubicBezTo>
                      <a:pt x="1781" y="483"/>
                      <a:pt x="1589" y="192"/>
                      <a:pt x="1320" y="136"/>
                    </a:cubicBezTo>
                    <a:cubicBezTo>
                      <a:pt x="1100" y="86"/>
                      <a:pt x="873" y="185"/>
                      <a:pt x="653" y="228"/>
                    </a:cubicBezTo>
                    <a:cubicBezTo>
                      <a:pt x="433" y="277"/>
                      <a:pt x="100" y="263"/>
                      <a:pt x="1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37"/>
              <p:cNvSpPr/>
              <p:nvPr/>
            </p:nvSpPr>
            <p:spPr>
              <a:xfrm>
                <a:off x="7921986" y="2132625"/>
                <a:ext cx="17965" cy="21841"/>
              </a:xfrm>
              <a:custGeom>
                <a:avLst/>
                <a:gdLst/>
                <a:ahLst/>
                <a:cxnLst/>
                <a:rect l="l" t="t" r="r" b="b"/>
                <a:pathLst>
                  <a:path w="292" h="355" fill="none" extrusionOk="0">
                    <a:moveTo>
                      <a:pt x="1" y="355"/>
                    </a:moveTo>
                    <a:cubicBezTo>
                      <a:pt x="121" y="256"/>
                      <a:pt x="220" y="135"/>
                      <a:pt x="291" y="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37"/>
              <p:cNvSpPr/>
              <p:nvPr/>
            </p:nvSpPr>
            <p:spPr>
              <a:xfrm>
                <a:off x="7863968" y="2202148"/>
                <a:ext cx="102562" cy="73399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1193" extrusionOk="0">
                    <a:moveTo>
                      <a:pt x="1010" y="1"/>
                    </a:moveTo>
                    <a:cubicBezTo>
                      <a:pt x="826" y="1"/>
                      <a:pt x="649" y="59"/>
                      <a:pt x="483" y="139"/>
                    </a:cubicBezTo>
                    <a:cubicBezTo>
                      <a:pt x="355" y="203"/>
                      <a:pt x="227" y="281"/>
                      <a:pt x="142" y="388"/>
                    </a:cubicBezTo>
                    <a:cubicBezTo>
                      <a:pt x="50" y="501"/>
                      <a:pt x="1" y="650"/>
                      <a:pt x="29" y="785"/>
                    </a:cubicBezTo>
                    <a:cubicBezTo>
                      <a:pt x="71" y="962"/>
                      <a:pt x="235" y="1083"/>
                      <a:pt x="405" y="1146"/>
                    </a:cubicBezTo>
                    <a:cubicBezTo>
                      <a:pt x="499" y="1177"/>
                      <a:pt x="598" y="1192"/>
                      <a:pt x="697" y="1192"/>
                    </a:cubicBezTo>
                    <a:cubicBezTo>
                      <a:pt x="916" y="1192"/>
                      <a:pt x="1134" y="1118"/>
                      <a:pt x="1305" y="976"/>
                    </a:cubicBezTo>
                    <a:cubicBezTo>
                      <a:pt x="1561" y="756"/>
                      <a:pt x="1667" y="537"/>
                      <a:pt x="1589" y="345"/>
                    </a:cubicBezTo>
                    <a:cubicBezTo>
                      <a:pt x="1504" y="154"/>
                      <a:pt x="1298" y="26"/>
                      <a:pt x="1093" y="5"/>
                    </a:cubicBezTo>
                    <a:cubicBezTo>
                      <a:pt x="1065" y="2"/>
                      <a:pt x="1037" y="1"/>
                      <a:pt x="10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37"/>
              <p:cNvSpPr/>
              <p:nvPr/>
            </p:nvSpPr>
            <p:spPr>
              <a:xfrm>
                <a:off x="7863968" y="2201102"/>
                <a:ext cx="82936" cy="58941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958" fill="none" extrusionOk="0">
                    <a:moveTo>
                      <a:pt x="107" y="958"/>
                    </a:moveTo>
                    <a:cubicBezTo>
                      <a:pt x="71" y="908"/>
                      <a:pt x="43" y="858"/>
                      <a:pt x="29" y="802"/>
                    </a:cubicBezTo>
                    <a:cubicBezTo>
                      <a:pt x="1" y="667"/>
                      <a:pt x="50" y="518"/>
                      <a:pt x="142" y="405"/>
                    </a:cubicBezTo>
                    <a:cubicBezTo>
                      <a:pt x="227" y="298"/>
                      <a:pt x="355" y="220"/>
                      <a:pt x="483" y="156"/>
                    </a:cubicBezTo>
                    <a:cubicBezTo>
                      <a:pt x="674" y="64"/>
                      <a:pt x="880" y="0"/>
                      <a:pt x="1093" y="22"/>
                    </a:cubicBezTo>
                    <a:cubicBezTo>
                      <a:pt x="1178" y="36"/>
                      <a:pt x="1270" y="64"/>
                      <a:pt x="1348" y="107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7"/>
              <p:cNvSpPr/>
              <p:nvPr/>
            </p:nvSpPr>
            <p:spPr>
              <a:xfrm>
                <a:off x="8028424" y="2416871"/>
                <a:ext cx="260066" cy="140585"/>
              </a:xfrm>
              <a:custGeom>
                <a:avLst/>
                <a:gdLst/>
                <a:ahLst/>
                <a:cxnLst/>
                <a:rect l="l" t="t" r="r" b="b"/>
                <a:pathLst>
                  <a:path w="4227" h="2285" extrusionOk="0">
                    <a:moveTo>
                      <a:pt x="3545" y="1"/>
                    </a:moveTo>
                    <a:cubicBezTo>
                      <a:pt x="3419" y="1"/>
                      <a:pt x="3290" y="30"/>
                      <a:pt x="3170" y="74"/>
                    </a:cubicBezTo>
                    <a:cubicBezTo>
                      <a:pt x="2951" y="166"/>
                      <a:pt x="2752" y="308"/>
                      <a:pt x="2539" y="415"/>
                    </a:cubicBezTo>
                    <a:cubicBezTo>
                      <a:pt x="2206" y="586"/>
                      <a:pt x="1833" y="677"/>
                      <a:pt x="1462" y="677"/>
                    </a:cubicBezTo>
                    <a:cubicBezTo>
                      <a:pt x="1343" y="677"/>
                      <a:pt x="1224" y="668"/>
                      <a:pt x="1107" y="649"/>
                    </a:cubicBezTo>
                    <a:cubicBezTo>
                      <a:pt x="953" y="626"/>
                      <a:pt x="793" y="586"/>
                      <a:pt x="640" y="586"/>
                    </a:cubicBezTo>
                    <a:cubicBezTo>
                      <a:pt x="554" y="586"/>
                      <a:pt x="470" y="599"/>
                      <a:pt x="391" y="634"/>
                    </a:cubicBezTo>
                    <a:cubicBezTo>
                      <a:pt x="100" y="762"/>
                      <a:pt x="1" y="1159"/>
                      <a:pt x="114" y="1457"/>
                    </a:cubicBezTo>
                    <a:cubicBezTo>
                      <a:pt x="235" y="1748"/>
                      <a:pt x="511" y="1953"/>
                      <a:pt x="802" y="2081"/>
                    </a:cubicBezTo>
                    <a:cubicBezTo>
                      <a:pt x="1111" y="2218"/>
                      <a:pt x="1449" y="2285"/>
                      <a:pt x="1786" y="2285"/>
                    </a:cubicBezTo>
                    <a:cubicBezTo>
                      <a:pt x="2340" y="2285"/>
                      <a:pt x="2895" y="2105"/>
                      <a:pt x="3326" y="1762"/>
                    </a:cubicBezTo>
                    <a:cubicBezTo>
                      <a:pt x="3596" y="1549"/>
                      <a:pt x="3922" y="1365"/>
                      <a:pt x="4078" y="1039"/>
                    </a:cubicBezTo>
                    <a:cubicBezTo>
                      <a:pt x="4227" y="712"/>
                      <a:pt x="4177" y="266"/>
                      <a:pt x="3872" y="81"/>
                    </a:cubicBezTo>
                    <a:cubicBezTo>
                      <a:pt x="3771" y="24"/>
                      <a:pt x="3659" y="1"/>
                      <a:pt x="35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7"/>
              <p:cNvSpPr/>
              <p:nvPr/>
            </p:nvSpPr>
            <p:spPr>
              <a:xfrm>
                <a:off x="8270155" y="2456308"/>
                <a:ext cx="14458" cy="38022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18" fill="none" extrusionOk="0">
                    <a:moveTo>
                      <a:pt x="234" y="1"/>
                    </a:moveTo>
                    <a:cubicBezTo>
                      <a:pt x="234" y="135"/>
                      <a:pt x="206" y="277"/>
                      <a:pt x="149" y="398"/>
                    </a:cubicBezTo>
                    <a:cubicBezTo>
                      <a:pt x="106" y="483"/>
                      <a:pt x="57" y="554"/>
                      <a:pt x="0" y="617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37"/>
              <p:cNvSpPr/>
              <p:nvPr/>
            </p:nvSpPr>
            <p:spPr>
              <a:xfrm>
                <a:off x="8028424" y="2414410"/>
                <a:ext cx="249607" cy="110007"/>
              </a:xfrm>
              <a:custGeom>
                <a:avLst/>
                <a:gdLst/>
                <a:ahLst/>
                <a:cxnLst/>
                <a:rect l="l" t="t" r="r" b="b"/>
                <a:pathLst>
                  <a:path w="4057" h="1788" fill="none" extrusionOk="0">
                    <a:moveTo>
                      <a:pt x="306" y="1788"/>
                    </a:moveTo>
                    <a:cubicBezTo>
                      <a:pt x="228" y="1703"/>
                      <a:pt x="164" y="1603"/>
                      <a:pt x="114" y="1497"/>
                    </a:cubicBezTo>
                    <a:cubicBezTo>
                      <a:pt x="1" y="1199"/>
                      <a:pt x="100" y="802"/>
                      <a:pt x="391" y="674"/>
                    </a:cubicBezTo>
                    <a:cubicBezTo>
                      <a:pt x="611" y="575"/>
                      <a:pt x="866" y="653"/>
                      <a:pt x="1107" y="689"/>
                    </a:cubicBezTo>
                    <a:cubicBezTo>
                      <a:pt x="1589" y="767"/>
                      <a:pt x="2100" y="682"/>
                      <a:pt x="2539" y="455"/>
                    </a:cubicBezTo>
                    <a:cubicBezTo>
                      <a:pt x="2752" y="348"/>
                      <a:pt x="2951" y="206"/>
                      <a:pt x="3170" y="114"/>
                    </a:cubicBezTo>
                    <a:cubicBezTo>
                      <a:pt x="3397" y="29"/>
                      <a:pt x="3660" y="1"/>
                      <a:pt x="3872" y="121"/>
                    </a:cubicBezTo>
                    <a:cubicBezTo>
                      <a:pt x="3943" y="171"/>
                      <a:pt x="4007" y="228"/>
                      <a:pt x="4057" y="306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37"/>
              <p:cNvSpPr/>
              <p:nvPr/>
            </p:nvSpPr>
            <p:spPr>
              <a:xfrm>
                <a:off x="8316360" y="2445234"/>
                <a:ext cx="99547" cy="68047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106" extrusionOk="0">
                    <a:moveTo>
                      <a:pt x="742" y="1"/>
                    </a:moveTo>
                    <a:cubicBezTo>
                      <a:pt x="640" y="1"/>
                      <a:pt x="538" y="14"/>
                      <a:pt x="440" y="39"/>
                    </a:cubicBezTo>
                    <a:cubicBezTo>
                      <a:pt x="277" y="81"/>
                      <a:pt x="107" y="166"/>
                      <a:pt x="43" y="329"/>
                    </a:cubicBezTo>
                    <a:cubicBezTo>
                      <a:pt x="1" y="429"/>
                      <a:pt x="22" y="549"/>
                      <a:pt x="57" y="656"/>
                    </a:cubicBezTo>
                    <a:cubicBezTo>
                      <a:pt x="166" y="927"/>
                      <a:pt x="453" y="1106"/>
                      <a:pt x="742" y="1106"/>
                    </a:cubicBezTo>
                    <a:cubicBezTo>
                      <a:pt x="793" y="1106"/>
                      <a:pt x="844" y="1100"/>
                      <a:pt x="894" y="1088"/>
                    </a:cubicBezTo>
                    <a:cubicBezTo>
                      <a:pt x="1121" y="1031"/>
                      <a:pt x="1242" y="996"/>
                      <a:pt x="1341" y="939"/>
                    </a:cubicBezTo>
                    <a:cubicBezTo>
                      <a:pt x="1447" y="883"/>
                      <a:pt x="1539" y="790"/>
                      <a:pt x="1575" y="677"/>
                    </a:cubicBezTo>
                    <a:cubicBezTo>
                      <a:pt x="1617" y="542"/>
                      <a:pt x="1568" y="386"/>
                      <a:pt x="1476" y="280"/>
                    </a:cubicBezTo>
                    <a:cubicBezTo>
                      <a:pt x="1383" y="173"/>
                      <a:pt x="1256" y="103"/>
                      <a:pt x="1121" y="60"/>
                    </a:cubicBezTo>
                    <a:cubicBezTo>
                      <a:pt x="999" y="21"/>
                      <a:pt x="870" y="1"/>
                      <a:pt x="7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7"/>
              <p:cNvSpPr/>
              <p:nvPr/>
            </p:nvSpPr>
            <p:spPr>
              <a:xfrm>
                <a:off x="8317652" y="2444126"/>
                <a:ext cx="94318" cy="2885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469" fill="none" extrusionOk="0">
                    <a:moveTo>
                      <a:pt x="1" y="468"/>
                    </a:moveTo>
                    <a:cubicBezTo>
                      <a:pt x="1" y="425"/>
                      <a:pt x="8" y="383"/>
                      <a:pt x="22" y="347"/>
                    </a:cubicBezTo>
                    <a:cubicBezTo>
                      <a:pt x="86" y="184"/>
                      <a:pt x="256" y="99"/>
                      <a:pt x="419" y="57"/>
                    </a:cubicBezTo>
                    <a:cubicBezTo>
                      <a:pt x="639" y="0"/>
                      <a:pt x="880" y="7"/>
                      <a:pt x="1100" y="78"/>
                    </a:cubicBezTo>
                    <a:cubicBezTo>
                      <a:pt x="1235" y="121"/>
                      <a:pt x="1362" y="191"/>
                      <a:pt x="1455" y="298"/>
                    </a:cubicBezTo>
                    <a:cubicBezTo>
                      <a:pt x="1483" y="333"/>
                      <a:pt x="1511" y="376"/>
                      <a:pt x="1533" y="418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7"/>
              <p:cNvSpPr/>
              <p:nvPr/>
            </p:nvSpPr>
            <p:spPr>
              <a:xfrm>
                <a:off x="8173745" y="2070300"/>
                <a:ext cx="301042" cy="193619"/>
              </a:xfrm>
              <a:custGeom>
                <a:avLst/>
                <a:gdLst/>
                <a:ahLst/>
                <a:cxnLst/>
                <a:rect l="l" t="t" r="r" b="b"/>
                <a:pathLst>
                  <a:path w="4893" h="3147" extrusionOk="0">
                    <a:moveTo>
                      <a:pt x="1983" y="1"/>
                    </a:moveTo>
                    <a:cubicBezTo>
                      <a:pt x="1580" y="1"/>
                      <a:pt x="1176" y="80"/>
                      <a:pt x="808" y="240"/>
                    </a:cubicBezTo>
                    <a:cubicBezTo>
                      <a:pt x="511" y="368"/>
                      <a:pt x="170" y="673"/>
                      <a:pt x="85" y="1027"/>
                    </a:cubicBezTo>
                    <a:cubicBezTo>
                      <a:pt x="0" y="1375"/>
                      <a:pt x="191" y="1779"/>
                      <a:pt x="525" y="1928"/>
                    </a:cubicBezTo>
                    <a:cubicBezTo>
                      <a:pt x="815" y="2063"/>
                      <a:pt x="1184" y="2027"/>
                      <a:pt x="1411" y="2247"/>
                    </a:cubicBezTo>
                    <a:cubicBezTo>
                      <a:pt x="1603" y="2446"/>
                      <a:pt x="1624" y="2793"/>
                      <a:pt x="1865" y="2935"/>
                    </a:cubicBezTo>
                    <a:cubicBezTo>
                      <a:pt x="1931" y="2971"/>
                      <a:pt x="2002" y="2986"/>
                      <a:pt x="2076" y="2986"/>
                    </a:cubicBezTo>
                    <a:cubicBezTo>
                      <a:pt x="2233" y="2986"/>
                      <a:pt x="2399" y="2918"/>
                      <a:pt x="2539" y="2836"/>
                    </a:cubicBezTo>
                    <a:cubicBezTo>
                      <a:pt x="2726" y="2732"/>
                      <a:pt x="2925" y="2605"/>
                      <a:pt x="3137" y="2605"/>
                    </a:cubicBezTo>
                    <a:cubicBezTo>
                      <a:pt x="3157" y="2605"/>
                      <a:pt x="3177" y="2606"/>
                      <a:pt x="3198" y="2609"/>
                    </a:cubicBezTo>
                    <a:cubicBezTo>
                      <a:pt x="3560" y="2651"/>
                      <a:pt x="3772" y="3084"/>
                      <a:pt x="4134" y="3140"/>
                    </a:cubicBezTo>
                    <a:cubicBezTo>
                      <a:pt x="4160" y="3145"/>
                      <a:pt x="4187" y="3147"/>
                      <a:pt x="4213" y="3147"/>
                    </a:cubicBezTo>
                    <a:cubicBezTo>
                      <a:pt x="4488" y="3147"/>
                      <a:pt x="4737" y="2916"/>
                      <a:pt x="4815" y="2644"/>
                    </a:cubicBezTo>
                    <a:cubicBezTo>
                      <a:pt x="4893" y="2346"/>
                      <a:pt x="4815" y="2027"/>
                      <a:pt x="4687" y="1751"/>
                    </a:cubicBezTo>
                    <a:cubicBezTo>
                      <a:pt x="4375" y="1049"/>
                      <a:pt x="3772" y="481"/>
                      <a:pt x="3056" y="198"/>
                    </a:cubicBezTo>
                    <a:cubicBezTo>
                      <a:pt x="2716" y="66"/>
                      <a:pt x="2349" y="1"/>
                      <a:pt x="19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37"/>
              <p:cNvSpPr/>
              <p:nvPr/>
            </p:nvSpPr>
            <p:spPr>
              <a:xfrm>
                <a:off x="8361765" y="2082420"/>
                <a:ext cx="113021" cy="166302"/>
              </a:xfrm>
              <a:custGeom>
                <a:avLst/>
                <a:gdLst/>
                <a:ahLst/>
                <a:cxnLst/>
                <a:rect l="l" t="t" r="r" b="b"/>
                <a:pathLst>
                  <a:path w="1837" h="2703" fill="none" extrusionOk="0">
                    <a:moveTo>
                      <a:pt x="0" y="1"/>
                    </a:moveTo>
                    <a:cubicBezTo>
                      <a:pt x="716" y="284"/>
                      <a:pt x="1319" y="852"/>
                      <a:pt x="1631" y="1554"/>
                    </a:cubicBezTo>
                    <a:cubicBezTo>
                      <a:pt x="1759" y="1830"/>
                      <a:pt x="1837" y="2149"/>
                      <a:pt x="1759" y="2447"/>
                    </a:cubicBezTo>
                    <a:cubicBezTo>
                      <a:pt x="1730" y="2539"/>
                      <a:pt x="1688" y="2631"/>
                      <a:pt x="1624" y="2702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7"/>
              <p:cNvSpPr/>
              <p:nvPr/>
            </p:nvSpPr>
            <p:spPr>
              <a:xfrm>
                <a:off x="8241361" y="2068024"/>
                <a:ext cx="91672" cy="10521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71" fill="none" extrusionOk="0">
                    <a:moveTo>
                      <a:pt x="0" y="171"/>
                    </a:moveTo>
                    <a:cubicBezTo>
                      <a:pt x="482" y="22"/>
                      <a:pt x="1000" y="1"/>
                      <a:pt x="1489" y="10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7"/>
              <p:cNvSpPr/>
              <p:nvPr/>
            </p:nvSpPr>
            <p:spPr>
              <a:xfrm>
                <a:off x="7808227" y="2858928"/>
                <a:ext cx="36177" cy="33347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42" extrusionOk="0">
                    <a:moveTo>
                      <a:pt x="297" y="1"/>
                    </a:moveTo>
                    <a:cubicBezTo>
                      <a:pt x="144" y="1"/>
                      <a:pt x="1" y="137"/>
                      <a:pt x="6" y="278"/>
                    </a:cubicBezTo>
                    <a:cubicBezTo>
                      <a:pt x="6" y="427"/>
                      <a:pt x="152" y="542"/>
                      <a:pt x="294" y="542"/>
                    </a:cubicBezTo>
                    <a:cubicBezTo>
                      <a:pt x="334" y="542"/>
                      <a:pt x="374" y="532"/>
                      <a:pt x="410" y="512"/>
                    </a:cubicBezTo>
                    <a:cubicBezTo>
                      <a:pt x="580" y="427"/>
                      <a:pt x="588" y="150"/>
                      <a:pt x="439" y="44"/>
                    </a:cubicBezTo>
                    <a:cubicBezTo>
                      <a:pt x="393" y="14"/>
                      <a:pt x="345" y="1"/>
                      <a:pt x="2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7"/>
              <p:cNvSpPr/>
              <p:nvPr/>
            </p:nvSpPr>
            <p:spPr>
              <a:xfrm>
                <a:off x="7353989" y="2560901"/>
                <a:ext cx="36300" cy="33347"/>
              </a:xfrm>
              <a:custGeom>
                <a:avLst/>
                <a:gdLst/>
                <a:ahLst/>
                <a:cxnLst/>
                <a:rect l="l" t="t" r="r" b="b"/>
                <a:pathLst>
                  <a:path w="590" h="542" extrusionOk="0">
                    <a:moveTo>
                      <a:pt x="293" y="1"/>
                    </a:moveTo>
                    <a:cubicBezTo>
                      <a:pt x="143" y="1"/>
                      <a:pt x="1" y="134"/>
                      <a:pt x="1" y="279"/>
                    </a:cubicBezTo>
                    <a:cubicBezTo>
                      <a:pt x="6" y="423"/>
                      <a:pt x="155" y="542"/>
                      <a:pt x="298" y="542"/>
                    </a:cubicBezTo>
                    <a:cubicBezTo>
                      <a:pt x="338" y="542"/>
                      <a:pt x="377" y="533"/>
                      <a:pt x="412" y="513"/>
                    </a:cubicBezTo>
                    <a:cubicBezTo>
                      <a:pt x="575" y="428"/>
                      <a:pt x="589" y="151"/>
                      <a:pt x="433" y="45"/>
                    </a:cubicBezTo>
                    <a:cubicBezTo>
                      <a:pt x="389" y="14"/>
                      <a:pt x="340" y="1"/>
                      <a:pt x="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7"/>
              <p:cNvSpPr/>
              <p:nvPr/>
            </p:nvSpPr>
            <p:spPr>
              <a:xfrm>
                <a:off x="7877196" y="1919625"/>
                <a:ext cx="36115" cy="33347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42" extrusionOk="0">
                    <a:moveTo>
                      <a:pt x="294" y="0"/>
                    </a:moveTo>
                    <a:cubicBezTo>
                      <a:pt x="142" y="0"/>
                      <a:pt x="0" y="133"/>
                      <a:pt x="5" y="279"/>
                    </a:cubicBezTo>
                    <a:cubicBezTo>
                      <a:pt x="5" y="423"/>
                      <a:pt x="154" y="541"/>
                      <a:pt x="296" y="541"/>
                    </a:cubicBezTo>
                    <a:cubicBezTo>
                      <a:pt x="335" y="541"/>
                      <a:pt x="374" y="532"/>
                      <a:pt x="410" y="512"/>
                    </a:cubicBezTo>
                    <a:cubicBezTo>
                      <a:pt x="580" y="427"/>
                      <a:pt x="587" y="151"/>
                      <a:pt x="438" y="45"/>
                    </a:cubicBezTo>
                    <a:cubicBezTo>
                      <a:pt x="392" y="14"/>
                      <a:pt x="342" y="0"/>
                      <a:pt x="2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7"/>
              <p:cNvSpPr/>
              <p:nvPr/>
            </p:nvSpPr>
            <p:spPr>
              <a:xfrm>
                <a:off x="7884148" y="2725358"/>
                <a:ext cx="36177" cy="33347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42" extrusionOk="0">
                    <a:moveTo>
                      <a:pt x="294" y="1"/>
                    </a:moveTo>
                    <a:cubicBezTo>
                      <a:pt x="142" y="1"/>
                      <a:pt x="0" y="134"/>
                      <a:pt x="6" y="279"/>
                    </a:cubicBezTo>
                    <a:cubicBezTo>
                      <a:pt x="6" y="424"/>
                      <a:pt x="154" y="542"/>
                      <a:pt x="297" y="542"/>
                    </a:cubicBezTo>
                    <a:cubicBezTo>
                      <a:pt x="336" y="542"/>
                      <a:pt x="375" y="533"/>
                      <a:pt x="410" y="513"/>
                    </a:cubicBezTo>
                    <a:cubicBezTo>
                      <a:pt x="580" y="421"/>
                      <a:pt x="587" y="144"/>
                      <a:pt x="438" y="45"/>
                    </a:cubicBezTo>
                    <a:cubicBezTo>
                      <a:pt x="392" y="14"/>
                      <a:pt x="343" y="1"/>
                      <a:pt x="2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7"/>
              <p:cNvSpPr/>
              <p:nvPr/>
            </p:nvSpPr>
            <p:spPr>
              <a:xfrm>
                <a:off x="7194394" y="2278624"/>
                <a:ext cx="36177" cy="33408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43" extrusionOk="0">
                    <a:moveTo>
                      <a:pt x="292" y="1"/>
                    </a:moveTo>
                    <a:cubicBezTo>
                      <a:pt x="143" y="1"/>
                      <a:pt x="1" y="134"/>
                      <a:pt x="6" y="279"/>
                    </a:cubicBezTo>
                    <a:cubicBezTo>
                      <a:pt x="6" y="424"/>
                      <a:pt x="155" y="542"/>
                      <a:pt x="297" y="542"/>
                    </a:cubicBezTo>
                    <a:cubicBezTo>
                      <a:pt x="336" y="542"/>
                      <a:pt x="375" y="533"/>
                      <a:pt x="411" y="513"/>
                    </a:cubicBezTo>
                    <a:cubicBezTo>
                      <a:pt x="574" y="421"/>
                      <a:pt x="588" y="152"/>
                      <a:pt x="432" y="45"/>
                    </a:cubicBezTo>
                    <a:cubicBezTo>
                      <a:pt x="387" y="14"/>
                      <a:pt x="339" y="1"/>
                      <a:pt x="2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37"/>
              <p:cNvSpPr/>
              <p:nvPr/>
            </p:nvSpPr>
            <p:spPr>
              <a:xfrm>
                <a:off x="8062016" y="2656511"/>
                <a:ext cx="36300" cy="3353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545" extrusionOk="0">
                    <a:moveTo>
                      <a:pt x="293" y="0"/>
                    </a:moveTo>
                    <a:cubicBezTo>
                      <a:pt x="141" y="0"/>
                      <a:pt x="1" y="137"/>
                      <a:pt x="1" y="278"/>
                    </a:cubicBezTo>
                    <a:cubicBezTo>
                      <a:pt x="6" y="429"/>
                      <a:pt x="154" y="545"/>
                      <a:pt x="299" y="545"/>
                    </a:cubicBezTo>
                    <a:cubicBezTo>
                      <a:pt x="338" y="545"/>
                      <a:pt x="376" y="537"/>
                      <a:pt x="412" y="519"/>
                    </a:cubicBezTo>
                    <a:cubicBezTo>
                      <a:pt x="575" y="427"/>
                      <a:pt x="589" y="150"/>
                      <a:pt x="433" y="44"/>
                    </a:cubicBezTo>
                    <a:cubicBezTo>
                      <a:pt x="388" y="14"/>
                      <a:pt x="340" y="0"/>
                      <a:pt x="2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7"/>
              <p:cNvSpPr/>
              <p:nvPr/>
            </p:nvSpPr>
            <p:spPr>
              <a:xfrm>
                <a:off x="8062016" y="2651343"/>
                <a:ext cx="36300" cy="42329"/>
              </a:xfrm>
              <a:custGeom>
                <a:avLst/>
                <a:gdLst/>
                <a:ahLst/>
                <a:cxnLst/>
                <a:rect l="l" t="t" r="r" b="b"/>
                <a:pathLst>
                  <a:path w="590" h="688" fill="none" extrusionOk="0">
                    <a:moveTo>
                      <a:pt x="433" y="128"/>
                    </a:moveTo>
                    <a:cubicBezTo>
                      <a:pt x="589" y="234"/>
                      <a:pt x="575" y="511"/>
                      <a:pt x="412" y="603"/>
                    </a:cubicBezTo>
                    <a:cubicBezTo>
                      <a:pt x="242" y="688"/>
                      <a:pt x="8" y="553"/>
                      <a:pt x="1" y="362"/>
                    </a:cubicBezTo>
                    <a:cubicBezTo>
                      <a:pt x="1" y="177"/>
                      <a:pt x="242" y="0"/>
                      <a:pt x="433" y="128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7"/>
              <p:cNvSpPr/>
              <p:nvPr/>
            </p:nvSpPr>
            <p:spPr>
              <a:xfrm>
                <a:off x="8380592" y="2954846"/>
                <a:ext cx="36607" cy="33347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42" extrusionOk="0">
                    <a:moveTo>
                      <a:pt x="295" y="1"/>
                    </a:moveTo>
                    <a:cubicBezTo>
                      <a:pt x="142" y="1"/>
                      <a:pt x="1" y="134"/>
                      <a:pt x="6" y="279"/>
                    </a:cubicBezTo>
                    <a:cubicBezTo>
                      <a:pt x="6" y="423"/>
                      <a:pt x="154" y="542"/>
                      <a:pt x="297" y="542"/>
                    </a:cubicBezTo>
                    <a:cubicBezTo>
                      <a:pt x="336" y="542"/>
                      <a:pt x="375" y="533"/>
                      <a:pt x="410" y="513"/>
                    </a:cubicBezTo>
                    <a:cubicBezTo>
                      <a:pt x="580" y="421"/>
                      <a:pt x="595" y="151"/>
                      <a:pt x="439" y="45"/>
                    </a:cubicBezTo>
                    <a:cubicBezTo>
                      <a:pt x="392" y="14"/>
                      <a:pt x="343" y="1"/>
                      <a:pt x="2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37"/>
              <p:cNvSpPr/>
              <p:nvPr/>
            </p:nvSpPr>
            <p:spPr>
              <a:xfrm>
                <a:off x="8380530" y="2949739"/>
                <a:ext cx="36669" cy="42329"/>
              </a:xfrm>
              <a:custGeom>
                <a:avLst/>
                <a:gdLst/>
                <a:ahLst/>
                <a:cxnLst/>
                <a:rect l="l" t="t" r="r" b="b"/>
                <a:pathLst>
                  <a:path w="596" h="688" fill="none" extrusionOk="0">
                    <a:moveTo>
                      <a:pt x="440" y="128"/>
                    </a:moveTo>
                    <a:cubicBezTo>
                      <a:pt x="596" y="234"/>
                      <a:pt x="581" y="504"/>
                      <a:pt x="411" y="596"/>
                    </a:cubicBezTo>
                    <a:cubicBezTo>
                      <a:pt x="248" y="688"/>
                      <a:pt x="7" y="546"/>
                      <a:pt x="7" y="362"/>
                    </a:cubicBezTo>
                    <a:cubicBezTo>
                      <a:pt x="0" y="170"/>
                      <a:pt x="248" y="0"/>
                      <a:pt x="440" y="128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37"/>
              <p:cNvSpPr/>
              <p:nvPr/>
            </p:nvSpPr>
            <p:spPr>
              <a:xfrm>
                <a:off x="7429911" y="2267796"/>
                <a:ext cx="36238" cy="33347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42" extrusionOk="0">
                    <a:moveTo>
                      <a:pt x="295" y="1"/>
                    </a:moveTo>
                    <a:cubicBezTo>
                      <a:pt x="145" y="1"/>
                      <a:pt x="0" y="137"/>
                      <a:pt x="0" y="278"/>
                    </a:cubicBezTo>
                    <a:cubicBezTo>
                      <a:pt x="6" y="427"/>
                      <a:pt x="153" y="542"/>
                      <a:pt x="295" y="542"/>
                    </a:cubicBezTo>
                    <a:cubicBezTo>
                      <a:pt x="335" y="542"/>
                      <a:pt x="375" y="532"/>
                      <a:pt x="412" y="512"/>
                    </a:cubicBezTo>
                    <a:cubicBezTo>
                      <a:pt x="575" y="427"/>
                      <a:pt x="589" y="150"/>
                      <a:pt x="433" y="44"/>
                    </a:cubicBezTo>
                    <a:cubicBezTo>
                      <a:pt x="389" y="14"/>
                      <a:pt x="342" y="1"/>
                      <a:pt x="2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37"/>
              <p:cNvSpPr/>
              <p:nvPr/>
            </p:nvSpPr>
            <p:spPr>
              <a:xfrm>
                <a:off x="7429911" y="2262627"/>
                <a:ext cx="36238" cy="42391"/>
              </a:xfrm>
              <a:custGeom>
                <a:avLst/>
                <a:gdLst/>
                <a:ahLst/>
                <a:cxnLst/>
                <a:rect l="l" t="t" r="r" b="b"/>
                <a:pathLst>
                  <a:path w="589" h="689" fill="none" extrusionOk="0">
                    <a:moveTo>
                      <a:pt x="433" y="128"/>
                    </a:moveTo>
                    <a:cubicBezTo>
                      <a:pt x="589" y="234"/>
                      <a:pt x="575" y="511"/>
                      <a:pt x="412" y="596"/>
                    </a:cubicBezTo>
                    <a:cubicBezTo>
                      <a:pt x="248" y="688"/>
                      <a:pt x="7" y="553"/>
                      <a:pt x="0" y="362"/>
                    </a:cubicBezTo>
                    <a:cubicBezTo>
                      <a:pt x="0" y="178"/>
                      <a:pt x="248" y="0"/>
                      <a:pt x="433" y="128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37"/>
              <p:cNvSpPr/>
              <p:nvPr/>
            </p:nvSpPr>
            <p:spPr>
              <a:xfrm>
                <a:off x="7929000" y="3124163"/>
                <a:ext cx="36238" cy="33593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46" extrusionOk="0">
                    <a:moveTo>
                      <a:pt x="292" y="1"/>
                    </a:moveTo>
                    <a:cubicBezTo>
                      <a:pt x="141" y="1"/>
                      <a:pt x="0" y="137"/>
                      <a:pt x="0" y="278"/>
                    </a:cubicBezTo>
                    <a:cubicBezTo>
                      <a:pt x="6" y="429"/>
                      <a:pt x="153" y="545"/>
                      <a:pt x="298" y="545"/>
                    </a:cubicBezTo>
                    <a:cubicBezTo>
                      <a:pt x="337" y="545"/>
                      <a:pt x="376" y="537"/>
                      <a:pt x="411" y="519"/>
                    </a:cubicBezTo>
                    <a:cubicBezTo>
                      <a:pt x="574" y="427"/>
                      <a:pt x="589" y="150"/>
                      <a:pt x="433" y="44"/>
                    </a:cubicBezTo>
                    <a:cubicBezTo>
                      <a:pt x="387" y="14"/>
                      <a:pt x="339" y="1"/>
                      <a:pt x="2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7"/>
              <p:cNvSpPr/>
              <p:nvPr/>
            </p:nvSpPr>
            <p:spPr>
              <a:xfrm>
                <a:off x="7929000" y="3118995"/>
                <a:ext cx="36238" cy="42391"/>
              </a:xfrm>
              <a:custGeom>
                <a:avLst/>
                <a:gdLst/>
                <a:ahLst/>
                <a:cxnLst/>
                <a:rect l="l" t="t" r="r" b="b"/>
                <a:pathLst>
                  <a:path w="589" h="689" fill="none" extrusionOk="0">
                    <a:moveTo>
                      <a:pt x="433" y="128"/>
                    </a:moveTo>
                    <a:cubicBezTo>
                      <a:pt x="589" y="234"/>
                      <a:pt x="574" y="511"/>
                      <a:pt x="411" y="603"/>
                    </a:cubicBezTo>
                    <a:cubicBezTo>
                      <a:pt x="241" y="688"/>
                      <a:pt x="7" y="553"/>
                      <a:pt x="0" y="362"/>
                    </a:cubicBezTo>
                    <a:cubicBezTo>
                      <a:pt x="0" y="178"/>
                      <a:pt x="241" y="0"/>
                      <a:pt x="433" y="128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7"/>
              <p:cNvSpPr/>
              <p:nvPr/>
            </p:nvSpPr>
            <p:spPr>
              <a:xfrm>
                <a:off x="8332603" y="3125947"/>
                <a:ext cx="36177" cy="33531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45" extrusionOk="0">
                    <a:moveTo>
                      <a:pt x="297" y="0"/>
                    </a:moveTo>
                    <a:cubicBezTo>
                      <a:pt x="144" y="0"/>
                      <a:pt x="1" y="137"/>
                      <a:pt x="6" y="277"/>
                    </a:cubicBezTo>
                    <a:cubicBezTo>
                      <a:pt x="6" y="429"/>
                      <a:pt x="157" y="545"/>
                      <a:pt x="300" y="545"/>
                    </a:cubicBezTo>
                    <a:cubicBezTo>
                      <a:pt x="338" y="545"/>
                      <a:pt x="376" y="536"/>
                      <a:pt x="410" y="518"/>
                    </a:cubicBezTo>
                    <a:cubicBezTo>
                      <a:pt x="580" y="426"/>
                      <a:pt x="588" y="150"/>
                      <a:pt x="439" y="43"/>
                    </a:cubicBezTo>
                    <a:cubicBezTo>
                      <a:pt x="393" y="13"/>
                      <a:pt x="345" y="0"/>
                      <a:pt x="2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7"/>
              <p:cNvSpPr/>
              <p:nvPr/>
            </p:nvSpPr>
            <p:spPr>
              <a:xfrm>
                <a:off x="8332541" y="3120718"/>
                <a:ext cx="36238" cy="42391"/>
              </a:xfrm>
              <a:custGeom>
                <a:avLst/>
                <a:gdLst/>
                <a:ahLst/>
                <a:cxnLst/>
                <a:rect l="l" t="t" r="r" b="b"/>
                <a:pathLst>
                  <a:path w="589" h="689" fill="none" extrusionOk="0">
                    <a:moveTo>
                      <a:pt x="440" y="128"/>
                    </a:moveTo>
                    <a:cubicBezTo>
                      <a:pt x="589" y="235"/>
                      <a:pt x="581" y="511"/>
                      <a:pt x="411" y="603"/>
                    </a:cubicBezTo>
                    <a:cubicBezTo>
                      <a:pt x="248" y="689"/>
                      <a:pt x="7" y="554"/>
                      <a:pt x="7" y="362"/>
                    </a:cubicBezTo>
                    <a:cubicBezTo>
                      <a:pt x="0" y="178"/>
                      <a:pt x="248" y="1"/>
                      <a:pt x="440" y="128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7"/>
              <p:cNvSpPr/>
              <p:nvPr/>
            </p:nvSpPr>
            <p:spPr>
              <a:xfrm>
                <a:off x="7211005" y="3041658"/>
                <a:ext cx="36177" cy="33347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42" extrusionOk="0">
                    <a:moveTo>
                      <a:pt x="291" y="1"/>
                    </a:moveTo>
                    <a:cubicBezTo>
                      <a:pt x="142" y="1"/>
                      <a:pt x="0" y="134"/>
                      <a:pt x="6" y="279"/>
                    </a:cubicBezTo>
                    <a:cubicBezTo>
                      <a:pt x="6" y="423"/>
                      <a:pt x="154" y="542"/>
                      <a:pt x="297" y="542"/>
                    </a:cubicBezTo>
                    <a:cubicBezTo>
                      <a:pt x="336" y="542"/>
                      <a:pt x="375" y="533"/>
                      <a:pt x="410" y="513"/>
                    </a:cubicBezTo>
                    <a:cubicBezTo>
                      <a:pt x="573" y="421"/>
                      <a:pt x="587" y="151"/>
                      <a:pt x="431" y="45"/>
                    </a:cubicBezTo>
                    <a:cubicBezTo>
                      <a:pt x="387" y="14"/>
                      <a:pt x="339" y="1"/>
                      <a:pt x="2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7"/>
              <p:cNvSpPr/>
              <p:nvPr/>
            </p:nvSpPr>
            <p:spPr>
              <a:xfrm>
                <a:off x="7210882" y="3036551"/>
                <a:ext cx="36300" cy="4239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689" fill="none" extrusionOk="0">
                    <a:moveTo>
                      <a:pt x="433" y="128"/>
                    </a:moveTo>
                    <a:cubicBezTo>
                      <a:pt x="589" y="234"/>
                      <a:pt x="575" y="504"/>
                      <a:pt x="412" y="596"/>
                    </a:cubicBezTo>
                    <a:cubicBezTo>
                      <a:pt x="249" y="688"/>
                      <a:pt x="8" y="546"/>
                      <a:pt x="8" y="362"/>
                    </a:cubicBezTo>
                    <a:cubicBezTo>
                      <a:pt x="1" y="170"/>
                      <a:pt x="249" y="0"/>
                      <a:pt x="433" y="128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7"/>
              <p:cNvSpPr/>
              <p:nvPr/>
            </p:nvSpPr>
            <p:spPr>
              <a:xfrm>
                <a:off x="7186026" y="1917472"/>
                <a:ext cx="36300" cy="33777"/>
              </a:xfrm>
              <a:custGeom>
                <a:avLst/>
                <a:gdLst/>
                <a:ahLst/>
                <a:cxnLst/>
                <a:rect l="l" t="t" r="r" b="b"/>
                <a:pathLst>
                  <a:path w="590" h="549" extrusionOk="0">
                    <a:moveTo>
                      <a:pt x="293" y="1"/>
                    </a:moveTo>
                    <a:cubicBezTo>
                      <a:pt x="141" y="1"/>
                      <a:pt x="1" y="139"/>
                      <a:pt x="1" y="285"/>
                    </a:cubicBezTo>
                    <a:cubicBezTo>
                      <a:pt x="6" y="430"/>
                      <a:pt x="151" y="548"/>
                      <a:pt x="296" y="548"/>
                    </a:cubicBezTo>
                    <a:cubicBezTo>
                      <a:pt x="335" y="548"/>
                      <a:pt x="375" y="539"/>
                      <a:pt x="412" y="519"/>
                    </a:cubicBezTo>
                    <a:cubicBezTo>
                      <a:pt x="575" y="427"/>
                      <a:pt x="589" y="150"/>
                      <a:pt x="433" y="44"/>
                    </a:cubicBezTo>
                    <a:cubicBezTo>
                      <a:pt x="388" y="14"/>
                      <a:pt x="340" y="1"/>
                      <a:pt x="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7"/>
              <p:cNvSpPr/>
              <p:nvPr/>
            </p:nvSpPr>
            <p:spPr>
              <a:xfrm>
                <a:off x="7186026" y="1912304"/>
                <a:ext cx="36300" cy="4282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696" fill="none" extrusionOk="0">
                    <a:moveTo>
                      <a:pt x="433" y="128"/>
                    </a:moveTo>
                    <a:cubicBezTo>
                      <a:pt x="589" y="234"/>
                      <a:pt x="575" y="511"/>
                      <a:pt x="412" y="603"/>
                    </a:cubicBezTo>
                    <a:cubicBezTo>
                      <a:pt x="242" y="695"/>
                      <a:pt x="8" y="554"/>
                      <a:pt x="1" y="369"/>
                    </a:cubicBezTo>
                    <a:cubicBezTo>
                      <a:pt x="1" y="178"/>
                      <a:pt x="242" y="0"/>
                      <a:pt x="433" y="128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7"/>
              <p:cNvSpPr/>
              <p:nvPr/>
            </p:nvSpPr>
            <p:spPr>
              <a:xfrm>
                <a:off x="7114165" y="2801341"/>
                <a:ext cx="36177" cy="33531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45" extrusionOk="0">
                    <a:moveTo>
                      <a:pt x="294" y="1"/>
                    </a:moveTo>
                    <a:cubicBezTo>
                      <a:pt x="144" y="1"/>
                      <a:pt x="0" y="137"/>
                      <a:pt x="6" y="278"/>
                    </a:cubicBezTo>
                    <a:cubicBezTo>
                      <a:pt x="6" y="429"/>
                      <a:pt x="156" y="545"/>
                      <a:pt x="300" y="545"/>
                    </a:cubicBezTo>
                    <a:cubicBezTo>
                      <a:pt x="338" y="545"/>
                      <a:pt x="376" y="537"/>
                      <a:pt x="410" y="519"/>
                    </a:cubicBezTo>
                    <a:cubicBezTo>
                      <a:pt x="580" y="427"/>
                      <a:pt x="587" y="150"/>
                      <a:pt x="431" y="44"/>
                    </a:cubicBezTo>
                    <a:cubicBezTo>
                      <a:pt x="387" y="14"/>
                      <a:pt x="340" y="1"/>
                      <a:pt x="2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7"/>
              <p:cNvSpPr/>
              <p:nvPr/>
            </p:nvSpPr>
            <p:spPr>
              <a:xfrm>
                <a:off x="7114042" y="2796173"/>
                <a:ext cx="36300" cy="4239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689" fill="none" extrusionOk="0">
                    <a:moveTo>
                      <a:pt x="433" y="128"/>
                    </a:moveTo>
                    <a:cubicBezTo>
                      <a:pt x="589" y="234"/>
                      <a:pt x="582" y="511"/>
                      <a:pt x="412" y="603"/>
                    </a:cubicBezTo>
                    <a:cubicBezTo>
                      <a:pt x="249" y="688"/>
                      <a:pt x="8" y="553"/>
                      <a:pt x="8" y="362"/>
                    </a:cubicBezTo>
                    <a:cubicBezTo>
                      <a:pt x="1" y="178"/>
                      <a:pt x="249" y="0"/>
                      <a:pt x="433" y="128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37"/>
              <p:cNvSpPr/>
              <p:nvPr/>
            </p:nvSpPr>
            <p:spPr>
              <a:xfrm>
                <a:off x="8253543" y="2323660"/>
                <a:ext cx="36300" cy="33347"/>
              </a:xfrm>
              <a:custGeom>
                <a:avLst/>
                <a:gdLst/>
                <a:ahLst/>
                <a:cxnLst/>
                <a:rect l="l" t="t" r="r" b="b"/>
                <a:pathLst>
                  <a:path w="590" h="542" extrusionOk="0">
                    <a:moveTo>
                      <a:pt x="296" y="0"/>
                    </a:moveTo>
                    <a:cubicBezTo>
                      <a:pt x="145" y="0"/>
                      <a:pt x="1" y="137"/>
                      <a:pt x="1" y="278"/>
                    </a:cubicBezTo>
                    <a:cubicBezTo>
                      <a:pt x="6" y="427"/>
                      <a:pt x="153" y="541"/>
                      <a:pt x="295" y="541"/>
                    </a:cubicBezTo>
                    <a:cubicBezTo>
                      <a:pt x="336" y="541"/>
                      <a:pt x="376" y="532"/>
                      <a:pt x="412" y="512"/>
                    </a:cubicBezTo>
                    <a:cubicBezTo>
                      <a:pt x="575" y="426"/>
                      <a:pt x="589" y="150"/>
                      <a:pt x="433" y="44"/>
                    </a:cubicBezTo>
                    <a:cubicBezTo>
                      <a:pt x="390" y="13"/>
                      <a:pt x="342" y="0"/>
                      <a:pt x="2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37"/>
              <p:cNvSpPr/>
              <p:nvPr/>
            </p:nvSpPr>
            <p:spPr>
              <a:xfrm>
                <a:off x="8253543" y="2318431"/>
                <a:ext cx="36300" cy="4239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689" fill="none" extrusionOk="0">
                    <a:moveTo>
                      <a:pt x="433" y="129"/>
                    </a:moveTo>
                    <a:cubicBezTo>
                      <a:pt x="589" y="235"/>
                      <a:pt x="575" y="511"/>
                      <a:pt x="412" y="597"/>
                    </a:cubicBezTo>
                    <a:cubicBezTo>
                      <a:pt x="249" y="689"/>
                      <a:pt x="8" y="554"/>
                      <a:pt x="1" y="363"/>
                    </a:cubicBezTo>
                    <a:cubicBezTo>
                      <a:pt x="1" y="178"/>
                      <a:pt x="249" y="1"/>
                      <a:pt x="433" y="129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7"/>
              <p:cNvSpPr/>
              <p:nvPr/>
            </p:nvSpPr>
            <p:spPr>
              <a:xfrm>
                <a:off x="7446461" y="3029907"/>
                <a:ext cx="36300" cy="33347"/>
              </a:xfrm>
              <a:custGeom>
                <a:avLst/>
                <a:gdLst/>
                <a:ahLst/>
                <a:cxnLst/>
                <a:rect l="l" t="t" r="r" b="b"/>
                <a:pathLst>
                  <a:path w="590" h="542" extrusionOk="0">
                    <a:moveTo>
                      <a:pt x="293" y="0"/>
                    </a:moveTo>
                    <a:cubicBezTo>
                      <a:pt x="144" y="0"/>
                      <a:pt x="1" y="133"/>
                      <a:pt x="1" y="278"/>
                    </a:cubicBezTo>
                    <a:cubicBezTo>
                      <a:pt x="6" y="423"/>
                      <a:pt x="156" y="541"/>
                      <a:pt x="299" y="541"/>
                    </a:cubicBezTo>
                    <a:cubicBezTo>
                      <a:pt x="338" y="541"/>
                      <a:pt x="377" y="532"/>
                      <a:pt x="412" y="512"/>
                    </a:cubicBezTo>
                    <a:cubicBezTo>
                      <a:pt x="575" y="420"/>
                      <a:pt x="589" y="151"/>
                      <a:pt x="433" y="44"/>
                    </a:cubicBezTo>
                    <a:cubicBezTo>
                      <a:pt x="389" y="14"/>
                      <a:pt x="341" y="0"/>
                      <a:pt x="2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7"/>
              <p:cNvSpPr/>
              <p:nvPr/>
            </p:nvSpPr>
            <p:spPr>
              <a:xfrm>
                <a:off x="7446461" y="3024739"/>
                <a:ext cx="36300" cy="4239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689" fill="none" extrusionOk="0">
                    <a:moveTo>
                      <a:pt x="433" y="128"/>
                    </a:moveTo>
                    <a:cubicBezTo>
                      <a:pt x="589" y="235"/>
                      <a:pt x="575" y="504"/>
                      <a:pt x="412" y="596"/>
                    </a:cubicBezTo>
                    <a:cubicBezTo>
                      <a:pt x="249" y="689"/>
                      <a:pt x="8" y="547"/>
                      <a:pt x="1" y="362"/>
                    </a:cubicBezTo>
                    <a:cubicBezTo>
                      <a:pt x="1" y="171"/>
                      <a:pt x="249" y="1"/>
                      <a:pt x="433" y="128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37"/>
              <p:cNvSpPr/>
              <p:nvPr/>
            </p:nvSpPr>
            <p:spPr>
              <a:xfrm>
                <a:off x="8286397" y="2710530"/>
                <a:ext cx="36115" cy="33347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42" extrusionOk="0">
                    <a:moveTo>
                      <a:pt x="291" y="1"/>
                    </a:moveTo>
                    <a:cubicBezTo>
                      <a:pt x="142" y="1"/>
                      <a:pt x="0" y="134"/>
                      <a:pt x="6" y="279"/>
                    </a:cubicBezTo>
                    <a:cubicBezTo>
                      <a:pt x="6" y="424"/>
                      <a:pt x="154" y="542"/>
                      <a:pt x="296" y="542"/>
                    </a:cubicBezTo>
                    <a:cubicBezTo>
                      <a:pt x="336" y="542"/>
                      <a:pt x="374" y="533"/>
                      <a:pt x="410" y="513"/>
                    </a:cubicBezTo>
                    <a:cubicBezTo>
                      <a:pt x="573" y="421"/>
                      <a:pt x="587" y="151"/>
                      <a:pt x="431" y="45"/>
                    </a:cubicBezTo>
                    <a:cubicBezTo>
                      <a:pt x="386" y="14"/>
                      <a:pt x="338" y="1"/>
                      <a:pt x="2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37"/>
              <p:cNvSpPr/>
              <p:nvPr/>
            </p:nvSpPr>
            <p:spPr>
              <a:xfrm>
                <a:off x="8034207" y="2299666"/>
                <a:ext cx="36607" cy="33531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45" extrusionOk="0">
                    <a:moveTo>
                      <a:pt x="297" y="0"/>
                    </a:moveTo>
                    <a:cubicBezTo>
                      <a:pt x="144" y="0"/>
                      <a:pt x="1" y="137"/>
                      <a:pt x="6" y="278"/>
                    </a:cubicBezTo>
                    <a:cubicBezTo>
                      <a:pt x="12" y="429"/>
                      <a:pt x="159" y="545"/>
                      <a:pt x="304" y="545"/>
                    </a:cubicBezTo>
                    <a:cubicBezTo>
                      <a:pt x="343" y="545"/>
                      <a:pt x="382" y="536"/>
                      <a:pt x="417" y="519"/>
                    </a:cubicBezTo>
                    <a:cubicBezTo>
                      <a:pt x="580" y="426"/>
                      <a:pt x="595" y="150"/>
                      <a:pt x="439" y="44"/>
                    </a:cubicBezTo>
                    <a:cubicBezTo>
                      <a:pt x="393" y="13"/>
                      <a:pt x="345" y="0"/>
                      <a:pt x="2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37"/>
              <p:cNvSpPr/>
              <p:nvPr/>
            </p:nvSpPr>
            <p:spPr>
              <a:xfrm>
                <a:off x="7596212" y="2349316"/>
                <a:ext cx="36177" cy="33347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42" extrusionOk="0">
                    <a:moveTo>
                      <a:pt x="291" y="1"/>
                    </a:moveTo>
                    <a:cubicBezTo>
                      <a:pt x="142" y="1"/>
                      <a:pt x="1" y="134"/>
                      <a:pt x="6" y="279"/>
                    </a:cubicBezTo>
                    <a:cubicBezTo>
                      <a:pt x="6" y="423"/>
                      <a:pt x="154" y="542"/>
                      <a:pt x="297" y="542"/>
                    </a:cubicBezTo>
                    <a:cubicBezTo>
                      <a:pt x="336" y="542"/>
                      <a:pt x="375" y="533"/>
                      <a:pt x="410" y="513"/>
                    </a:cubicBezTo>
                    <a:cubicBezTo>
                      <a:pt x="573" y="421"/>
                      <a:pt x="587" y="144"/>
                      <a:pt x="431" y="45"/>
                    </a:cubicBezTo>
                    <a:cubicBezTo>
                      <a:pt x="387" y="14"/>
                      <a:pt x="339" y="1"/>
                      <a:pt x="2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7"/>
              <p:cNvSpPr/>
              <p:nvPr/>
            </p:nvSpPr>
            <p:spPr>
              <a:xfrm>
                <a:off x="7068699" y="3270777"/>
                <a:ext cx="1392988" cy="1354657"/>
              </a:xfrm>
              <a:custGeom>
                <a:avLst/>
                <a:gdLst/>
                <a:ahLst/>
                <a:cxnLst/>
                <a:rect l="l" t="t" r="r" b="b"/>
                <a:pathLst>
                  <a:path w="22641" h="22018" extrusionOk="0">
                    <a:moveTo>
                      <a:pt x="0" y="1"/>
                    </a:moveTo>
                    <a:lnTo>
                      <a:pt x="0" y="22018"/>
                    </a:lnTo>
                    <a:cubicBezTo>
                      <a:pt x="14125" y="20848"/>
                      <a:pt x="21223" y="14955"/>
                      <a:pt x="22605" y="384"/>
                    </a:cubicBezTo>
                    <a:cubicBezTo>
                      <a:pt x="22613" y="256"/>
                      <a:pt x="22627" y="129"/>
                      <a:pt x="22641" y="1"/>
                    </a:cubicBezTo>
                    <a:close/>
                  </a:path>
                </a:pathLst>
              </a:custGeom>
              <a:solidFill>
                <a:srgbClr val="08867B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37"/>
              <p:cNvSpPr/>
              <p:nvPr/>
            </p:nvSpPr>
            <p:spPr>
              <a:xfrm>
                <a:off x="7068699" y="3270777"/>
                <a:ext cx="999966" cy="973818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15828" extrusionOk="0">
                    <a:moveTo>
                      <a:pt x="0" y="1"/>
                    </a:moveTo>
                    <a:lnTo>
                      <a:pt x="0" y="15828"/>
                    </a:lnTo>
                    <a:cubicBezTo>
                      <a:pt x="3602" y="15629"/>
                      <a:pt x="7204" y="14672"/>
                      <a:pt x="10239" y="12325"/>
                    </a:cubicBezTo>
                    <a:cubicBezTo>
                      <a:pt x="13387" y="9878"/>
                      <a:pt x="15444" y="4972"/>
                      <a:pt x="16252" y="1"/>
                    </a:cubicBezTo>
                    <a:close/>
                  </a:path>
                </a:pathLst>
              </a:custGeom>
              <a:solidFill>
                <a:srgbClr val="08867B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37"/>
              <p:cNvSpPr/>
              <p:nvPr/>
            </p:nvSpPr>
            <p:spPr>
              <a:xfrm>
                <a:off x="7068699" y="3270777"/>
                <a:ext cx="647858" cy="678928"/>
              </a:xfrm>
              <a:custGeom>
                <a:avLst/>
                <a:gdLst/>
                <a:ahLst/>
                <a:cxnLst/>
                <a:rect l="l" t="t" r="r" b="b"/>
                <a:pathLst>
                  <a:path w="10530" h="11035" extrusionOk="0">
                    <a:moveTo>
                      <a:pt x="0" y="1"/>
                    </a:moveTo>
                    <a:lnTo>
                      <a:pt x="0" y="11034"/>
                    </a:lnTo>
                    <a:cubicBezTo>
                      <a:pt x="5630" y="9942"/>
                      <a:pt x="7665" y="6872"/>
                      <a:pt x="9821" y="1781"/>
                    </a:cubicBezTo>
                    <a:cubicBezTo>
                      <a:pt x="10069" y="1185"/>
                      <a:pt x="10310" y="590"/>
                      <a:pt x="10530" y="1"/>
                    </a:cubicBezTo>
                    <a:close/>
                  </a:path>
                </a:pathLst>
              </a:custGeom>
              <a:solidFill>
                <a:srgbClr val="08867B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37"/>
              <p:cNvSpPr/>
              <p:nvPr/>
            </p:nvSpPr>
            <p:spPr>
              <a:xfrm>
                <a:off x="7068699" y="3270777"/>
                <a:ext cx="404896" cy="419785"/>
              </a:xfrm>
              <a:custGeom>
                <a:avLst/>
                <a:gdLst/>
                <a:ahLst/>
                <a:cxnLst/>
                <a:rect l="l" t="t" r="r" b="b"/>
                <a:pathLst>
                  <a:path w="6581" h="6823" extrusionOk="0">
                    <a:moveTo>
                      <a:pt x="0" y="1"/>
                    </a:moveTo>
                    <a:lnTo>
                      <a:pt x="0" y="6822"/>
                    </a:lnTo>
                    <a:cubicBezTo>
                      <a:pt x="3850" y="5922"/>
                      <a:pt x="6580" y="3107"/>
                      <a:pt x="6403" y="1"/>
                    </a:cubicBezTo>
                    <a:close/>
                  </a:path>
                </a:pathLst>
              </a:custGeom>
              <a:solidFill>
                <a:srgbClr val="08867B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37"/>
              <p:cNvSpPr/>
              <p:nvPr/>
            </p:nvSpPr>
            <p:spPr>
              <a:xfrm>
                <a:off x="7226141" y="3395919"/>
                <a:ext cx="552802" cy="351123"/>
              </a:xfrm>
              <a:custGeom>
                <a:avLst/>
                <a:gdLst/>
                <a:ahLst/>
                <a:cxnLst/>
                <a:rect l="l" t="t" r="r" b="b"/>
                <a:pathLst>
                  <a:path w="8985" h="5707" extrusionOk="0">
                    <a:moveTo>
                      <a:pt x="4141" y="0"/>
                    </a:moveTo>
                    <a:cubicBezTo>
                      <a:pt x="4115" y="0"/>
                      <a:pt x="4090" y="1"/>
                      <a:pt x="4064" y="2"/>
                    </a:cubicBezTo>
                    <a:cubicBezTo>
                      <a:pt x="3404" y="30"/>
                      <a:pt x="2788" y="392"/>
                      <a:pt x="2383" y="903"/>
                    </a:cubicBezTo>
                    <a:cubicBezTo>
                      <a:pt x="1972" y="1413"/>
                      <a:pt x="1767" y="2065"/>
                      <a:pt x="1717" y="2718"/>
                    </a:cubicBezTo>
                    <a:cubicBezTo>
                      <a:pt x="1206" y="2782"/>
                      <a:pt x="653" y="3094"/>
                      <a:pt x="419" y="3554"/>
                    </a:cubicBezTo>
                    <a:cubicBezTo>
                      <a:pt x="192" y="4022"/>
                      <a:pt x="242" y="4583"/>
                      <a:pt x="455" y="5058"/>
                    </a:cubicBezTo>
                    <a:cubicBezTo>
                      <a:pt x="434" y="5056"/>
                      <a:pt x="413" y="5055"/>
                      <a:pt x="394" y="5055"/>
                    </a:cubicBezTo>
                    <a:cubicBezTo>
                      <a:pt x="149" y="5055"/>
                      <a:pt x="15" y="5174"/>
                      <a:pt x="8" y="5299"/>
                    </a:cubicBezTo>
                    <a:cubicBezTo>
                      <a:pt x="1" y="5441"/>
                      <a:pt x="114" y="5568"/>
                      <a:pt x="242" y="5625"/>
                    </a:cubicBezTo>
                    <a:cubicBezTo>
                      <a:pt x="370" y="5675"/>
                      <a:pt x="519" y="5682"/>
                      <a:pt x="653" y="5682"/>
                    </a:cubicBezTo>
                    <a:cubicBezTo>
                      <a:pt x="1256" y="5689"/>
                      <a:pt x="1852" y="5696"/>
                      <a:pt x="2447" y="5703"/>
                    </a:cubicBezTo>
                    <a:cubicBezTo>
                      <a:pt x="2602" y="5705"/>
                      <a:pt x="2757" y="5706"/>
                      <a:pt x="2912" y="5706"/>
                    </a:cubicBezTo>
                    <a:cubicBezTo>
                      <a:pt x="4792" y="5706"/>
                      <a:pt x="6672" y="5557"/>
                      <a:pt x="8545" y="5512"/>
                    </a:cubicBezTo>
                    <a:cubicBezTo>
                      <a:pt x="8730" y="5504"/>
                      <a:pt x="8971" y="5455"/>
                      <a:pt x="8978" y="5270"/>
                    </a:cubicBezTo>
                    <a:cubicBezTo>
                      <a:pt x="8985" y="5136"/>
                      <a:pt x="8843" y="5036"/>
                      <a:pt x="8715" y="5036"/>
                    </a:cubicBezTo>
                    <a:cubicBezTo>
                      <a:pt x="8581" y="5036"/>
                      <a:pt x="8460" y="5107"/>
                      <a:pt x="8347" y="5178"/>
                    </a:cubicBezTo>
                    <a:cubicBezTo>
                      <a:pt x="8446" y="4888"/>
                      <a:pt x="8552" y="4802"/>
                      <a:pt x="8623" y="4689"/>
                    </a:cubicBezTo>
                    <a:cubicBezTo>
                      <a:pt x="8701" y="4583"/>
                      <a:pt x="8744" y="4441"/>
                      <a:pt x="8715" y="4313"/>
                    </a:cubicBezTo>
                    <a:cubicBezTo>
                      <a:pt x="8673" y="4143"/>
                      <a:pt x="8510" y="4015"/>
                      <a:pt x="8340" y="3994"/>
                    </a:cubicBezTo>
                    <a:cubicBezTo>
                      <a:pt x="8316" y="3991"/>
                      <a:pt x="8292" y="3990"/>
                      <a:pt x="8267" y="3990"/>
                    </a:cubicBezTo>
                    <a:cubicBezTo>
                      <a:pt x="8120" y="3990"/>
                      <a:pt x="7971" y="4044"/>
                      <a:pt x="7843" y="4129"/>
                    </a:cubicBezTo>
                    <a:cubicBezTo>
                      <a:pt x="7701" y="4221"/>
                      <a:pt x="7581" y="4349"/>
                      <a:pt x="7460" y="4476"/>
                    </a:cubicBezTo>
                    <a:cubicBezTo>
                      <a:pt x="7545" y="4178"/>
                      <a:pt x="7673" y="3966"/>
                      <a:pt x="7723" y="3732"/>
                    </a:cubicBezTo>
                    <a:cubicBezTo>
                      <a:pt x="7772" y="3498"/>
                      <a:pt x="7730" y="3235"/>
                      <a:pt x="7595" y="3044"/>
                    </a:cubicBezTo>
                    <a:cubicBezTo>
                      <a:pt x="7418" y="2789"/>
                      <a:pt x="7092" y="2668"/>
                      <a:pt x="6787" y="2654"/>
                    </a:cubicBezTo>
                    <a:cubicBezTo>
                      <a:pt x="6764" y="2653"/>
                      <a:pt x="6740" y="2652"/>
                      <a:pt x="6717" y="2652"/>
                    </a:cubicBezTo>
                    <a:cubicBezTo>
                      <a:pt x="6429" y="2652"/>
                      <a:pt x="6148" y="2731"/>
                      <a:pt x="5872" y="2803"/>
                    </a:cubicBezTo>
                    <a:cubicBezTo>
                      <a:pt x="5950" y="2158"/>
                      <a:pt x="6014" y="1449"/>
                      <a:pt x="5702" y="881"/>
                    </a:cubicBezTo>
                    <a:cubicBezTo>
                      <a:pt x="5402" y="330"/>
                      <a:pt x="4769" y="0"/>
                      <a:pt x="41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37"/>
              <p:cNvSpPr/>
              <p:nvPr/>
            </p:nvSpPr>
            <p:spPr>
              <a:xfrm>
                <a:off x="7732244" y="3886766"/>
                <a:ext cx="710675" cy="446856"/>
              </a:xfrm>
              <a:custGeom>
                <a:avLst/>
                <a:gdLst/>
                <a:ahLst/>
                <a:cxnLst/>
                <a:rect l="l" t="t" r="r" b="b"/>
                <a:pathLst>
                  <a:path w="11551" h="7263" extrusionOk="0">
                    <a:moveTo>
                      <a:pt x="5136" y="0"/>
                    </a:moveTo>
                    <a:cubicBezTo>
                      <a:pt x="4814" y="0"/>
                      <a:pt x="4488" y="89"/>
                      <a:pt x="4212" y="256"/>
                    </a:cubicBezTo>
                    <a:cubicBezTo>
                      <a:pt x="3652" y="597"/>
                      <a:pt x="3304" y="1221"/>
                      <a:pt x="3205" y="1866"/>
                    </a:cubicBezTo>
                    <a:cubicBezTo>
                      <a:pt x="3106" y="2511"/>
                      <a:pt x="3241" y="3178"/>
                      <a:pt x="3489" y="3780"/>
                    </a:cubicBezTo>
                    <a:cubicBezTo>
                      <a:pt x="3044" y="3646"/>
                      <a:pt x="2653" y="3555"/>
                      <a:pt x="2279" y="3555"/>
                    </a:cubicBezTo>
                    <a:cubicBezTo>
                      <a:pt x="2200" y="3555"/>
                      <a:pt x="2121" y="3559"/>
                      <a:pt x="2042" y="3568"/>
                    </a:cubicBezTo>
                    <a:cubicBezTo>
                      <a:pt x="1589" y="3624"/>
                      <a:pt x="1149" y="3844"/>
                      <a:pt x="894" y="4220"/>
                    </a:cubicBezTo>
                    <a:cubicBezTo>
                      <a:pt x="674" y="4532"/>
                      <a:pt x="596" y="4929"/>
                      <a:pt x="603" y="5312"/>
                    </a:cubicBezTo>
                    <a:cubicBezTo>
                      <a:pt x="610" y="5695"/>
                      <a:pt x="695" y="6071"/>
                      <a:pt x="787" y="6447"/>
                    </a:cubicBezTo>
                    <a:cubicBezTo>
                      <a:pt x="649" y="6381"/>
                      <a:pt x="507" y="6345"/>
                      <a:pt x="386" y="6345"/>
                    </a:cubicBezTo>
                    <a:cubicBezTo>
                      <a:pt x="259" y="6345"/>
                      <a:pt x="154" y="6384"/>
                      <a:pt x="99" y="6468"/>
                    </a:cubicBezTo>
                    <a:cubicBezTo>
                      <a:pt x="0" y="6631"/>
                      <a:pt x="78" y="6858"/>
                      <a:pt x="220" y="6978"/>
                    </a:cubicBezTo>
                    <a:cubicBezTo>
                      <a:pt x="369" y="7106"/>
                      <a:pt x="567" y="7149"/>
                      <a:pt x="752" y="7177"/>
                    </a:cubicBezTo>
                    <a:cubicBezTo>
                      <a:pt x="1144" y="7241"/>
                      <a:pt x="2409" y="7263"/>
                      <a:pt x="3939" y="7263"/>
                    </a:cubicBezTo>
                    <a:cubicBezTo>
                      <a:pt x="6285" y="7263"/>
                      <a:pt x="9254" y="7213"/>
                      <a:pt x="10658" y="7191"/>
                    </a:cubicBezTo>
                    <a:cubicBezTo>
                      <a:pt x="10799" y="7184"/>
                      <a:pt x="10955" y="7170"/>
                      <a:pt x="11026" y="7056"/>
                    </a:cubicBezTo>
                    <a:cubicBezTo>
                      <a:pt x="11111" y="6900"/>
                      <a:pt x="10955" y="6702"/>
                      <a:pt x="10785" y="6681"/>
                    </a:cubicBezTo>
                    <a:cubicBezTo>
                      <a:pt x="10768" y="6678"/>
                      <a:pt x="10750" y="6677"/>
                      <a:pt x="10733" y="6677"/>
                    </a:cubicBezTo>
                    <a:cubicBezTo>
                      <a:pt x="10576" y="6677"/>
                      <a:pt x="10430" y="6760"/>
                      <a:pt x="10296" y="6837"/>
                    </a:cubicBezTo>
                    <a:cubicBezTo>
                      <a:pt x="10814" y="6376"/>
                      <a:pt x="11253" y="5901"/>
                      <a:pt x="11402" y="5319"/>
                    </a:cubicBezTo>
                    <a:cubicBezTo>
                      <a:pt x="11551" y="4738"/>
                      <a:pt x="11352" y="4057"/>
                      <a:pt x="10863" y="3717"/>
                    </a:cubicBezTo>
                    <a:cubicBezTo>
                      <a:pt x="10611" y="3542"/>
                      <a:pt x="10304" y="3464"/>
                      <a:pt x="9994" y="3464"/>
                    </a:cubicBezTo>
                    <a:cubicBezTo>
                      <a:pt x="9877" y="3464"/>
                      <a:pt x="9759" y="3475"/>
                      <a:pt x="9644" y="3497"/>
                    </a:cubicBezTo>
                    <a:cubicBezTo>
                      <a:pt x="9232" y="3575"/>
                      <a:pt x="8849" y="3780"/>
                      <a:pt x="8495" y="4014"/>
                    </a:cubicBezTo>
                    <a:cubicBezTo>
                      <a:pt x="8935" y="3610"/>
                      <a:pt x="9147" y="3128"/>
                      <a:pt x="9069" y="2681"/>
                    </a:cubicBezTo>
                    <a:cubicBezTo>
                      <a:pt x="8991" y="2235"/>
                      <a:pt x="8623" y="1852"/>
                      <a:pt x="8183" y="1753"/>
                    </a:cubicBezTo>
                    <a:cubicBezTo>
                      <a:pt x="8100" y="1732"/>
                      <a:pt x="8014" y="1723"/>
                      <a:pt x="7929" y="1723"/>
                    </a:cubicBezTo>
                    <a:cubicBezTo>
                      <a:pt x="7564" y="1723"/>
                      <a:pt x="7197" y="1900"/>
                      <a:pt x="6985" y="2199"/>
                    </a:cubicBezTo>
                    <a:cubicBezTo>
                      <a:pt x="6793" y="1448"/>
                      <a:pt x="6616" y="710"/>
                      <a:pt x="6056" y="292"/>
                    </a:cubicBezTo>
                    <a:cubicBezTo>
                      <a:pt x="5793" y="94"/>
                      <a:pt x="5467" y="0"/>
                      <a:pt x="51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37"/>
              <p:cNvSpPr/>
              <p:nvPr/>
            </p:nvSpPr>
            <p:spPr>
              <a:xfrm>
                <a:off x="7216543" y="3270777"/>
                <a:ext cx="1061491" cy="392468"/>
              </a:xfrm>
              <a:custGeom>
                <a:avLst/>
                <a:gdLst/>
                <a:ahLst/>
                <a:cxnLst/>
                <a:rect l="l" t="t" r="r" b="b"/>
                <a:pathLst>
                  <a:path w="17253" h="6379" extrusionOk="0">
                    <a:moveTo>
                      <a:pt x="1341" y="1"/>
                    </a:moveTo>
                    <a:cubicBezTo>
                      <a:pt x="1405" y="632"/>
                      <a:pt x="1667" y="1192"/>
                      <a:pt x="1667" y="1192"/>
                    </a:cubicBezTo>
                    <a:cubicBezTo>
                      <a:pt x="1667" y="1192"/>
                      <a:pt x="1514" y="1166"/>
                      <a:pt x="1308" y="1166"/>
                    </a:cubicBezTo>
                    <a:cubicBezTo>
                      <a:pt x="946" y="1166"/>
                      <a:pt x="419" y="1246"/>
                      <a:pt x="256" y="1689"/>
                    </a:cubicBezTo>
                    <a:cubicBezTo>
                      <a:pt x="1" y="2376"/>
                      <a:pt x="547" y="2979"/>
                      <a:pt x="1022" y="3199"/>
                    </a:cubicBezTo>
                    <a:cubicBezTo>
                      <a:pt x="1022" y="3199"/>
                      <a:pt x="1704" y="3555"/>
                      <a:pt x="2706" y="3555"/>
                    </a:cubicBezTo>
                    <a:cubicBezTo>
                      <a:pt x="3564" y="3555"/>
                      <a:pt x="4657" y="3294"/>
                      <a:pt x="5759" y="2327"/>
                    </a:cubicBezTo>
                    <a:cubicBezTo>
                      <a:pt x="5759" y="2327"/>
                      <a:pt x="5858" y="6184"/>
                      <a:pt x="8318" y="6368"/>
                    </a:cubicBezTo>
                    <a:cubicBezTo>
                      <a:pt x="8407" y="6375"/>
                      <a:pt x="8493" y="6379"/>
                      <a:pt x="8576" y="6379"/>
                    </a:cubicBezTo>
                    <a:cubicBezTo>
                      <a:pt x="10796" y="6379"/>
                      <a:pt x="11027" y="4000"/>
                      <a:pt x="11027" y="4000"/>
                    </a:cubicBezTo>
                    <a:cubicBezTo>
                      <a:pt x="11027" y="4000"/>
                      <a:pt x="11290" y="4683"/>
                      <a:pt x="11686" y="4683"/>
                    </a:cubicBezTo>
                    <a:cubicBezTo>
                      <a:pt x="11712" y="4683"/>
                      <a:pt x="11738" y="4680"/>
                      <a:pt x="11764" y="4674"/>
                    </a:cubicBezTo>
                    <a:cubicBezTo>
                      <a:pt x="12211" y="4567"/>
                      <a:pt x="11885" y="3681"/>
                      <a:pt x="11885" y="3681"/>
                    </a:cubicBezTo>
                    <a:lnTo>
                      <a:pt x="11885" y="3681"/>
                    </a:lnTo>
                    <a:cubicBezTo>
                      <a:pt x="11885" y="3681"/>
                      <a:pt x="12566" y="4277"/>
                      <a:pt x="13630" y="4277"/>
                    </a:cubicBezTo>
                    <a:cubicBezTo>
                      <a:pt x="14007" y="4277"/>
                      <a:pt x="14432" y="4202"/>
                      <a:pt x="14891" y="4000"/>
                    </a:cubicBezTo>
                    <a:cubicBezTo>
                      <a:pt x="16650" y="3227"/>
                      <a:pt x="15721" y="1575"/>
                      <a:pt x="15721" y="1575"/>
                    </a:cubicBezTo>
                    <a:cubicBezTo>
                      <a:pt x="15721" y="1575"/>
                      <a:pt x="17104" y="987"/>
                      <a:pt x="1725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37"/>
              <p:cNvSpPr/>
              <p:nvPr/>
            </p:nvSpPr>
            <p:spPr>
              <a:xfrm>
                <a:off x="7593936" y="3552685"/>
                <a:ext cx="832433" cy="737377"/>
              </a:xfrm>
              <a:custGeom>
                <a:avLst/>
                <a:gdLst/>
                <a:ahLst/>
                <a:cxnLst/>
                <a:rect l="l" t="t" r="r" b="b"/>
                <a:pathLst>
                  <a:path w="13530" h="11985" extrusionOk="0">
                    <a:moveTo>
                      <a:pt x="8973" y="1"/>
                    </a:moveTo>
                    <a:cubicBezTo>
                      <a:pt x="7744" y="1"/>
                      <a:pt x="6559" y="1673"/>
                      <a:pt x="6559" y="1673"/>
                    </a:cubicBezTo>
                    <a:cubicBezTo>
                      <a:pt x="6559" y="1673"/>
                      <a:pt x="6195" y="1065"/>
                      <a:pt x="5418" y="1065"/>
                    </a:cubicBezTo>
                    <a:cubicBezTo>
                      <a:pt x="5276" y="1065"/>
                      <a:pt x="5120" y="1086"/>
                      <a:pt x="4950" y="1134"/>
                    </a:cubicBezTo>
                    <a:cubicBezTo>
                      <a:pt x="3851" y="1446"/>
                      <a:pt x="3943" y="2978"/>
                      <a:pt x="3943" y="2978"/>
                    </a:cubicBezTo>
                    <a:cubicBezTo>
                      <a:pt x="3943" y="2978"/>
                      <a:pt x="3780" y="2680"/>
                      <a:pt x="3539" y="2680"/>
                    </a:cubicBezTo>
                    <a:cubicBezTo>
                      <a:pt x="3509" y="2680"/>
                      <a:pt x="3478" y="2684"/>
                      <a:pt x="3447" y="2694"/>
                    </a:cubicBezTo>
                    <a:cubicBezTo>
                      <a:pt x="3156" y="2786"/>
                      <a:pt x="3120" y="3120"/>
                      <a:pt x="3120" y="3120"/>
                    </a:cubicBezTo>
                    <a:cubicBezTo>
                      <a:pt x="3060" y="3115"/>
                      <a:pt x="3002" y="3112"/>
                      <a:pt x="2945" y="3112"/>
                    </a:cubicBezTo>
                    <a:cubicBezTo>
                      <a:pt x="1612" y="3112"/>
                      <a:pt x="1079" y="4430"/>
                      <a:pt x="1922" y="5559"/>
                    </a:cubicBezTo>
                    <a:cubicBezTo>
                      <a:pt x="1922" y="5559"/>
                      <a:pt x="1064" y="5658"/>
                      <a:pt x="802" y="6537"/>
                    </a:cubicBezTo>
                    <a:cubicBezTo>
                      <a:pt x="539" y="7417"/>
                      <a:pt x="1653" y="7970"/>
                      <a:pt x="1653" y="7970"/>
                    </a:cubicBezTo>
                    <a:cubicBezTo>
                      <a:pt x="1653" y="7970"/>
                      <a:pt x="0" y="8693"/>
                      <a:pt x="929" y="10019"/>
                    </a:cubicBezTo>
                    <a:cubicBezTo>
                      <a:pt x="1377" y="10663"/>
                      <a:pt x="2036" y="10828"/>
                      <a:pt x="2594" y="10828"/>
                    </a:cubicBezTo>
                    <a:cubicBezTo>
                      <a:pt x="3186" y="10828"/>
                      <a:pt x="3666" y="10643"/>
                      <a:pt x="3666" y="10643"/>
                    </a:cubicBezTo>
                    <a:lnTo>
                      <a:pt x="3666" y="10643"/>
                    </a:lnTo>
                    <a:cubicBezTo>
                      <a:pt x="3666" y="10643"/>
                      <a:pt x="3425" y="11267"/>
                      <a:pt x="3872" y="11409"/>
                    </a:cubicBezTo>
                    <a:cubicBezTo>
                      <a:pt x="3923" y="11425"/>
                      <a:pt x="3971" y="11432"/>
                      <a:pt x="4015" y="11432"/>
                    </a:cubicBezTo>
                    <a:cubicBezTo>
                      <a:pt x="4368" y="11432"/>
                      <a:pt x="4524" y="10990"/>
                      <a:pt x="4524" y="10990"/>
                    </a:cubicBezTo>
                    <a:cubicBezTo>
                      <a:pt x="5104" y="11502"/>
                      <a:pt x="5638" y="11681"/>
                      <a:pt x="6100" y="11681"/>
                    </a:cubicBezTo>
                    <a:cubicBezTo>
                      <a:pt x="7174" y="11681"/>
                      <a:pt x="7864" y="10714"/>
                      <a:pt x="7864" y="10714"/>
                    </a:cubicBezTo>
                    <a:cubicBezTo>
                      <a:pt x="7864" y="10714"/>
                      <a:pt x="9013" y="11984"/>
                      <a:pt x="10228" y="11984"/>
                    </a:cubicBezTo>
                    <a:cubicBezTo>
                      <a:pt x="10592" y="11984"/>
                      <a:pt x="10963" y="11870"/>
                      <a:pt x="11310" y="11572"/>
                    </a:cubicBezTo>
                    <a:cubicBezTo>
                      <a:pt x="12813" y="10274"/>
                      <a:pt x="11551" y="8218"/>
                      <a:pt x="11551" y="8218"/>
                    </a:cubicBezTo>
                    <a:lnTo>
                      <a:pt x="11551" y="8218"/>
                    </a:lnTo>
                    <a:cubicBezTo>
                      <a:pt x="11551" y="8218"/>
                      <a:pt x="11645" y="8237"/>
                      <a:pt x="11766" y="8237"/>
                    </a:cubicBezTo>
                    <a:cubicBezTo>
                      <a:pt x="11977" y="8237"/>
                      <a:pt x="12271" y="8179"/>
                      <a:pt x="12289" y="7863"/>
                    </a:cubicBezTo>
                    <a:cubicBezTo>
                      <a:pt x="12317" y="7367"/>
                      <a:pt x="11679" y="7083"/>
                      <a:pt x="11679" y="7083"/>
                    </a:cubicBezTo>
                    <a:cubicBezTo>
                      <a:pt x="11679" y="7083"/>
                      <a:pt x="13530" y="6551"/>
                      <a:pt x="13324" y="4516"/>
                    </a:cubicBezTo>
                    <a:cubicBezTo>
                      <a:pt x="13154" y="2890"/>
                      <a:pt x="11080" y="2726"/>
                      <a:pt x="10256" y="2726"/>
                    </a:cubicBezTo>
                    <a:cubicBezTo>
                      <a:pt x="10049" y="2726"/>
                      <a:pt x="9920" y="2737"/>
                      <a:pt x="9920" y="2737"/>
                    </a:cubicBezTo>
                    <a:cubicBezTo>
                      <a:pt x="9920" y="2737"/>
                      <a:pt x="10984" y="886"/>
                      <a:pt x="9573" y="149"/>
                    </a:cubicBezTo>
                    <a:cubicBezTo>
                      <a:pt x="9375" y="45"/>
                      <a:pt x="9174" y="1"/>
                      <a:pt x="897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7"/>
              <p:cNvSpPr/>
              <p:nvPr/>
            </p:nvSpPr>
            <p:spPr>
              <a:xfrm>
                <a:off x="8150181" y="4232783"/>
                <a:ext cx="166671" cy="71123"/>
              </a:xfrm>
              <a:custGeom>
                <a:avLst/>
                <a:gdLst/>
                <a:ahLst/>
                <a:cxnLst/>
                <a:rect l="l" t="t" r="r" b="b"/>
                <a:pathLst>
                  <a:path w="2709" h="1156" fill="none" extrusionOk="0">
                    <a:moveTo>
                      <a:pt x="2709" y="0"/>
                    </a:moveTo>
                    <a:cubicBezTo>
                      <a:pt x="2602" y="184"/>
                      <a:pt x="2454" y="355"/>
                      <a:pt x="2269" y="518"/>
                    </a:cubicBezTo>
                    <a:cubicBezTo>
                      <a:pt x="1525" y="1156"/>
                      <a:pt x="674" y="957"/>
                      <a:pt x="0" y="582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37"/>
              <p:cNvSpPr/>
              <p:nvPr/>
            </p:nvSpPr>
            <p:spPr>
              <a:xfrm>
                <a:off x="8304609" y="3988467"/>
                <a:ext cx="47190" cy="201187"/>
              </a:xfrm>
              <a:custGeom>
                <a:avLst/>
                <a:gdLst/>
                <a:ahLst/>
                <a:cxnLst/>
                <a:rect l="l" t="t" r="r" b="b"/>
                <a:pathLst>
                  <a:path w="767" h="3270" fill="none" extrusionOk="0">
                    <a:moveTo>
                      <a:pt x="128" y="0"/>
                    </a:moveTo>
                    <a:cubicBezTo>
                      <a:pt x="128" y="0"/>
                      <a:pt x="766" y="284"/>
                      <a:pt x="738" y="780"/>
                    </a:cubicBezTo>
                    <a:cubicBezTo>
                      <a:pt x="709" y="1277"/>
                      <a:pt x="0" y="1135"/>
                      <a:pt x="0" y="1135"/>
                    </a:cubicBezTo>
                    <a:cubicBezTo>
                      <a:pt x="0" y="1135"/>
                      <a:pt x="645" y="2191"/>
                      <a:pt x="461" y="3269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37"/>
              <p:cNvSpPr/>
              <p:nvPr/>
            </p:nvSpPr>
            <p:spPr>
              <a:xfrm>
                <a:off x="8258773" y="3721879"/>
                <a:ext cx="161934" cy="242655"/>
              </a:xfrm>
              <a:custGeom>
                <a:avLst/>
                <a:gdLst/>
                <a:ahLst/>
                <a:cxnLst/>
                <a:rect l="l" t="t" r="r" b="b"/>
                <a:pathLst>
                  <a:path w="2632" h="3944" fill="none" extrusionOk="0">
                    <a:moveTo>
                      <a:pt x="1" y="1"/>
                    </a:moveTo>
                    <a:cubicBezTo>
                      <a:pt x="965" y="86"/>
                      <a:pt x="2376" y="433"/>
                      <a:pt x="2518" y="1766"/>
                    </a:cubicBezTo>
                    <a:cubicBezTo>
                      <a:pt x="2631" y="2908"/>
                      <a:pt x="2100" y="3582"/>
                      <a:pt x="1610" y="3943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7"/>
              <p:cNvSpPr/>
              <p:nvPr/>
            </p:nvSpPr>
            <p:spPr>
              <a:xfrm>
                <a:off x="7997477" y="3516447"/>
                <a:ext cx="272248" cy="204632"/>
              </a:xfrm>
              <a:custGeom>
                <a:avLst/>
                <a:gdLst/>
                <a:ahLst/>
                <a:cxnLst/>
                <a:rect l="l" t="t" r="r" b="b"/>
                <a:pathLst>
                  <a:path w="4425" h="3326" fill="none" extrusionOk="0">
                    <a:moveTo>
                      <a:pt x="0" y="2262"/>
                    </a:moveTo>
                    <a:cubicBezTo>
                      <a:pt x="0" y="2262"/>
                      <a:pt x="1603" y="0"/>
                      <a:pt x="3014" y="738"/>
                    </a:cubicBezTo>
                    <a:cubicBezTo>
                      <a:pt x="4425" y="1475"/>
                      <a:pt x="3361" y="3326"/>
                      <a:pt x="3361" y="3326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7"/>
              <p:cNvSpPr/>
              <p:nvPr/>
            </p:nvSpPr>
            <p:spPr>
              <a:xfrm>
                <a:off x="7068699" y="3270777"/>
                <a:ext cx="1017377" cy="1120370"/>
              </a:xfrm>
              <a:custGeom>
                <a:avLst/>
                <a:gdLst/>
                <a:ahLst/>
                <a:cxnLst/>
                <a:rect l="l" t="t" r="r" b="b"/>
                <a:pathLst>
                  <a:path w="16536" h="18210" extrusionOk="0">
                    <a:moveTo>
                      <a:pt x="0" y="1"/>
                    </a:moveTo>
                    <a:lnTo>
                      <a:pt x="0" y="18210"/>
                    </a:lnTo>
                    <a:lnTo>
                      <a:pt x="3078" y="15927"/>
                    </a:lnTo>
                    <a:cubicBezTo>
                      <a:pt x="3765" y="14572"/>
                      <a:pt x="4524" y="13254"/>
                      <a:pt x="5354" y="11977"/>
                    </a:cubicBezTo>
                    <a:cubicBezTo>
                      <a:pt x="5339" y="11963"/>
                      <a:pt x="16075" y="11105"/>
                      <a:pt x="16075" y="11105"/>
                    </a:cubicBezTo>
                    <a:lnTo>
                      <a:pt x="16110" y="10793"/>
                    </a:lnTo>
                    <a:lnTo>
                      <a:pt x="13699" y="10190"/>
                    </a:lnTo>
                    <a:lnTo>
                      <a:pt x="16536" y="9659"/>
                    </a:lnTo>
                    <a:lnTo>
                      <a:pt x="16500" y="9105"/>
                    </a:lnTo>
                    <a:lnTo>
                      <a:pt x="12551" y="9417"/>
                    </a:lnTo>
                    <a:lnTo>
                      <a:pt x="12551" y="9417"/>
                    </a:lnTo>
                    <a:lnTo>
                      <a:pt x="14267" y="7475"/>
                    </a:lnTo>
                    <a:lnTo>
                      <a:pt x="13664" y="7354"/>
                    </a:lnTo>
                    <a:lnTo>
                      <a:pt x="11296" y="9488"/>
                    </a:lnTo>
                    <a:lnTo>
                      <a:pt x="7055" y="9751"/>
                    </a:lnTo>
                    <a:cubicBezTo>
                      <a:pt x="8665" y="7560"/>
                      <a:pt x="10268" y="5369"/>
                      <a:pt x="11877" y="3178"/>
                    </a:cubicBezTo>
                    <a:cubicBezTo>
                      <a:pt x="13104" y="2561"/>
                      <a:pt x="14309" y="1958"/>
                      <a:pt x="15515" y="1348"/>
                    </a:cubicBezTo>
                    <a:cubicBezTo>
                      <a:pt x="15621" y="1292"/>
                      <a:pt x="15394" y="916"/>
                      <a:pt x="15394" y="916"/>
                    </a:cubicBezTo>
                    <a:lnTo>
                      <a:pt x="14487" y="1341"/>
                    </a:lnTo>
                    <a:lnTo>
                      <a:pt x="14834" y="625"/>
                    </a:lnTo>
                    <a:lnTo>
                      <a:pt x="14557" y="582"/>
                    </a:lnTo>
                    <a:lnTo>
                      <a:pt x="13742" y="1554"/>
                    </a:lnTo>
                    <a:lnTo>
                      <a:pt x="10955" y="2419"/>
                    </a:lnTo>
                    <a:lnTo>
                      <a:pt x="12678" y="1"/>
                    </a:lnTo>
                    <a:lnTo>
                      <a:pt x="12054" y="1"/>
                    </a:lnTo>
                    <a:cubicBezTo>
                      <a:pt x="10608" y="1731"/>
                      <a:pt x="9098" y="3397"/>
                      <a:pt x="7523" y="5000"/>
                    </a:cubicBezTo>
                    <a:cubicBezTo>
                      <a:pt x="7375" y="3327"/>
                      <a:pt x="7268" y="1660"/>
                      <a:pt x="7105" y="1"/>
                    </a:cubicBezTo>
                    <a:lnTo>
                      <a:pt x="6609" y="1"/>
                    </a:lnTo>
                    <a:lnTo>
                      <a:pt x="6566" y="1008"/>
                    </a:lnTo>
                    <a:lnTo>
                      <a:pt x="5857" y="15"/>
                    </a:lnTo>
                    <a:lnTo>
                      <a:pt x="5623" y="171"/>
                    </a:lnTo>
                    <a:lnTo>
                      <a:pt x="6261" y="1490"/>
                    </a:lnTo>
                    <a:cubicBezTo>
                      <a:pt x="6297" y="3000"/>
                      <a:pt x="6332" y="4511"/>
                      <a:pt x="6368" y="6021"/>
                    </a:cubicBezTo>
                    <a:cubicBezTo>
                      <a:pt x="4971" y="8077"/>
                      <a:pt x="3588" y="9900"/>
                      <a:pt x="2071" y="11601"/>
                    </a:cubicBezTo>
                    <a:cubicBezTo>
                      <a:pt x="1666" y="8779"/>
                      <a:pt x="1369" y="5822"/>
                      <a:pt x="1078" y="2859"/>
                    </a:cubicBezTo>
                    <a:cubicBezTo>
                      <a:pt x="1581" y="1894"/>
                      <a:pt x="2085" y="944"/>
                      <a:pt x="25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37"/>
              <p:cNvSpPr/>
              <p:nvPr/>
            </p:nvSpPr>
            <p:spPr>
              <a:xfrm>
                <a:off x="7068699" y="4212849"/>
                <a:ext cx="556248" cy="485186"/>
              </a:xfrm>
              <a:custGeom>
                <a:avLst/>
                <a:gdLst/>
                <a:ahLst/>
                <a:cxnLst/>
                <a:rect l="l" t="t" r="r" b="b"/>
                <a:pathLst>
                  <a:path w="9041" h="7886" extrusionOk="0">
                    <a:moveTo>
                      <a:pt x="2580" y="0"/>
                    </a:moveTo>
                    <a:cubicBezTo>
                      <a:pt x="2418" y="0"/>
                      <a:pt x="2255" y="22"/>
                      <a:pt x="2099" y="55"/>
                    </a:cubicBezTo>
                    <a:cubicBezTo>
                      <a:pt x="1347" y="211"/>
                      <a:pt x="653" y="586"/>
                      <a:pt x="107" y="1118"/>
                    </a:cubicBezTo>
                    <a:cubicBezTo>
                      <a:pt x="71" y="1040"/>
                      <a:pt x="36" y="955"/>
                      <a:pt x="0" y="870"/>
                    </a:cubicBezTo>
                    <a:lnTo>
                      <a:pt x="0" y="7486"/>
                    </a:lnTo>
                    <a:cubicBezTo>
                      <a:pt x="872" y="7642"/>
                      <a:pt x="1737" y="7784"/>
                      <a:pt x="2617" y="7854"/>
                    </a:cubicBezTo>
                    <a:cubicBezTo>
                      <a:pt x="2894" y="7875"/>
                      <a:pt x="3175" y="7886"/>
                      <a:pt x="3456" y="7886"/>
                    </a:cubicBezTo>
                    <a:cubicBezTo>
                      <a:pt x="5058" y="7886"/>
                      <a:pt x="6684" y="7530"/>
                      <a:pt x="7878" y="6493"/>
                    </a:cubicBezTo>
                    <a:cubicBezTo>
                      <a:pt x="8530" y="5933"/>
                      <a:pt x="9041" y="5082"/>
                      <a:pt x="8842" y="4245"/>
                    </a:cubicBezTo>
                    <a:cubicBezTo>
                      <a:pt x="8708" y="3713"/>
                      <a:pt x="8282" y="3267"/>
                      <a:pt x="7750" y="3118"/>
                    </a:cubicBezTo>
                    <a:cubicBezTo>
                      <a:pt x="7614" y="3077"/>
                      <a:pt x="7473" y="3058"/>
                      <a:pt x="7332" y="3058"/>
                    </a:cubicBezTo>
                    <a:cubicBezTo>
                      <a:pt x="6928" y="3058"/>
                      <a:pt x="6522" y="3217"/>
                      <a:pt x="6233" y="3501"/>
                    </a:cubicBezTo>
                    <a:cubicBezTo>
                      <a:pt x="6318" y="3132"/>
                      <a:pt x="6403" y="2742"/>
                      <a:pt x="6311" y="2373"/>
                    </a:cubicBezTo>
                    <a:cubicBezTo>
                      <a:pt x="6275" y="2267"/>
                      <a:pt x="6226" y="2153"/>
                      <a:pt x="6141" y="2090"/>
                    </a:cubicBezTo>
                    <a:cubicBezTo>
                      <a:pt x="6076" y="2042"/>
                      <a:pt x="6000" y="2022"/>
                      <a:pt x="5924" y="2022"/>
                    </a:cubicBezTo>
                    <a:cubicBezTo>
                      <a:pt x="5841" y="2022"/>
                      <a:pt x="5757" y="2046"/>
                      <a:pt x="5687" y="2083"/>
                    </a:cubicBezTo>
                    <a:cubicBezTo>
                      <a:pt x="5545" y="2161"/>
                      <a:pt x="5439" y="2288"/>
                      <a:pt x="5332" y="2409"/>
                    </a:cubicBezTo>
                    <a:cubicBezTo>
                      <a:pt x="5347" y="2309"/>
                      <a:pt x="5417" y="2203"/>
                      <a:pt x="5453" y="2090"/>
                    </a:cubicBezTo>
                    <a:cubicBezTo>
                      <a:pt x="5495" y="1976"/>
                      <a:pt x="5503" y="1849"/>
                      <a:pt x="5453" y="1735"/>
                    </a:cubicBezTo>
                    <a:cubicBezTo>
                      <a:pt x="5396" y="1629"/>
                      <a:pt x="5290" y="1551"/>
                      <a:pt x="5169" y="1522"/>
                    </a:cubicBezTo>
                    <a:cubicBezTo>
                      <a:pt x="5109" y="1505"/>
                      <a:pt x="5049" y="1498"/>
                      <a:pt x="4988" y="1498"/>
                    </a:cubicBezTo>
                    <a:cubicBezTo>
                      <a:pt x="4928" y="1498"/>
                      <a:pt x="4868" y="1505"/>
                      <a:pt x="4808" y="1515"/>
                    </a:cubicBezTo>
                    <a:cubicBezTo>
                      <a:pt x="4446" y="1565"/>
                      <a:pt x="4099" y="1735"/>
                      <a:pt x="3829" y="1976"/>
                    </a:cubicBezTo>
                    <a:cubicBezTo>
                      <a:pt x="3850" y="1572"/>
                      <a:pt x="3850" y="1239"/>
                      <a:pt x="3758" y="927"/>
                    </a:cubicBezTo>
                    <a:cubicBezTo>
                      <a:pt x="3673" y="608"/>
                      <a:pt x="3489" y="310"/>
                      <a:pt x="3205" y="147"/>
                    </a:cubicBezTo>
                    <a:cubicBezTo>
                      <a:pt x="3017" y="40"/>
                      <a:pt x="2800" y="0"/>
                      <a:pt x="25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37"/>
              <p:cNvSpPr/>
              <p:nvPr/>
            </p:nvSpPr>
            <p:spPr>
              <a:xfrm>
                <a:off x="7075220" y="4210511"/>
                <a:ext cx="224751" cy="71184"/>
              </a:xfrm>
              <a:custGeom>
                <a:avLst/>
                <a:gdLst/>
                <a:ahLst/>
                <a:cxnLst/>
                <a:rect l="l" t="t" r="r" b="b"/>
                <a:pathLst>
                  <a:path w="3653" h="1157" fill="none" extrusionOk="0">
                    <a:moveTo>
                      <a:pt x="3652" y="965"/>
                    </a:moveTo>
                    <a:cubicBezTo>
                      <a:pt x="3567" y="646"/>
                      <a:pt x="3383" y="348"/>
                      <a:pt x="3099" y="185"/>
                    </a:cubicBezTo>
                    <a:cubicBezTo>
                      <a:pt x="2773" y="0"/>
                      <a:pt x="2362" y="15"/>
                      <a:pt x="1993" y="93"/>
                    </a:cubicBezTo>
                    <a:cubicBezTo>
                      <a:pt x="1241" y="249"/>
                      <a:pt x="547" y="624"/>
                      <a:pt x="1" y="1156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37"/>
              <p:cNvSpPr/>
              <p:nvPr/>
            </p:nvSpPr>
            <p:spPr>
              <a:xfrm>
                <a:off x="7332148" y="4304276"/>
                <a:ext cx="75122" cy="56788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923" fill="none" extrusionOk="0">
                    <a:moveTo>
                      <a:pt x="1050" y="923"/>
                    </a:moveTo>
                    <a:cubicBezTo>
                      <a:pt x="1065" y="823"/>
                      <a:pt x="1135" y="717"/>
                      <a:pt x="1171" y="604"/>
                    </a:cubicBezTo>
                    <a:cubicBezTo>
                      <a:pt x="1213" y="490"/>
                      <a:pt x="1221" y="363"/>
                      <a:pt x="1171" y="249"/>
                    </a:cubicBezTo>
                    <a:cubicBezTo>
                      <a:pt x="1114" y="143"/>
                      <a:pt x="1008" y="65"/>
                      <a:pt x="887" y="36"/>
                    </a:cubicBezTo>
                    <a:cubicBezTo>
                      <a:pt x="767" y="1"/>
                      <a:pt x="646" y="8"/>
                      <a:pt x="526" y="29"/>
                    </a:cubicBezTo>
                    <a:cubicBezTo>
                      <a:pt x="341" y="58"/>
                      <a:pt x="164" y="107"/>
                      <a:pt x="1" y="185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37"/>
              <p:cNvSpPr/>
              <p:nvPr/>
            </p:nvSpPr>
            <p:spPr>
              <a:xfrm>
                <a:off x="7452121" y="4366231"/>
                <a:ext cx="87796" cy="62017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008" fill="none" extrusionOk="0">
                    <a:moveTo>
                      <a:pt x="1426" y="596"/>
                    </a:moveTo>
                    <a:cubicBezTo>
                      <a:pt x="923" y="490"/>
                      <a:pt x="370" y="646"/>
                      <a:pt x="1" y="1008"/>
                    </a:cubicBezTo>
                    <a:cubicBezTo>
                      <a:pt x="79" y="674"/>
                      <a:pt x="157" y="334"/>
                      <a:pt x="100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37"/>
              <p:cNvSpPr/>
              <p:nvPr/>
            </p:nvSpPr>
            <p:spPr>
              <a:xfrm>
                <a:off x="7581262" y="4423819"/>
                <a:ext cx="38022" cy="130064"/>
              </a:xfrm>
              <a:custGeom>
                <a:avLst/>
                <a:gdLst/>
                <a:ahLst/>
                <a:cxnLst/>
                <a:rect l="l" t="t" r="r" b="b"/>
                <a:pathLst>
                  <a:path w="618" h="2114" fill="none" extrusionOk="0">
                    <a:moveTo>
                      <a:pt x="313" y="2114"/>
                    </a:moveTo>
                    <a:cubicBezTo>
                      <a:pt x="525" y="1703"/>
                      <a:pt x="618" y="1256"/>
                      <a:pt x="511" y="816"/>
                    </a:cubicBezTo>
                    <a:cubicBezTo>
                      <a:pt x="433" y="497"/>
                      <a:pt x="249" y="214"/>
                      <a:pt x="1" y="1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37"/>
              <p:cNvSpPr/>
              <p:nvPr/>
            </p:nvSpPr>
            <p:spPr>
              <a:xfrm>
                <a:off x="7365310" y="3270777"/>
                <a:ext cx="761372" cy="132956"/>
              </a:xfrm>
              <a:custGeom>
                <a:avLst/>
                <a:gdLst/>
                <a:ahLst/>
                <a:cxnLst/>
                <a:rect l="l" t="t" r="r" b="b"/>
                <a:pathLst>
                  <a:path w="12375" h="2161" extrusionOk="0">
                    <a:moveTo>
                      <a:pt x="1561" y="1"/>
                    </a:moveTo>
                    <a:cubicBezTo>
                      <a:pt x="1695" y="208"/>
                      <a:pt x="1980" y="479"/>
                      <a:pt x="2530" y="479"/>
                    </a:cubicBezTo>
                    <a:cubicBezTo>
                      <a:pt x="2563" y="479"/>
                      <a:pt x="2597" y="478"/>
                      <a:pt x="2632" y="476"/>
                    </a:cubicBezTo>
                    <a:cubicBezTo>
                      <a:pt x="3135" y="448"/>
                      <a:pt x="3440" y="214"/>
                      <a:pt x="3624" y="1"/>
                    </a:cubicBezTo>
                    <a:close/>
                    <a:moveTo>
                      <a:pt x="256" y="1"/>
                    </a:moveTo>
                    <a:cubicBezTo>
                      <a:pt x="58" y="370"/>
                      <a:pt x="1" y="682"/>
                      <a:pt x="1" y="682"/>
                    </a:cubicBezTo>
                    <a:cubicBezTo>
                      <a:pt x="1" y="682"/>
                      <a:pt x="74" y="705"/>
                      <a:pt x="195" y="705"/>
                    </a:cubicBezTo>
                    <a:cubicBezTo>
                      <a:pt x="442" y="705"/>
                      <a:pt x="889" y="606"/>
                      <a:pt x="1313" y="1"/>
                    </a:cubicBezTo>
                    <a:close/>
                    <a:moveTo>
                      <a:pt x="4064" y="1"/>
                    </a:moveTo>
                    <a:cubicBezTo>
                      <a:pt x="4262" y="270"/>
                      <a:pt x="4581" y="611"/>
                      <a:pt x="5007" y="710"/>
                    </a:cubicBezTo>
                    <a:cubicBezTo>
                      <a:pt x="5089" y="730"/>
                      <a:pt x="5169" y="738"/>
                      <a:pt x="5245" y="738"/>
                    </a:cubicBezTo>
                    <a:cubicBezTo>
                      <a:pt x="5866" y="738"/>
                      <a:pt x="6304" y="171"/>
                      <a:pt x="6305" y="171"/>
                    </a:cubicBezTo>
                    <a:lnTo>
                      <a:pt x="6305" y="171"/>
                    </a:lnTo>
                    <a:cubicBezTo>
                      <a:pt x="6305" y="171"/>
                      <a:pt x="6276" y="717"/>
                      <a:pt x="6957" y="937"/>
                    </a:cubicBezTo>
                    <a:cubicBezTo>
                      <a:pt x="7034" y="962"/>
                      <a:pt x="7108" y="972"/>
                      <a:pt x="7180" y="972"/>
                    </a:cubicBezTo>
                    <a:cubicBezTo>
                      <a:pt x="7747" y="972"/>
                      <a:pt x="8127" y="285"/>
                      <a:pt x="8127" y="285"/>
                    </a:cubicBezTo>
                    <a:cubicBezTo>
                      <a:pt x="8127" y="285"/>
                      <a:pt x="8184" y="554"/>
                      <a:pt x="8361" y="604"/>
                    </a:cubicBezTo>
                    <a:cubicBezTo>
                      <a:pt x="8375" y="608"/>
                      <a:pt x="8388" y="610"/>
                      <a:pt x="8402" y="610"/>
                    </a:cubicBezTo>
                    <a:cubicBezTo>
                      <a:pt x="8574" y="610"/>
                      <a:pt x="8744" y="306"/>
                      <a:pt x="8744" y="306"/>
                    </a:cubicBezTo>
                    <a:cubicBezTo>
                      <a:pt x="8744" y="306"/>
                      <a:pt x="8961" y="845"/>
                      <a:pt x="9674" y="845"/>
                    </a:cubicBezTo>
                    <a:cubicBezTo>
                      <a:pt x="9814" y="845"/>
                      <a:pt x="9974" y="824"/>
                      <a:pt x="10155" y="774"/>
                    </a:cubicBezTo>
                    <a:lnTo>
                      <a:pt x="10155" y="774"/>
                    </a:lnTo>
                    <a:cubicBezTo>
                      <a:pt x="10155" y="774"/>
                      <a:pt x="9836" y="1689"/>
                      <a:pt x="10850" y="1767"/>
                    </a:cubicBezTo>
                    <a:cubicBezTo>
                      <a:pt x="10850" y="1767"/>
                      <a:pt x="10885" y="2100"/>
                      <a:pt x="11148" y="2107"/>
                    </a:cubicBezTo>
                    <a:cubicBezTo>
                      <a:pt x="11152" y="2107"/>
                      <a:pt x="11157" y="2107"/>
                      <a:pt x="11162" y="2107"/>
                    </a:cubicBezTo>
                    <a:cubicBezTo>
                      <a:pt x="11362" y="2107"/>
                      <a:pt x="11417" y="1841"/>
                      <a:pt x="11429" y="1748"/>
                    </a:cubicBezTo>
                    <a:lnTo>
                      <a:pt x="11429" y="1748"/>
                    </a:lnTo>
                    <a:cubicBezTo>
                      <a:pt x="11420" y="1847"/>
                      <a:pt x="11433" y="2160"/>
                      <a:pt x="11763" y="2160"/>
                    </a:cubicBezTo>
                    <a:cubicBezTo>
                      <a:pt x="11873" y="2160"/>
                      <a:pt x="12019" y="2125"/>
                      <a:pt x="12211" y="2036"/>
                    </a:cubicBezTo>
                    <a:cubicBezTo>
                      <a:pt x="12211" y="2036"/>
                      <a:pt x="12374" y="902"/>
                      <a:pt x="1178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37"/>
              <p:cNvSpPr/>
              <p:nvPr/>
            </p:nvSpPr>
            <p:spPr>
              <a:xfrm>
                <a:off x="7365310" y="3277791"/>
                <a:ext cx="751343" cy="141384"/>
              </a:xfrm>
              <a:custGeom>
                <a:avLst/>
                <a:gdLst/>
                <a:ahLst/>
                <a:cxnLst/>
                <a:rect l="l" t="t" r="r" b="b"/>
                <a:pathLst>
                  <a:path w="12212" h="2298" fill="none" extrusionOk="0">
                    <a:moveTo>
                      <a:pt x="1" y="568"/>
                    </a:moveTo>
                    <a:cubicBezTo>
                      <a:pt x="1" y="568"/>
                      <a:pt x="625" y="773"/>
                      <a:pt x="1228" y="0"/>
                    </a:cubicBezTo>
                    <a:moveTo>
                      <a:pt x="4262" y="128"/>
                    </a:moveTo>
                    <a:cubicBezTo>
                      <a:pt x="4454" y="327"/>
                      <a:pt x="4702" y="525"/>
                      <a:pt x="5007" y="596"/>
                    </a:cubicBezTo>
                    <a:cubicBezTo>
                      <a:pt x="5751" y="773"/>
                      <a:pt x="6305" y="57"/>
                      <a:pt x="6305" y="57"/>
                    </a:cubicBezTo>
                    <a:cubicBezTo>
                      <a:pt x="6305" y="57"/>
                      <a:pt x="6276" y="603"/>
                      <a:pt x="6957" y="823"/>
                    </a:cubicBezTo>
                    <a:cubicBezTo>
                      <a:pt x="7382" y="958"/>
                      <a:pt x="7737" y="667"/>
                      <a:pt x="7935" y="433"/>
                    </a:cubicBezTo>
                    <a:moveTo>
                      <a:pt x="8127" y="171"/>
                    </a:moveTo>
                    <a:cubicBezTo>
                      <a:pt x="8127" y="171"/>
                      <a:pt x="8184" y="440"/>
                      <a:pt x="8361" y="490"/>
                    </a:cubicBezTo>
                    <a:cubicBezTo>
                      <a:pt x="8545" y="539"/>
                      <a:pt x="8744" y="192"/>
                      <a:pt x="8744" y="192"/>
                    </a:cubicBezTo>
                    <a:cubicBezTo>
                      <a:pt x="8744" y="192"/>
                      <a:pt x="9056" y="965"/>
                      <a:pt x="10155" y="660"/>
                    </a:cubicBezTo>
                    <a:cubicBezTo>
                      <a:pt x="10155" y="660"/>
                      <a:pt x="9914" y="1355"/>
                      <a:pt x="10531" y="1589"/>
                    </a:cubicBezTo>
                    <a:moveTo>
                      <a:pt x="10850" y="1653"/>
                    </a:moveTo>
                    <a:cubicBezTo>
                      <a:pt x="10850" y="1653"/>
                      <a:pt x="10885" y="1979"/>
                      <a:pt x="11148" y="1993"/>
                    </a:cubicBezTo>
                    <a:cubicBezTo>
                      <a:pt x="11374" y="2007"/>
                      <a:pt x="11424" y="1688"/>
                      <a:pt x="11431" y="1617"/>
                    </a:cubicBezTo>
                    <a:cubicBezTo>
                      <a:pt x="11417" y="1709"/>
                      <a:pt x="11403" y="2298"/>
                      <a:pt x="12211" y="1922"/>
                    </a:cubicBezTo>
                    <a:moveTo>
                      <a:pt x="3149" y="242"/>
                    </a:moveTo>
                    <a:cubicBezTo>
                      <a:pt x="3007" y="305"/>
                      <a:pt x="2830" y="348"/>
                      <a:pt x="2632" y="362"/>
                    </a:cubicBezTo>
                    <a:cubicBezTo>
                      <a:pt x="2121" y="390"/>
                      <a:pt x="1816" y="192"/>
                      <a:pt x="1646" y="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37"/>
              <p:cNvSpPr/>
              <p:nvPr/>
            </p:nvSpPr>
            <p:spPr>
              <a:xfrm>
                <a:off x="7972190" y="3730616"/>
                <a:ext cx="188082" cy="356476"/>
              </a:xfrm>
              <a:custGeom>
                <a:avLst/>
                <a:gdLst/>
                <a:ahLst/>
                <a:cxnLst/>
                <a:rect l="l" t="t" r="r" b="b"/>
                <a:pathLst>
                  <a:path w="3057" h="5794" extrusionOk="0">
                    <a:moveTo>
                      <a:pt x="518" y="1"/>
                    </a:moveTo>
                    <a:cubicBezTo>
                      <a:pt x="518" y="1"/>
                      <a:pt x="0" y="710"/>
                      <a:pt x="1347" y="1064"/>
                    </a:cubicBezTo>
                    <a:cubicBezTo>
                      <a:pt x="1347" y="1064"/>
                      <a:pt x="773" y="1717"/>
                      <a:pt x="1404" y="2560"/>
                    </a:cubicBezTo>
                    <a:cubicBezTo>
                      <a:pt x="1404" y="2560"/>
                      <a:pt x="170" y="2858"/>
                      <a:pt x="780" y="4269"/>
                    </a:cubicBezTo>
                    <a:cubicBezTo>
                      <a:pt x="780" y="4269"/>
                      <a:pt x="504" y="4759"/>
                      <a:pt x="702" y="4971"/>
                    </a:cubicBezTo>
                    <a:cubicBezTo>
                      <a:pt x="737" y="5006"/>
                      <a:pt x="774" y="5020"/>
                      <a:pt x="812" y="5020"/>
                    </a:cubicBezTo>
                    <a:cubicBezTo>
                      <a:pt x="1001" y="5020"/>
                      <a:pt x="1213" y="4666"/>
                      <a:pt x="1213" y="4666"/>
                    </a:cubicBezTo>
                    <a:cubicBezTo>
                      <a:pt x="1213" y="4666"/>
                      <a:pt x="1305" y="5659"/>
                      <a:pt x="1971" y="5794"/>
                    </a:cubicBezTo>
                    <a:cubicBezTo>
                      <a:pt x="1971" y="5794"/>
                      <a:pt x="3056" y="4170"/>
                      <a:pt x="2872" y="2241"/>
                    </a:cubicBezTo>
                    <a:cubicBezTo>
                      <a:pt x="2687" y="313"/>
                      <a:pt x="518" y="1"/>
                      <a:pt x="51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37"/>
              <p:cNvSpPr/>
              <p:nvPr/>
            </p:nvSpPr>
            <p:spPr>
              <a:xfrm>
                <a:off x="7982649" y="3796078"/>
                <a:ext cx="110868" cy="291013"/>
              </a:xfrm>
              <a:custGeom>
                <a:avLst/>
                <a:gdLst/>
                <a:ahLst/>
                <a:cxnLst/>
                <a:rect l="l" t="t" r="r" b="b"/>
                <a:pathLst>
                  <a:path w="1802" h="4730" fill="none" extrusionOk="0">
                    <a:moveTo>
                      <a:pt x="1177" y="0"/>
                    </a:moveTo>
                    <a:cubicBezTo>
                      <a:pt x="1177" y="0"/>
                      <a:pt x="603" y="653"/>
                      <a:pt x="1234" y="1496"/>
                    </a:cubicBezTo>
                    <a:cubicBezTo>
                      <a:pt x="1234" y="1496"/>
                      <a:pt x="0" y="1794"/>
                      <a:pt x="610" y="3205"/>
                    </a:cubicBezTo>
                    <a:cubicBezTo>
                      <a:pt x="610" y="3205"/>
                      <a:pt x="334" y="3695"/>
                      <a:pt x="532" y="3907"/>
                    </a:cubicBezTo>
                    <a:cubicBezTo>
                      <a:pt x="738" y="4113"/>
                      <a:pt x="1043" y="3602"/>
                      <a:pt x="1043" y="3602"/>
                    </a:cubicBezTo>
                    <a:cubicBezTo>
                      <a:pt x="1043" y="3602"/>
                      <a:pt x="1135" y="4595"/>
                      <a:pt x="1801" y="4730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37"/>
              <p:cNvSpPr/>
              <p:nvPr/>
            </p:nvSpPr>
            <p:spPr>
              <a:xfrm>
                <a:off x="7980004" y="3730616"/>
                <a:ext cx="47620" cy="5592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09" fill="none" extrusionOk="0">
                    <a:moveTo>
                      <a:pt x="391" y="1"/>
                    </a:moveTo>
                    <a:cubicBezTo>
                      <a:pt x="391" y="1"/>
                      <a:pt x="1" y="532"/>
                      <a:pt x="774" y="908"/>
                    </a:cubicBezTo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37"/>
              <p:cNvSpPr/>
              <p:nvPr/>
            </p:nvSpPr>
            <p:spPr>
              <a:xfrm>
                <a:off x="7375830" y="3659247"/>
                <a:ext cx="95118" cy="91180"/>
              </a:xfrm>
              <a:custGeom>
                <a:avLst/>
                <a:gdLst/>
                <a:ahLst/>
                <a:cxnLst/>
                <a:rect l="l" t="t" r="r" b="b"/>
                <a:pathLst>
                  <a:path w="1546" h="1482" extrusionOk="0">
                    <a:moveTo>
                      <a:pt x="824" y="0"/>
                    </a:moveTo>
                    <a:cubicBezTo>
                      <a:pt x="635" y="0"/>
                      <a:pt x="446" y="68"/>
                      <a:pt x="305" y="196"/>
                    </a:cubicBezTo>
                    <a:cubicBezTo>
                      <a:pt x="78" y="402"/>
                      <a:pt x="0" y="749"/>
                      <a:pt x="113" y="1026"/>
                    </a:cubicBezTo>
                    <a:cubicBezTo>
                      <a:pt x="221" y="1295"/>
                      <a:pt x="508" y="1481"/>
                      <a:pt x="791" y="1481"/>
                    </a:cubicBezTo>
                    <a:cubicBezTo>
                      <a:pt x="806" y="1481"/>
                      <a:pt x="822" y="1481"/>
                      <a:pt x="837" y="1480"/>
                    </a:cubicBezTo>
                    <a:cubicBezTo>
                      <a:pt x="1142" y="1458"/>
                      <a:pt x="1418" y="1217"/>
                      <a:pt x="1482" y="920"/>
                    </a:cubicBezTo>
                    <a:cubicBezTo>
                      <a:pt x="1546" y="629"/>
                      <a:pt x="1447" y="218"/>
                      <a:pt x="1156" y="76"/>
                    </a:cubicBezTo>
                    <a:cubicBezTo>
                      <a:pt x="1052" y="25"/>
                      <a:pt x="938" y="0"/>
                      <a:pt x="8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37"/>
              <p:cNvSpPr/>
              <p:nvPr/>
            </p:nvSpPr>
            <p:spPr>
              <a:xfrm>
                <a:off x="7415083" y="3697884"/>
                <a:ext cx="24487" cy="24056"/>
              </a:xfrm>
              <a:custGeom>
                <a:avLst/>
                <a:gdLst/>
                <a:ahLst/>
                <a:cxnLst/>
                <a:rect l="l" t="t" r="r" b="b"/>
                <a:pathLst>
                  <a:path w="398" h="391" fill="none" extrusionOk="0">
                    <a:moveTo>
                      <a:pt x="248" y="22"/>
                    </a:moveTo>
                    <a:cubicBezTo>
                      <a:pt x="163" y="1"/>
                      <a:pt x="64" y="50"/>
                      <a:pt x="36" y="128"/>
                    </a:cubicBezTo>
                    <a:cubicBezTo>
                      <a:pt x="0" y="214"/>
                      <a:pt x="43" y="320"/>
                      <a:pt x="128" y="355"/>
                    </a:cubicBezTo>
                    <a:cubicBezTo>
                      <a:pt x="206" y="391"/>
                      <a:pt x="312" y="355"/>
                      <a:pt x="355" y="277"/>
                    </a:cubicBezTo>
                    <a:cubicBezTo>
                      <a:pt x="397" y="199"/>
                      <a:pt x="376" y="65"/>
                      <a:pt x="248" y="22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37"/>
              <p:cNvSpPr/>
              <p:nvPr/>
            </p:nvSpPr>
            <p:spPr>
              <a:xfrm>
                <a:off x="8085580" y="3818535"/>
                <a:ext cx="209493" cy="149444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429" extrusionOk="0">
                    <a:moveTo>
                      <a:pt x="1634" y="0"/>
                    </a:moveTo>
                    <a:cubicBezTo>
                      <a:pt x="1570" y="0"/>
                      <a:pt x="1507" y="28"/>
                      <a:pt x="1454" y="75"/>
                    </a:cubicBezTo>
                    <a:cubicBezTo>
                      <a:pt x="1383" y="132"/>
                      <a:pt x="1341" y="210"/>
                      <a:pt x="1312" y="295"/>
                    </a:cubicBezTo>
                    <a:cubicBezTo>
                      <a:pt x="1220" y="536"/>
                      <a:pt x="1220" y="805"/>
                      <a:pt x="1284" y="1075"/>
                    </a:cubicBezTo>
                    <a:cubicBezTo>
                      <a:pt x="1171" y="926"/>
                      <a:pt x="1008" y="826"/>
                      <a:pt x="830" y="784"/>
                    </a:cubicBezTo>
                    <a:cubicBezTo>
                      <a:pt x="788" y="771"/>
                      <a:pt x="741" y="764"/>
                      <a:pt x="696" y="764"/>
                    </a:cubicBezTo>
                    <a:cubicBezTo>
                      <a:pt x="612" y="764"/>
                      <a:pt x="531" y="788"/>
                      <a:pt x="476" y="848"/>
                    </a:cubicBezTo>
                    <a:cubicBezTo>
                      <a:pt x="405" y="926"/>
                      <a:pt x="391" y="1053"/>
                      <a:pt x="433" y="1153"/>
                    </a:cubicBezTo>
                    <a:cubicBezTo>
                      <a:pt x="469" y="1259"/>
                      <a:pt x="540" y="1344"/>
                      <a:pt x="618" y="1422"/>
                    </a:cubicBezTo>
                    <a:cubicBezTo>
                      <a:pt x="696" y="1493"/>
                      <a:pt x="774" y="1571"/>
                      <a:pt x="823" y="1670"/>
                    </a:cubicBezTo>
                    <a:cubicBezTo>
                      <a:pt x="719" y="1641"/>
                      <a:pt x="609" y="1617"/>
                      <a:pt x="499" y="1617"/>
                    </a:cubicBezTo>
                    <a:cubicBezTo>
                      <a:pt x="475" y="1617"/>
                      <a:pt x="450" y="1618"/>
                      <a:pt x="426" y="1621"/>
                    </a:cubicBezTo>
                    <a:cubicBezTo>
                      <a:pt x="298" y="1635"/>
                      <a:pt x="164" y="1692"/>
                      <a:pt x="86" y="1805"/>
                    </a:cubicBezTo>
                    <a:cubicBezTo>
                      <a:pt x="8" y="1911"/>
                      <a:pt x="1" y="2067"/>
                      <a:pt x="86" y="2174"/>
                    </a:cubicBezTo>
                    <a:cubicBezTo>
                      <a:pt x="142" y="2245"/>
                      <a:pt x="228" y="2280"/>
                      <a:pt x="313" y="2308"/>
                    </a:cubicBezTo>
                    <a:cubicBezTo>
                      <a:pt x="586" y="2394"/>
                      <a:pt x="869" y="2429"/>
                      <a:pt x="1155" y="2429"/>
                    </a:cubicBezTo>
                    <a:cubicBezTo>
                      <a:pt x="1440" y="2429"/>
                      <a:pt x="1727" y="2394"/>
                      <a:pt x="2007" y="2337"/>
                    </a:cubicBezTo>
                    <a:cubicBezTo>
                      <a:pt x="2248" y="2294"/>
                      <a:pt x="2490" y="2230"/>
                      <a:pt x="2716" y="2124"/>
                    </a:cubicBezTo>
                    <a:cubicBezTo>
                      <a:pt x="2936" y="2018"/>
                      <a:pt x="3142" y="1869"/>
                      <a:pt x="3284" y="1663"/>
                    </a:cubicBezTo>
                    <a:cubicBezTo>
                      <a:pt x="3348" y="1564"/>
                      <a:pt x="3404" y="1429"/>
                      <a:pt x="3340" y="1323"/>
                    </a:cubicBezTo>
                    <a:cubicBezTo>
                      <a:pt x="3284" y="1231"/>
                      <a:pt x="3163" y="1202"/>
                      <a:pt x="3050" y="1202"/>
                    </a:cubicBezTo>
                    <a:cubicBezTo>
                      <a:pt x="2837" y="1209"/>
                      <a:pt x="2624" y="1294"/>
                      <a:pt x="2376" y="1458"/>
                    </a:cubicBezTo>
                    <a:cubicBezTo>
                      <a:pt x="2532" y="1252"/>
                      <a:pt x="2638" y="1011"/>
                      <a:pt x="2688" y="756"/>
                    </a:cubicBezTo>
                    <a:cubicBezTo>
                      <a:pt x="2702" y="663"/>
                      <a:pt x="2709" y="550"/>
                      <a:pt x="2638" y="486"/>
                    </a:cubicBezTo>
                    <a:cubicBezTo>
                      <a:pt x="2602" y="453"/>
                      <a:pt x="2557" y="439"/>
                      <a:pt x="2509" y="439"/>
                    </a:cubicBezTo>
                    <a:cubicBezTo>
                      <a:pt x="2446" y="439"/>
                      <a:pt x="2379" y="464"/>
                      <a:pt x="2326" y="500"/>
                    </a:cubicBezTo>
                    <a:cubicBezTo>
                      <a:pt x="2149" y="614"/>
                      <a:pt x="2043" y="805"/>
                      <a:pt x="1944" y="990"/>
                    </a:cubicBezTo>
                    <a:cubicBezTo>
                      <a:pt x="1979" y="763"/>
                      <a:pt x="1972" y="529"/>
                      <a:pt x="1915" y="309"/>
                    </a:cubicBezTo>
                    <a:cubicBezTo>
                      <a:pt x="1887" y="188"/>
                      <a:pt x="1830" y="46"/>
                      <a:pt x="1702" y="11"/>
                    </a:cubicBezTo>
                    <a:cubicBezTo>
                      <a:pt x="1680" y="4"/>
                      <a:pt x="1657" y="0"/>
                      <a:pt x="16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37"/>
              <p:cNvSpPr/>
              <p:nvPr/>
            </p:nvSpPr>
            <p:spPr>
              <a:xfrm>
                <a:off x="8165009" y="3902517"/>
                <a:ext cx="38453" cy="38453"/>
              </a:xfrm>
              <a:custGeom>
                <a:avLst/>
                <a:gdLst/>
                <a:ahLst/>
                <a:cxnLst/>
                <a:rect l="l" t="t" r="r" b="b"/>
                <a:pathLst>
                  <a:path w="625" h="625" fill="none" extrusionOk="0">
                    <a:moveTo>
                      <a:pt x="426" y="57"/>
                    </a:moveTo>
                    <a:cubicBezTo>
                      <a:pt x="298" y="0"/>
                      <a:pt x="128" y="57"/>
                      <a:pt x="64" y="185"/>
                    </a:cubicBezTo>
                    <a:cubicBezTo>
                      <a:pt x="0" y="312"/>
                      <a:pt x="50" y="490"/>
                      <a:pt x="177" y="561"/>
                    </a:cubicBezTo>
                    <a:cubicBezTo>
                      <a:pt x="305" y="624"/>
                      <a:pt x="482" y="575"/>
                      <a:pt x="553" y="447"/>
                    </a:cubicBezTo>
                    <a:cubicBezTo>
                      <a:pt x="624" y="327"/>
                      <a:pt x="582" y="135"/>
                      <a:pt x="426" y="57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37"/>
              <p:cNvSpPr/>
              <p:nvPr/>
            </p:nvSpPr>
            <p:spPr>
              <a:xfrm>
                <a:off x="7788477" y="4111210"/>
                <a:ext cx="69031" cy="73522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95" extrusionOk="0">
                    <a:moveTo>
                      <a:pt x="553" y="1"/>
                    </a:moveTo>
                    <a:cubicBezTo>
                      <a:pt x="518" y="1"/>
                      <a:pt x="482" y="4"/>
                      <a:pt x="448" y="12"/>
                    </a:cubicBezTo>
                    <a:cubicBezTo>
                      <a:pt x="285" y="47"/>
                      <a:pt x="143" y="168"/>
                      <a:pt x="72" y="324"/>
                    </a:cubicBezTo>
                    <a:cubicBezTo>
                      <a:pt x="1" y="480"/>
                      <a:pt x="1" y="657"/>
                      <a:pt x="58" y="820"/>
                    </a:cubicBezTo>
                    <a:cubicBezTo>
                      <a:pt x="121" y="990"/>
                      <a:pt x="263" y="1139"/>
                      <a:pt x="441" y="1182"/>
                    </a:cubicBezTo>
                    <a:cubicBezTo>
                      <a:pt x="474" y="1190"/>
                      <a:pt x="509" y="1194"/>
                      <a:pt x="544" y="1194"/>
                    </a:cubicBezTo>
                    <a:cubicBezTo>
                      <a:pt x="740" y="1194"/>
                      <a:pt x="938" y="1064"/>
                      <a:pt x="1022" y="877"/>
                    </a:cubicBezTo>
                    <a:cubicBezTo>
                      <a:pt x="1121" y="664"/>
                      <a:pt x="1114" y="374"/>
                      <a:pt x="909" y="147"/>
                    </a:cubicBezTo>
                    <a:cubicBezTo>
                      <a:pt x="819" y="52"/>
                      <a:pt x="686" y="1"/>
                      <a:pt x="5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37"/>
              <p:cNvSpPr/>
              <p:nvPr/>
            </p:nvSpPr>
            <p:spPr>
              <a:xfrm>
                <a:off x="7812903" y="4138958"/>
                <a:ext cx="20180" cy="2011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7" fill="none" extrusionOk="0">
                    <a:moveTo>
                      <a:pt x="235" y="36"/>
                    </a:moveTo>
                    <a:cubicBezTo>
                      <a:pt x="171" y="1"/>
                      <a:pt x="79" y="22"/>
                      <a:pt x="36" y="86"/>
                    </a:cubicBezTo>
                    <a:cubicBezTo>
                      <a:pt x="1" y="149"/>
                      <a:pt x="22" y="242"/>
                      <a:pt x="86" y="284"/>
                    </a:cubicBezTo>
                    <a:cubicBezTo>
                      <a:pt x="150" y="327"/>
                      <a:pt x="242" y="305"/>
                      <a:pt x="285" y="242"/>
                    </a:cubicBezTo>
                    <a:cubicBezTo>
                      <a:pt x="327" y="185"/>
                      <a:pt x="313" y="79"/>
                      <a:pt x="235" y="36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37"/>
              <p:cNvSpPr/>
              <p:nvPr/>
            </p:nvSpPr>
            <p:spPr>
              <a:xfrm>
                <a:off x="7785463" y="4004095"/>
                <a:ext cx="60233" cy="57280"/>
              </a:xfrm>
              <a:custGeom>
                <a:avLst/>
                <a:gdLst/>
                <a:ahLst/>
                <a:cxnLst/>
                <a:rect l="l" t="t" r="r" b="b"/>
                <a:pathLst>
                  <a:path w="979" h="931" extrusionOk="0">
                    <a:moveTo>
                      <a:pt x="514" y="1"/>
                    </a:moveTo>
                    <a:cubicBezTo>
                      <a:pt x="406" y="1"/>
                      <a:pt x="299" y="35"/>
                      <a:pt x="213" y="101"/>
                    </a:cubicBezTo>
                    <a:cubicBezTo>
                      <a:pt x="71" y="214"/>
                      <a:pt x="0" y="427"/>
                      <a:pt x="57" y="604"/>
                    </a:cubicBezTo>
                    <a:cubicBezTo>
                      <a:pt x="114" y="781"/>
                      <a:pt x="284" y="916"/>
                      <a:pt x="468" y="930"/>
                    </a:cubicBezTo>
                    <a:cubicBezTo>
                      <a:pt x="474" y="931"/>
                      <a:pt x="479" y="931"/>
                      <a:pt x="484" y="931"/>
                    </a:cubicBezTo>
                    <a:cubicBezTo>
                      <a:pt x="670" y="931"/>
                      <a:pt x="846" y="812"/>
                      <a:pt x="915" y="647"/>
                    </a:cubicBezTo>
                    <a:cubicBezTo>
                      <a:pt x="979" y="470"/>
                      <a:pt x="979" y="186"/>
                      <a:pt x="745" y="58"/>
                    </a:cubicBezTo>
                    <a:cubicBezTo>
                      <a:pt x="673" y="19"/>
                      <a:pt x="593" y="1"/>
                      <a:pt x="51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37"/>
              <p:cNvSpPr/>
              <p:nvPr/>
            </p:nvSpPr>
            <p:spPr>
              <a:xfrm>
                <a:off x="7805089" y="4022060"/>
                <a:ext cx="21411" cy="2098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1" fill="none" extrusionOk="0">
                    <a:moveTo>
                      <a:pt x="227" y="29"/>
                    </a:moveTo>
                    <a:cubicBezTo>
                      <a:pt x="149" y="0"/>
                      <a:pt x="57" y="43"/>
                      <a:pt x="29" y="114"/>
                    </a:cubicBezTo>
                    <a:cubicBezTo>
                      <a:pt x="0" y="192"/>
                      <a:pt x="43" y="284"/>
                      <a:pt x="114" y="312"/>
                    </a:cubicBezTo>
                    <a:cubicBezTo>
                      <a:pt x="185" y="341"/>
                      <a:pt x="284" y="305"/>
                      <a:pt x="312" y="234"/>
                    </a:cubicBezTo>
                    <a:cubicBezTo>
                      <a:pt x="348" y="163"/>
                      <a:pt x="312" y="57"/>
                      <a:pt x="227" y="29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37"/>
              <p:cNvSpPr/>
              <p:nvPr/>
            </p:nvSpPr>
            <p:spPr>
              <a:xfrm>
                <a:off x="8083858" y="3764824"/>
                <a:ext cx="60233" cy="57464"/>
              </a:xfrm>
              <a:custGeom>
                <a:avLst/>
                <a:gdLst/>
                <a:ahLst/>
                <a:cxnLst/>
                <a:rect l="l" t="t" r="r" b="b"/>
                <a:pathLst>
                  <a:path w="979" h="934" extrusionOk="0">
                    <a:moveTo>
                      <a:pt x="513" y="0"/>
                    </a:moveTo>
                    <a:cubicBezTo>
                      <a:pt x="406" y="0"/>
                      <a:pt x="299" y="34"/>
                      <a:pt x="213" y="104"/>
                    </a:cubicBezTo>
                    <a:cubicBezTo>
                      <a:pt x="64" y="218"/>
                      <a:pt x="0" y="430"/>
                      <a:pt x="57" y="608"/>
                    </a:cubicBezTo>
                    <a:cubicBezTo>
                      <a:pt x="114" y="785"/>
                      <a:pt x="284" y="919"/>
                      <a:pt x="468" y="934"/>
                    </a:cubicBezTo>
                    <a:cubicBezTo>
                      <a:pt x="474" y="934"/>
                      <a:pt x="479" y="934"/>
                      <a:pt x="484" y="934"/>
                    </a:cubicBezTo>
                    <a:cubicBezTo>
                      <a:pt x="670" y="934"/>
                      <a:pt x="846" y="815"/>
                      <a:pt x="908" y="643"/>
                    </a:cubicBezTo>
                    <a:cubicBezTo>
                      <a:pt x="979" y="473"/>
                      <a:pt x="979" y="182"/>
                      <a:pt x="738" y="54"/>
                    </a:cubicBezTo>
                    <a:cubicBezTo>
                      <a:pt x="669" y="19"/>
                      <a:pt x="591" y="0"/>
                      <a:pt x="51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37"/>
              <p:cNvSpPr/>
              <p:nvPr/>
            </p:nvSpPr>
            <p:spPr>
              <a:xfrm>
                <a:off x="8103484" y="3782974"/>
                <a:ext cx="20980" cy="20980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41" fill="none" extrusionOk="0">
                    <a:moveTo>
                      <a:pt x="220" y="29"/>
                    </a:moveTo>
                    <a:cubicBezTo>
                      <a:pt x="149" y="1"/>
                      <a:pt x="57" y="43"/>
                      <a:pt x="29" y="114"/>
                    </a:cubicBezTo>
                    <a:cubicBezTo>
                      <a:pt x="0" y="192"/>
                      <a:pt x="43" y="284"/>
                      <a:pt x="114" y="313"/>
                    </a:cubicBezTo>
                    <a:cubicBezTo>
                      <a:pt x="185" y="341"/>
                      <a:pt x="277" y="305"/>
                      <a:pt x="312" y="235"/>
                    </a:cubicBezTo>
                    <a:cubicBezTo>
                      <a:pt x="341" y="164"/>
                      <a:pt x="312" y="57"/>
                      <a:pt x="220" y="29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7"/>
              <p:cNvSpPr/>
              <p:nvPr/>
            </p:nvSpPr>
            <p:spPr>
              <a:xfrm>
                <a:off x="7651092" y="3481931"/>
                <a:ext cx="190235" cy="118313"/>
              </a:xfrm>
              <a:custGeom>
                <a:avLst/>
                <a:gdLst/>
                <a:ahLst/>
                <a:cxnLst/>
                <a:rect l="l" t="t" r="r" b="b"/>
                <a:pathLst>
                  <a:path w="3092" h="1923" extrusionOk="0">
                    <a:moveTo>
                      <a:pt x="1586" y="0"/>
                    </a:moveTo>
                    <a:cubicBezTo>
                      <a:pt x="1522" y="0"/>
                      <a:pt x="1454" y="45"/>
                      <a:pt x="1411" y="93"/>
                    </a:cubicBezTo>
                    <a:cubicBezTo>
                      <a:pt x="1298" y="214"/>
                      <a:pt x="1234" y="377"/>
                      <a:pt x="1213" y="540"/>
                    </a:cubicBezTo>
                    <a:cubicBezTo>
                      <a:pt x="1184" y="710"/>
                      <a:pt x="1199" y="873"/>
                      <a:pt x="1206" y="1043"/>
                    </a:cubicBezTo>
                    <a:cubicBezTo>
                      <a:pt x="1078" y="845"/>
                      <a:pt x="950" y="696"/>
                      <a:pt x="794" y="604"/>
                    </a:cubicBezTo>
                    <a:cubicBezTo>
                      <a:pt x="738" y="571"/>
                      <a:pt x="673" y="547"/>
                      <a:pt x="611" y="547"/>
                    </a:cubicBezTo>
                    <a:cubicBezTo>
                      <a:pt x="578" y="547"/>
                      <a:pt x="547" y="554"/>
                      <a:pt x="518" y="568"/>
                    </a:cubicBezTo>
                    <a:cubicBezTo>
                      <a:pt x="426" y="625"/>
                      <a:pt x="412" y="753"/>
                      <a:pt x="426" y="859"/>
                    </a:cubicBezTo>
                    <a:cubicBezTo>
                      <a:pt x="447" y="1057"/>
                      <a:pt x="560" y="1249"/>
                      <a:pt x="716" y="1369"/>
                    </a:cubicBezTo>
                    <a:cubicBezTo>
                      <a:pt x="511" y="1377"/>
                      <a:pt x="348" y="1377"/>
                      <a:pt x="185" y="1405"/>
                    </a:cubicBezTo>
                    <a:cubicBezTo>
                      <a:pt x="135" y="1412"/>
                      <a:pt x="85" y="1419"/>
                      <a:pt x="57" y="1455"/>
                    </a:cubicBezTo>
                    <a:cubicBezTo>
                      <a:pt x="0" y="1511"/>
                      <a:pt x="29" y="1611"/>
                      <a:pt x="78" y="1674"/>
                    </a:cubicBezTo>
                    <a:cubicBezTo>
                      <a:pt x="248" y="1894"/>
                      <a:pt x="568" y="1922"/>
                      <a:pt x="844" y="1922"/>
                    </a:cubicBezTo>
                    <a:cubicBezTo>
                      <a:pt x="1518" y="1922"/>
                      <a:pt x="2206" y="1859"/>
                      <a:pt x="2815" y="1575"/>
                    </a:cubicBezTo>
                    <a:cubicBezTo>
                      <a:pt x="2893" y="1540"/>
                      <a:pt x="2971" y="1497"/>
                      <a:pt x="3028" y="1433"/>
                    </a:cubicBezTo>
                    <a:cubicBezTo>
                      <a:pt x="3078" y="1362"/>
                      <a:pt x="3092" y="1263"/>
                      <a:pt x="3042" y="1192"/>
                    </a:cubicBezTo>
                    <a:cubicBezTo>
                      <a:pt x="3000" y="1143"/>
                      <a:pt x="2936" y="1121"/>
                      <a:pt x="2872" y="1114"/>
                    </a:cubicBezTo>
                    <a:cubicBezTo>
                      <a:pt x="2824" y="1105"/>
                      <a:pt x="2774" y="1101"/>
                      <a:pt x="2724" y="1101"/>
                    </a:cubicBezTo>
                    <a:cubicBezTo>
                      <a:pt x="2576" y="1101"/>
                      <a:pt x="2425" y="1139"/>
                      <a:pt x="2298" y="1213"/>
                    </a:cubicBezTo>
                    <a:cubicBezTo>
                      <a:pt x="2461" y="1086"/>
                      <a:pt x="2603" y="916"/>
                      <a:pt x="2695" y="724"/>
                    </a:cubicBezTo>
                    <a:cubicBezTo>
                      <a:pt x="2716" y="675"/>
                      <a:pt x="2744" y="611"/>
                      <a:pt x="2723" y="554"/>
                    </a:cubicBezTo>
                    <a:cubicBezTo>
                      <a:pt x="2702" y="490"/>
                      <a:pt x="2638" y="455"/>
                      <a:pt x="2574" y="448"/>
                    </a:cubicBezTo>
                    <a:cubicBezTo>
                      <a:pt x="2510" y="448"/>
                      <a:pt x="2447" y="469"/>
                      <a:pt x="2390" y="497"/>
                    </a:cubicBezTo>
                    <a:cubicBezTo>
                      <a:pt x="2156" y="604"/>
                      <a:pt x="1950" y="774"/>
                      <a:pt x="1808" y="987"/>
                    </a:cubicBezTo>
                    <a:cubicBezTo>
                      <a:pt x="1794" y="731"/>
                      <a:pt x="1794" y="469"/>
                      <a:pt x="1752" y="214"/>
                    </a:cubicBezTo>
                    <a:cubicBezTo>
                      <a:pt x="1745" y="136"/>
                      <a:pt x="1716" y="43"/>
                      <a:pt x="1645" y="15"/>
                    </a:cubicBezTo>
                    <a:cubicBezTo>
                      <a:pt x="1627" y="5"/>
                      <a:pt x="1606" y="0"/>
                      <a:pt x="15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7"/>
              <p:cNvSpPr/>
              <p:nvPr/>
            </p:nvSpPr>
            <p:spPr>
              <a:xfrm>
                <a:off x="7732244" y="3553916"/>
                <a:ext cx="28855" cy="26271"/>
              </a:xfrm>
              <a:custGeom>
                <a:avLst/>
                <a:gdLst/>
                <a:ahLst/>
                <a:cxnLst/>
                <a:rect l="l" t="t" r="r" b="b"/>
                <a:pathLst>
                  <a:path w="469" h="427" fill="none" extrusionOk="0">
                    <a:moveTo>
                      <a:pt x="376" y="86"/>
                    </a:moveTo>
                    <a:cubicBezTo>
                      <a:pt x="305" y="1"/>
                      <a:pt x="149" y="1"/>
                      <a:pt x="78" y="79"/>
                    </a:cubicBezTo>
                    <a:cubicBezTo>
                      <a:pt x="0" y="164"/>
                      <a:pt x="14" y="313"/>
                      <a:pt x="107" y="377"/>
                    </a:cubicBezTo>
                    <a:cubicBezTo>
                      <a:pt x="163" y="419"/>
                      <a:pt x="241" y="426"/>
                      <a:pt x="298" y="405"/>
                    </a:cubicBezTo>
                    <a:cubicBezTo>
                      <a:pt x="411" y="355"/>
                      <a:pt x="468" y="192"/>
                      <a:pt x="376" y="86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37"/>
              <p:cNvSpPr/>
              <p:nvPr/>
            </p:nvSpPr>
            <p:spPr>
              <a:xfrm>
                <a:off x="7990463" y="3343746"/>
                <a:ext cx="183283" cy="13652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219" extrusionOk="0">
                    <a:moveTo>
                      <a:pt x="862" y="0"/>
                    </a:moveTo>
                    <a:cubicBezTo>
                      <a:pt x="847" y="0"/>
                      <a:pt x="832" y="2"/>
                      <a:pt x="816" y="6"/>
                    </a:cubicBezTo>
                    <a:cubicBezTo>
                      <a:pt x="667" y="35"/>
                      <a:pt x="611" y="219"/>
                      <a:pt x="604" y="368"/>
                    </a:cubicBezTo>
                    <a:cubicBezTo>
                      <a:pt x="597" y="751"/>
                      <a:pt x="731" y="1141"/>
                      <a:pt x="965" y="1467"/>
                    </a:cubicBezTo>
                    <a:cubicBezTo>
                      <a:pt x="941" y="1466"/>
                      <a:pt x="917" y="1465"/>
                      <a:pt x="893" y="1465"/>
                    </a:cubicBezTo>
                    <a:cubicBezTo>
                      <a:pt x="654" y="1465"/>
                      <a:pt x="412" y="1528"/>
                      <a:pt x="199" y="1644"/>
                    </a:cubicBezTo>
                    <a:cubicBezTo>
                      <a:pt x="114" y="1694"/>
                      <a:pt x="36" y="1758"/>
                      <a:pt x="15" y="1850"/>
                    </a:cubicBezTo>
                    <a:cubicBezTo>
                      <a:pt x="1" y="1935"/>
                      <a:pt x="51" y="2027"/>
                      <a:pt x="121" y="2077"/>
                    </a:cubicBezTo>
                    <a:cubicBezTo>
                      <a:pt x="192" y="2126"/>
                      <a:pt x="277" y="2148"/>
                      <a:pt x="370" y="2169"/>
                    </a:cubicBezTo>
                    <a:cubicBezTo>
                      <a:pt x="538" y="2203"/>
                      <a:pt x="709" y="2218"/>
                      <a:pt x="880" y="2218"/>
                    </a:cubicBezTo>
                    <a:cubicBezTo>
                      <a:pt x="1251" y="2218"/>
                      <a:pt x="1625" y="2144"/>
                      <a:pt x="1979" y="2013"/>
                    </a:cubicBezTo>
                    <a:cubicBezTo>
                      <a:pt x="2369" y="1878"/>
                      <a:pt x="2759" y="1644"/>
                      <a:pt x="2922" y="1261"/>
                    </a:cubicBezTo>
                    <a:cubicBezTo>
                      <a:pt x="2958" y="1176"/>
                      <a:pt x="2979" y="1084"/>
                      <a:pt x="2944" y="999"/>
                    </a:cubicBezTo>
                    <a:cubicBezTo>
                      <a:pt x="2907" y="896"/>
                      <a:pt x="2796" y="841"/>
                      <a:pt x="2681" y="841"/>
                    </a:cubicBezTo>
                    <a:cubicBezTo>
                      <a:pt x="2638" y="841"/>
                      <a:pt x="2594" y="849"/>
                      <a:pt x="2554" y="864"/>
                    </a:cubicBezTo>
                    <a:cubicBezTo>
                      <a:pt x="2412" y="914"/>
                      <a:pt x="2305" y="1041"/>
                      <a:pt x="2206" y="1119"/>
                    </a:cubicBezTo>
                    <a:cubicBezTo>
                      <a:pt x="2362" y="878"/>
                      <a:pt x="2447" y="595"/>
                      <a:pt x="2454" y="311"/>
                    </a:cubicBezTo>
                    <a:cubicBezTo>
                      <a:pt x="2454" y="226"/>
                      <a:pt x="2447" y="134"/>
                      <a:pt x="2398" y="70"/>
                    </a:cubicBezTo>
                    <a:cubicBezTo>
                      <a:pt x="2354" y="27"/>
                      <a:pt x="2292" y="6"/>
                      <a:pt x="2230" y="6"/>
                    </a:cubicBezTo>
                    <a:cubicBezTo>
                      <a:pt x="2200" y="6"/>
                      <a:pt x="2170" y="11"/>
                      <a:pt x="2142" y="20"/>
                    </a:cubicBezTo>
                    <a:cubicBezTo>
                      <a:pt x="2057" y="49"/>
                      <a:pt x="1986" y="113"/>
                      <a:pt x="1922" y="183"/>
                    </a:cubicBezTo>
                    <a:cubicBezTo>
                      <a:pt x="1717" y="410"/>
                      <a:pt x="1589" y="701"/>
                      <a:pt x="1561" y="1006"/>
                    </a:cubicBezTo>
                    <a:cubicBezTo>
                      <a:pt x="1455" y="701"/>
                      <a:pt x="1334" y="382"/>
                      <a:pt x="1114" y="141"/>
                    </a:cubicBezTo>
                    <a:cubicBezTo>
                      <a:pt x="1047" y="68"/>
                      <a:pt x="954" y="0"/>
                      <a:pt x="8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37"/>
              <p:cNvSpPr/>
              <p:nvPr/>
            </p:nvSpPr>
            <p:spPr>
              <a:xfrm>
                <a:off x="8074691" y="3429143"/>
                <a:ext cx="26210" cy="26702"/>
              </a:xfrm>
              <a:custGeom>
                <a:avLst/>
                <a:gdLst/>
                <a:ahLst/>
                <a:cxnLst/>
                <a:rect l="l" t="t" r="r" b="b"/>
                <a:pathLst>
                  <a:path w="426" h="434" fill="none" extrusionOk="0">
                    <a:moveTo>
                      <a:pt x="312" y="51"/>
                    </a:moveTo>
                    <a:cubicBezTo>
                      <a:pt x="227" y="1"/>
                      <a:pt x="107" y="29"/>
                      <a:pt x="50" y="114"/>
                    </a:cubicBezTo>
                    <a:cubicBezTo>
                      <a:pt x="0" y="192"/>
                      <a:pt x="22" y="320"/>
                      <a:pt x="100" y="377"/>
                    </a:cubicBezTo>
                    <a:cubicBezTo>
                      <a:pt x="185" y="433"/>
                      <a:pt x="305" y="412"/>
                      <a:pt x="369" y="334"/>
                    </a:cubicBezTo>
                    <a:cubicBezTo>
                      <a:pt x="426" y="256"/>
                      <a:pt x="426" y="114"/>
                      <a:pt x="312" y="51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7"/>
              <p:cNvSpPr/>
              <p:nvPr/>
            </p:nvSpPr>
            <p:spPr>
              <a:xfrm>
                <a:off x="7570372" y="3323135"/>
                <a:ext cx="98686" cy="93703"/>
              </a:xfrm>
              <a:custGeom>
                <a:avLst/>
                <a:gdLst/>
                <a:ahLst/>
                <a:cxnLst/>
                <a:rect l="l" t="t" r="r" b="b"/>
                <a:pathLst>
                  <a:path w="1604" h="1523" extrusionOk="0">
                    <a:moveTo>
                      <a:pt x="833" y="0"/>
                    </a:moveTo>
                    <a:cubicBezTo>
                      <a:pt x="566" y="0"/>
                      <a:pt x="301" y="143"/>
                      <a:pt x="164" y="377"/>
                    </a:cubicBezTo>
                    <a:cubicBezTo>
                      <a:pt x="1" y="646"/>
                      <a:pt x="36" y="1022"/>
                      <a:pt x="242" y="1263"/>
                    </a:cubicBezTo>
                    <a:cubicBezTo>
                      <a:pt x="390" y="1431"/>
                      <a:pt x="610" y="1523"/>
                      <a:pt x="830" y="1523"/>
                    </a:cubicBezTo>
                    <a:cubicBezTo>
                      <a:pt x="927" y="1523"/>
                      <a:pt x="1023" y="1505"/>
                      <a:pt x="1114" y="1469"/>
                    </a:cubicBezTo>
                    <a:cubicBezTo>
                      <a:pt x="1404" y="1348"/>
                      <a:pt x="1603" y="1029"/>
                      <a:pt x="1582" y="710"/>
                    </a:cubicBezTo>
                    <a:cubicBezTo>
                      <a:pt x="1560" y="391"/>
                      <a:pt x="1326" y="86"/>
                      <a:pt x="979" y="15"/>
                    </a:cubicBezTo>
                    <a:cubicBezTo>
                      <a:pt x="931" y="5"/>
                      <a:pt x="882" y="0"/>
                      <a:pt x="83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7"/>
              <p:cNvSpPr/>
              <p:nvPr/>
            </p:nvSpPr>
            <p:spPr>
              <a:xfrm>
                <a:off x="7608333" y="3352360"/>
                <a:ext cx="29717" cy="29347"/>
              </a:xfrm>
              <a:custGeom>
                <a:avLst/>
                <a:gdLst/>
                <a:ahLst/>
                <a:cxnLst/>
                <a:rect l="l" t="t" r="r" b="b"/>
                <a:pathLst>
                  <a:path w="483" h="477" fill="none" extrusionOk="0">
                    <a:moveTo>
                      <a:pt x="341" y="58"/>
                    </a:moveTo>
                    <a:cubicBezTo>
                      <a:pt x="241" y="1"/>
                      <a:pt x="107" y="43"/>
                      <a:pt x="57" y="136"/>
                    </a:cubicBezTo>
                    <a:cubicBezTo>
                      <a:pt x="0" y="235"/>
                      <a:pt x="43" y="370"/>
                      <a:pt x="142" y="426"/>
                    </a:cubicBezTo>
                    <a:cubicBezTo>
                      <a:pt x="234" y="476"/>
                      <a:pt x="369" y="433"/>
                      <a:pt x="426" y="341"/>
                    </a:cubicBezTo>
                    <a:cubicBezTo>
                      <a:pt x="483" y="242"/>
                      <a:pt x="440" y="114"/>
                      <a:pt x="341" y="58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7"/>
              <p:cNvSpPr/>
              <p:nvPr/>
            </p:nvSpPr>
            <p:spPr>
              <a:xfrm>
                <a:off x="7318243" y="3364480"/>
                <a:ext cx="92103" cy="85089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1383" extrusionOk="0">
                    <a:moveTo>
                      <a:pt x="747" y="1"/>
                    </a:moveTo>
                    <a:cubicBezTo>
                      <a:pt x="552" y="1"/>
                      <a:pt x="354" y="81"/>
                      <a:pt x="220" y="229"/>
                    </a:cubicBezTo>
                    <a:cubicBezTo>
                      <a:pt x="28" y="456"/>
                      <a:pt x="0" y="804"/>
                      <a:pt x="156" y="1052"/>
                    </a:cubicBezTo>
                    <a:cubicBezTo>
                      <a:pt x="284" y="1256"/>
                      <a:pt x="522" y="1383"/>
                      <a:pt x="760" y="1383"/>
                    </a:cubicBezTo>
                    <a:cubicBezTo>
                      <a:pt x="812" y="1383"/>
                      <a:pt x="864" y="1377"/>
                      <a:pt x="915" y="1364"/>
                    </a:cubicBezTo>
                    <a:cubicBezTo>
                      <a:pt x="1198" y="1300"/>
                      <a:pt x="1432" y="1038"/>
                      <a:pt x="1461" y="747"/>
                    </a:cubicBezTo>
                    <a:cubicBezTo>
                      <a:pt x="1496" y="456"/>
                      <a:pt x="1319" y="194"/>
                      <a:pt x="1021" y="59"/>
                    </a:cubicBezTo>
                    <a:cubicBezTo>
                      <a:pt x="935" y="20"/>
                      <a:pt x="841" y="1"/>
                      <a:pt x="7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7"/>
              <p:cNvSpPr/>
              <p:nvPr/>
            </p:nvSpPr>
            <p:spPr>
              <a:xfrm>
                <a:off x="7353989" y="3389459"/>
                <a:ext cx="27994" cy="27133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41" fill="none" extrusionOk="0">
                    <a:moveTo>
                      <a:pt x="320" y="50"/>
                    </a:moveTo>
                    <a:cubicBezTo>
                      <a:pt x="227" y="1"/>
                      <a:pt x="114" y="29"/>
                      <a:pt x="57" y="114"/>
                    </a:cubicBezTo>
                    <a:cubicBezTo>
                      <a:pt x="1" y="192"/>
                      <a:pt x="15" y="313"/>
                      <a:pt x="86" y="376"/>
                    </a:cubicBezTo>
                    <a:cubicBezTo>
                      <a:pt x="164" y="440"/>
                      <a:pt x="284" y="433"/>
                      <a:pt x="355" y="362"/>
                    </a:cubicBezTo>
                    <a:cubicBezTo>
                      <a:pt x="419" y="291"/>
                      <a:pt x="454" y="114"/>
                      <a:pt x="320" y="50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7"/>
              <p:cNvSpPr/>
              <p:nvPr/>
            </p:nvSpPr>
            <p:spPr>
              <a:xfrm>
                <a:off x="8175468" y="4090107"/>
                <a:ext cx="92103" cy="85212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1385" extrusionOk="0">
                    <a:moveTo>
                      <a:pt x="753" y="1"/>
                    </a:moveTo>
                    <a:cubicBezTo>
                      <a:pt x="554" y="1"/>
                      <a:pt x="351" y="84"/>
                      <a:pt x="220" y="234"/>
                    </a:cubicBezTo>
                    <a:cubicBezTo>
                      <a:pt x="29" y="454"/>
                      <a:pt x="0" y="802"/>
                      <a:pt x="156" y="1050"/>
                    </a:cubicBezTo>
                    <a:cubicBezTo>
                      <a:pt x="280" y="1257"/>
                      <a:pt x="528" y="1385"/>
                      <a:pt x="771" y="1385"/>
                    </a:cubicBezTo>
                    <a:cubicBezTo>
                      <a:pt x="819" y="1385"/>
                      <a:pt x="868" y="1380"/>
                      <a:pt x="915" y="1369"/>
                    </a:cubicBezTo>
                    <a:cubicBezTo>
                      <a:pt x="1199" y="1298"/>
                      <a:pt x="1426" y="1043"/>
                      <a:pt x="1461" y="752"/>
                    </a:cubicBezTo>
                    <a:cubicBezTo>
                      <a:pt x="1497" y="461"/>
                      <a:pt x="1312" y="192"/>
                      <a:pt x="1021" y="57"/>
                    </a:cubicBezTo>
                    <a:cubicBezTo>
                      <a:pt x="938" y="19"/>
                      <a:pt x="846" y="1"/>
                      <a:pt x="7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7"/>
              <p:cNvSpPr/>
              <p:nvPr/>
            </p:nvSpPr>
            <p:spPr>
              <a:xfrm>
                <a:off x="8210783" y="4115394"/>
                <a:ext cx="28425" cy="27133"/>
              </a:xfrm>
              <a:custGeom>
                <a:avLst/>
                <a:gdLst/>
                <a:ahLst/>
                <a:cxnLst/>
                <a:rect l="l" t="t" r="r" b="b"/>
                <a:pathLst>
                  <a:path w="462" h="441" fill="none" extrusionOk="0">
                    <a:moveTo>
                      <a:pt x="320" y="43"/>
                    </a:moveTo>
                    <a:cubicBezTo>
                      <a:pt x="235" y="1"/>
                      <a:pt x="114" y="29"/>
                      <a:pt x="57" y="107"/>
                    </a:cubicBezTo>
                    <a:cubicBezTo>
                      <a:pt x="1" y="185"/>
                      <a:pt x="15" y="313"/>
                      <a:pt x="93" y="376"/>
                    </a:cubicBezTo>
                    <a:cubicBezTo>
                      <a:pt x="164" y="440"/>
                      <a:pt x="291" y="433"/>
                      <a:pt x="355" y="362"/>
                    </a:cubicBezTo>
                    <a:cubicBezTo>
                      <a:pt x="426" y="284"/>
                      <a:pt x="462" y="114"/>
                      <a:pt x="320" y="43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7"/>
              <p:cNvSpPr/>
              <p:nvPr/>
            </p:nvSpPr>
            <p:spPr>
              <a:xfrm>
                <a:off x="7595659" y="4018122"/>
                <a:ext cx="172393" cy="143784"/>
              </a:xfrm>
              <a:custGeom>
                <a:avLst/>
                <a:gdLst/>
                <a:ahLst/>
                <a:cxnLst/>
                <a:rect l="l" t="t" r="r" b="b"/>
                <a:pathLst>
                  <a:path w="2802" h="2337" extrusionOk="0">
                    <a:moveTo>
                      <a:pt x="1504" y="0"/>
                    </a:moveTo>
                    <a:cubicBezTo>
                      <a:pt x="1398" y="0"/>
                      <a:pt x="1320" y="100"/>
                      <a:pt x="1277" y="185"/>
                    </a:cubicBezTo>
                    <a:cubicBezTo>
                      <a:pt x="1128" y="454"/>
                      <a:pt x="1071" y="773"/>
                      <a:pt x="1114" y="1071"/>
                    </a:cubicBezTo>
                    <a:cubicBezTo>
                      <a:pt x="965" y="865"/>
                      <a:pt x="774" y="688"/>
                      <a:pt x="561" y="546"/>
                    </a:cubicBezTo>
                    <a:cubicBezTo>
                      <a:pt x="505" y="511"/>
                      <a:pt x="439" y="479"/>
                      <a:pt x="377" y="479"/>
                    </a:cubicBezTo>
                    <a:cubicBezTo>
                      <a:pt x="352" y="479"/>
                      <a:pt x="328" y="485"/>
                      <a:pt x="306" y="497"/>
                    </a:cubicBezTo>
                    <a:cubicBezTo>
                      <a:pt x="206" y="553"/>
                      <a:pt x="221" y="695"/>
                      <a:pt x="249" y="802"/>
                    </a:cubicBezTo>
                    <a:cubicBezTo>
                      <a:pt x="348" y="1107"/>
                      <a:pt x="533" y="1383"/>
                      <a:pt x="752" y="1624"/>
                    </a:cubicBezTo>
                    <a:cubicBezTo>
                      <a:pt x="518" y="1645"/>
                      <a:pt x="299" y="1738"/>
                      <a:pt x="114" y="1879"/>
                    </a:cubicBezTo>
                    <a:cubicBezTo>
                      <a:pt x="58" y="1929"/>
                      <a:pt x="1" y="1986"/>
                      <a:pt x="8" y="2064"/>
                    </a:cubicBezTo>
                    <a:cubicBezTo>
                      <a:pt x="15" y="2163"/>
                      <a:pt x="121" y="2220"/>
                      <a:pt x="213" y="2248"/>
                    </a:cubicBezTo>
                    <a:cubicBezTo>
                      <a:pt x="417" y="2308"/>
                      <a:pt x="628" y="2337"/>
                      <a:pt x="838" y="2337"/>
                    </a:cubicBezTo>
                    <a:cubicBezTo>
                      <a:pt x="1106" y="2337"/>
                      <a:pt x="1372" y="2290"/>
                      <a:pt x="1617" y="2199"/>
                    </a:cubicBezTo>
                    <a:cubicBezTo>
                      <a:pt x="2064" y="2028"/>
                      <a:pt x="2454" y="1709"/>
                      <a:pt x="2709" y="1305"/>
                    </a:cubicBezTo>
                    <a:cubicBezTo>
                      <a:pt x="2745" y="1241"/>
                      <a:pt x="2787" y="1170"/>
                      <a:pt x="2795" y="1092"/>
                    </a:cubicBezTo>
                    <a:cubicBezTo>
                      <a:pt x="2802" y="1014"/>
                      <a:pt x="2773" y="922"/>
                      <a:pt x="2702" y="887"/>
                    </a:cubicBezTo>
                    <a:cubicBezTo>
                      <a:pt x="2674" y="871"/>
                      <a:pt x="2642" y="865"/>
                      <a:pt x="2609" y="865"/>
                    </a:cubicBezTo>
                    <a:cubicBezTo>
                      <a:pt x="2566" y="865"/>
                      <a:pt x="2522" y="875"/>
                      <a:pt x="2483" y="887"/>
                    </a:cubicBezTo>
                    <a:cubicBezTo>
                      <a:pt x="2277" y="951"/>
                      <a:pt x="2078" y="1043"/>
                      <a:pt x="1866" y="1099"/>
                    </a:cubicBezTo>
                    <a:cubicBezTo>
                      <a:pt x="1866" y="816"/>
                      <a:pt x="1823" y="525"/>
                      <a:pt x="1731" y="256"/>
                    </a:cubicBezTo>
                    <a:cubicBezTo>
                      <a:pt x="1695" y="135"/>
                      <a:pt x="1625" y="8"/>
                      <a:pt x="15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7"/>
              <p:cNvSpPr/>
              <p:nvPr/>
            </p:nvSpPr>
            <p:spPr>
              <a:xfrm>
                <a:off x="7668996" y="4105796"/>
                <a:ext cx="23564" cy="24056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91" fill="none" extrusionOk="0">
                    <a:moveTo>
                      <a:pt x="170" y="15"/>
                    </a:moveTo>
                    <a:cubicBezTo>
                      <a:pt x="71" y="29"/>
                      <a:pt x="0" y="121"/>
                      <a:pt x="7" y="220"/>
                    </a:cubicBezTo>
                    <a:cubicBezTo>
                      <a:pt x="21" y="313"/>
                      <a:pt x="113" y="391"/>
                      <a:pt x="206" y="384"/>
                    </a:cubicBezTo>
                    <a:cubicBezTo>
                      <a:pt x="305" y="376"/>
                      <a:pt x="383" y="277"/>
                      <a:pt x="376" y="185"/>
                    </a:cubicBezTo>
                    <a:cubicBezTo>
                      <a:pt x="362" y="93"/>
                      <a:pt x="262" y="1"/>
                      <a:pt x="170" y="15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7"/>
              <p:cNvSpPr/>
              <p:nvPr/>
            </p:nvSpPr>
            <p:spPr>
              <a:xfrm>
                <a:off x="7887101" y="4047531"/>
                <a:ext cx="68970" cy="73522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1195" extrusionOk="0">
                    <a:moveTo>
                      <a:pt x="552" y="1"/>
                    </a:moveTo>
                    <a:cubicBezTo>
                      <a:pt x="517" y="1"/>
                      <a:pt x="481" y="4"/>
                      <a:pt x="447" y="12"/>
                    </a:cubicBezTo>
                    <a:cubicBezTo>
                      <a:pt x="284" y="54"/>
                      <a:pt x="142" y="175"/>
                      <a:pt x="71" y="331"/>
                    </a:cubicBezTo>
                    <a:cubicBezTo>
                      <a:pt x="0" y="480"/>
                      <a:pt x="0" y="664"/>
                      <a:pt x="64" y="820"/>
                    </a:cubicBezTo>
                    <a:cubicBezTo>
                      <a:pt x="128" y="990"/>
                      <a:pt x="263" y="1139"/>
                      <a:pt x="440" y="1182"/>
                    </a:cubicBezTo>
                    <a:cubicBezTo>
                      <a:pt x="475" y="1190"/>
                      <a:pt x="511" y="1194"/>
                      <a:pt x="546" y="1194"/>
                    </a:cubicBezTo>
                    <a:cubicBezTo>
                      <a:pt x="745" y="1194"/>
                      <a:pt x="937" y="1065"/>
                      <a:pt x="1021" y="884"/>
                    </a:cubicBezTo>
                    <a:cubicBezTo>
                      <a:pt x="1121" y="671"/>
                      <a:pt x="1114" y="373"/>
                      <a:pt x="908" y="153"/>
                    </a:cubicBezTo>
                    <a:cubicBezTo>
                      <a:pt x="818" y="53"/>
                      <a:pt x="685" y="1"/>
                      <a:pt x="5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37"/>
              <p:cNvSpPr/>
              <p:nvPr/>
            </p:nvSpPr>
            <p:spPr>
              <a:xfrm>
                <a:off x="7911527" y="4075279"/>
                <a:ext cx="20119" cy="20119"/>
              </a:xfrm>
              <a:custGeom>
                <a:avLst/>
                <a:gdLst/>
                <a:ahLst/>
                <a:cxnLst/>
                <a:rect l="l" t="t" r="r" b="b"/>
                <a:pathLst>
                  <a:path w="327" h="327" fill="none" extrusionOk="0">
                    <a:moveTo>
                      <a:pt x="234" y="36"/>
                    </a:moveTo>
                    <a:cubicBezTo>
                      <a:pt x="171" y="0"/>
                      <a:pt x="78" y="29"/>
                      <a:pt x="36" y="92"/>
                    </a:cubicBezTo>
                    <a:cubicBezTo>
                      <a:pt x="0" y="156"/>
                      <a:pt x="22" y="248"/>
                      <a:pt x="86" y="284"/>
                    </a:cubicBezTo>
                    <a:cubicBezTo>
                      <a:pt x="149" y="326"/>
                      <a:pt x="242" y="305"/>
                      <a:pt x="284" y="248"/>
                    </a:cubicBezTo>
                    <a:cubicBezTo>
                      <a:pt x="327" y="185"/>
                      <a:pt x="312" y="85"/>
                      <a:pt x="234" y="36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37"/>
              <p:cNvSpPr/>
              <p:nvPr/>
            </p:nvSpPr>
            <p:spPr>
              <a:xfrm>
                <a:off x="8102623" y="3586401"/>
                <a:ext cx="68970" cy="73522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1195" extrusionOk="0">
                    <a:moveTo>
                      <a:pt x="553" y="1"/>
                    </a:moveTo>
                    <a:cubicBezTo>
                      <a:pt x="517" y="1"/>
                      <a:pt x="482" y="4"/>
                      <a:pt x="447" y="12"/>
                    </a:cubicBezTo>
                    <a:cubicBezTo>
                      <a:pt x="277" y="47"/>
                      <a:pt x="142" y="175"/>
                      <a:pt x="71" y="324"/>
                    </a:cubicBezTo>
                    <a:cubicBezTo>
                      <a:pt x="0" y="480"/>
                      <a:pt x="0" y="664"/>
                      <a:pt x="57" y="820"/>
                    </a:cubicBezTo>
                    <a:cubicBezTo>
                      <a:pt x="121" y="990"/>
                      <a:pt x="263" y="1139"/>
                      <a:pt x="440" y="1182"/>
                    </a:cubicBezTo>
                    <a:cubicBezTo>
                      <a:pt x="474" y="1190"/>
                      <a:pt x="509" y="1194"/>
                      <a:pt x="543" y="1194"/>
                    </a:cubicBezTo>
                    <a:cubicBezTo>
                      <a:pt x="740" y="1194"/>
                      <a:pt x="937" y="1065"/>
                      <a:pt x="1021" y="884"/>
                    </a:cubicBezTo>
                    <a:cubicBezTo>
                      <a:pt x="1121" y="664"/>
                      <a:pt x="1113" y="373"/>
                      <a:pt x="908" y="146"/>
                    </a:cubicBezTo>
                    <a:cubicBezTo>
                      <a:pt x="818" y="52"/>
                      <a:pt x="685" y="1"/>
                      <a:pt x="5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7"/>
              <p:cNvSpPr/>
              <p:nvPr/>
            </p:nvSpPr>
            <p:spPr>
              <a:xfrm>
                <a:off x="8127048" y="3614149"/>
                <a:ext cx="19688" cy="20119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7" fill="none" extrusionOk="0">
                    <a:moveTo>
                      <a:pt x="234" y="36"/>
                    </a:moveTo>
                    <a:cubicBezTo>
                      <a:pt x="163" y="0"/>
                      <a:pt x="71" y="22"/>
                      <a:pt x="36" y="85"/>
                    </a:cubicBezTo>
                    <a:cubicBezTo>
                      <a:pt x="0" y="149"/>
                      <a:pt x="22" y="241"/>
                      <a:pt x="78" y="284"/>
                    </a:cubicBezTo>
                    <a:cubicBezTo>
                      <a:pt x="142" y="327"/>
                      <a:pt x="241" y="305"/>
                      <a:pt x="277" y="241"/>
                    </a:cubicBezTo>
                    <a:cubicBezTo>
                      <a:pt x="319" y="185"/>
                      <a:pt x="312" y="78"/>
                      <a:pt x="234" y="36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7"/>
              <p:cNvSpPr/>
              <p:nvPr/>
            </p:nvSpPr>
            <p:spPr>
              <a:xfrm>
                <a:off x="7725230" y="3821550"/>
                <a:ext cx="69462" cy="73522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1195" extrusionOk="0">
                    <a:moveTo>
                      <a:pt x="553" y="0"/>
                    </a:moveTo>
                    <a:cubicBezTo>
                      <a:pt x="518" y="0"/>
                      <a:pt x="482" y="4"/>
                      <a:pt x="447" y="12"/>
                    </a:cubicBezTo>
                    <a:cubicBezTo>
                      <a:pt x="284" y="47"/>
                      <a:pt x="143" y="168"/>
                      <a:pt x="72" y="324"/>
                    </a:cubicBezTo>
                    <a:cubicBezTo>
                      <a:pt x="1" y="480"/>
                      <a:pt x="1" y="657"/>
                      <a:pt x="65" y="820"/>
                    </a:cubicBezTo>
                    <a:cubicBezTo>
                      <a:pt x="128" y="990"/>
                      <a:pt x="263" y="1139"/>
                      <a:pt x="440" y="1182"/>
                    </a:cubicBezTo>
                    <a:cubicBezTo>
                      <a:pt x="475" y="1190"/>
                      <a:pt x="511" y="1194"/>
                      <a:pt x="546" y="1194"/>
                    </a:cubicBezTo>
                    <a:cubicBezTo>
                      <a:pt x="745" y="1194"/>
                      <a:pt x="937" y="1064"/>
                      <a:pt x="1022" y="877"/>
                    </a:cubicBezTo>
                    <a:cubicBezTo>
                      <a:pt x="1128" y="664"/>
                      <a:pt x="1121" y="373"/>
                      <a:pt x="915" y="146"/>
                    </a:cubicBezTo>
                    <a:cubicBezTo>
                      <a:pt x="820" y="51"/>
                      <a:pt x="686" y="0"/>
                      <a:pt x="5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37"/>
              <p:cNvSpPr/>
              <p:nvPr/>
            </p:nvSpPr>
            <p:spPr>
              <a:xfrm>
                <a:off x="7749655" y="3849298"/>
                <a:ext cx="20119" cy="20119"/>
              </a:xfrm>
              <a:custGeom>
                <a:avLst/>
                <a:gdLst/>
                <a:ahLst/>
                <a:cxnLst/>
                <a:rect l="l" t="t" r="r" b="b"/>
                <a:pathLst>
                  <a:path w="327" h="327" fill="none" extrusionOk="0">
                    <a:moveTo>
                      <a:pt x="235" y="36"/>
                    </a:moveTo>
                    <a:cubicBezTo>
                      <a:pt x="171" y="0"/>
                      <a:pt x="79" y="22"/>
                      <a:pt x="43" y="85"/>
                    </a:cubicBezTo>
                    <a:cubicBezTo>
                      <a:pt x="1" y="149"/>
                      <a:pt x="22" y="241"/>
                      <a:pt x="86" y="284"/>
                    </a:cubicBezTo>
                    <a:cubicBezTo>
                      <a:pt x="150" y="326"/>
                      <a:pt x="242" y="305"/>
                      <a:pt x="284" y="241"/>
                    </a:cubicBezTo>
                    <a:cubicBezTo>
                      <a:pt x="327" y="185"/>
                      <a:pt x="313" y="78"/>
                      <a:pt x="235" y="36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7"/>
              <p:cNvSpPr/>
              <p:nvPr/>
            </p:nvSpPr>
            <p:spPr>
              <a:xfrm>
                <a:off x="7583477" y="3648787"/>
                <a:ext cx="68970" cy="73522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1195" extrusionOk="0">
                    <a:moveTo>
                      <a:pt x="552" y="1"/>
                    </a:moveTo>
                    <a:cubicBezTo>
                      <a:pt x="516" y="1"/>
                      <a:pt x="481" y="4"/>
                      <a:pt x="447" y="12"/>
                    </a:cubicBezTo>
                    <a:cubicBezTo>
                      <a:pt x="284" y="54"/>
                      <a:pt x="142" y="175"/>
                      <a:pt x="71" y="331"/>
                    </a:cubicBezTo>
                    <a:cubicBezTo>
                      <a:pt x="0" y="480"/>
                      <a:pt x="0" y="664"/>
                      <a:pt x="57" y="820"/>
                    </a:cubicBezTo>
                    <a:cubicBezTo>
                      <a:pt x="121" y="990"/>
                      <a:pt x="263" y="1139"/>
                      <a:pt x="440" y="1182"/>
                    </a:cubicBezTo>
                    <a:cubicBezTo>
                      <a:pt x="474" y="1190"/>
                      <a:pt x="509" y="1194"/>
                      <a:pt x="543" y="1194"/>
                    </a:cubicBezTo>
                    <a:cubicBezTo>
                      <a:pt x="740" y="1194"/>
                      <a:pt x="937" y="1065"/>
                      <a:pt x="1021" y="884"/>
                    </a:cubicBezTo>
                    <a:cubicBezTo>
                      <a:pt x="1121" y="671"/>
                      <a:pt x="1113" y="373"/>
                      <a:pt x="908" y="154"/>
                    </a:cubicBezTo>
                    <a:cubicBezTo>
                      <a:pt x="818" y="53"/>
                      <a:pt x="684" y="1"/>
                      <a:pt x="5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37"/>
              <p:cNvSpPr/>
              <p:nvPr/>
            </p:nvSpPr>
            <p:spPr>
              <a:xfrm>
                <a:off x="7607902" y="3676535"/>
                <a:ext cx="19688" cy="20119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7" fill="none" extrusionOk="0">
                    <a:moveTo>
                      <a:pt x="234" y="43"/>
                    </a:moveTo>
                    <a:cubicBezTo>
                      <a:pt x="170" y="0"/>
                      <a:pt x="78" y="29"/>
                      <a:pt x="36" y="93"/>
                    </a:cubicBezTo>
                    <a:cubicBezTo>
                      <a:pt x="0" y="156"/>
                      <a:pt x="22" y="249"/>
                      <a:pt x="85" y="291"/>
                    </a:cubicBezTo>
                    <a:cubicBezTo>
                      <a:pt x="142" y="327"/>
                      <a:pt x="241" y="312"/>
                      <a:pt x="284" y="249"/>
                    </a:cubicBezTo>
                    <a:cubicBezTo>
                      <a:pt x="319" y="185"/>
                      <a:pt x="312" y="85"/>
                      <a:pt x="234" y="43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37"/>
              <p:cNvSpPr/>
              <p:nvPr/>
            </p:nvSpPr>
            <p:spPr>
              <a:xfrm>
                <a:off x="7173352" y="4554436"/>
                <a:ext cx="72476" cy="73892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1201" extrusionOk="0">
                    <a:moveTo>
                      <a:pt x="584" y="0"/>
                    </a:moveTo>
                    <a:cubicBezTo>
                      <a:pt x="530" y="0"/>
                      <a:pt x="477" y="9"/>
                      <a:pt x="426" y="26"/>
                    </a:cubicBezTo>
                    <a:cubicBezTo>
                      <a:pt x="263" y="83"/>
                      <a:pt x="136" y="218"/>
                      <a:pt x="72" y="381"/>
                    </a:cubicBezTo>
                    <a:cubicBezTo>
                      <a:pt x="1" y="565"/>
                      <a:pt x="8" y="771"/>
                      <a:pt x="107" y="934"/>
                    </a:cubicBezTo>
                    <a:cubicBezTo>
                      <a:pt x="209" y="1098"/>
                      <a:pt x="394" y="1201"/>
                      <a:pt x="584" y="1201"/>
                    </a:cubicBezTo>
                    <a:cubicBezTo>
                      <a:pt x="607" y="1201"/>
                      <a:pt x="630" y="1199"/>
                      <a:pt x="653" y="1196"/>
                    </a:cubicBezTo>
                    <a:cubicBezTo>
                      <a:pt x="866" y="1168"/>
                      <a:pt x="1050" y="1012"/>
                      <a:pt x="1114" y="806"/>
                    </a:cubicBezTo>
                    <a:cubicBezTo>
                      <a:pt x="1178" y="601"/>
                      <a:pt x="1121" y="352"/>
                      <a:pt x="909" y="133"/>
                    </a:cubicBezTo>
                    <a:cubicBezTo>
                      <a:pt x="825" y="44"/>
                      <a:pt x="704" y="0"/>
                      <a:pt x="58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7"/>
              <p:cNvSpPr/>
              <p:nvPr/>
            </p:nvSpPr>
            <p:spPr>
              <a:xfrm>
                <a:off x="7203069" y="4585691"/>
                <a:ext cx="21411" cy="21841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55" fill="none" extrusionOk="0">
                    <a:moveTo>
                      <a:pt x="248" y="36"/>
                    </a:moveTo>
                    <a:cubicBezTo>
                      <a:pt x="177" y="0"/>
                      <a:pt x="85" y="29"/>
                      <a:pt x="43" y="100"/>
                    </a:cubicBezTo>
                    <a:cubicBezTo>
                      <a:pt x="0" y="164"/>
                      <a:pt x="21" y="263"/>
                      <a:pt x="85" y="312"/>
                    </a:cubicBezTo>
                    <a:cubicBezTo>
                      <a:pt x="156" y="355"/>
                      <a:pt x="255" y="334"/>
                      <a:pt x="305" y="270"/>
                    </a:cubicBezTo>
                    <a:cubicBezTo>
                      <a:pt x="348" y="206"/>
                      <a:pt x="348" y="93"/>
                      <a:pt x="248" y="36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7"/>
              <p:cNvSpPr/>
              <p:nvPr/>
            </p:nvSpPr>
            <p:spPr>
              <a:xfrm>
                <a:off x="7285943" y="4454766"/>
                <a:ext cx="162795" cy="125880"/>
              </a:xfrm>
              <a:custGeom>
                <a:avLst/>
                <a:gdLst/>
                <a:ahLst/>
                <a:cxnLst/>
                <a:rect l="l" t="t" r="r" b="b"/>
                <a:pathLst>
                  <a:path w="2646" h="2046" extrusionOk="0">
                    <a:moveTo>
                      <a:pt x="1342" y="1"/>
                    </a:moveTo>
                    <a:cubicBezTo>
                      <a:pt x="1297" y="1"/>
                      <a:pt x="1253" y="18"/>
                      <a:pt x="1220" y="51"/>
                    </a:cubicBezTo>
                    <a:cubicBezTo>
                      <a:pt x="1163" y="93"/>
                      <a:pt x="1128" y="157"/>
                      <a:pt x="1099" y="221"/>
                    </a:cubicBezTo>
                    <a:cubicBezTo>
                      <a:pt x="1014" y="434"/>
                      <a:pt x="1007" y="682"/>
                      <a:pt x="1057" y="916"/>
                    </a:cubicBezTo>
                    <a:cubicBezTo>
                      <a:pt x="943" y="817"/>
                      <a:pt x="830" y="710"/>
                      <a:pt x="688" y="668"/>
                    </a:cubicBezTo>
                    <a:cubicBezTo>
                      <a:pt x="653" y="657"/>
                      <a:pt x="615" y="652"/>
                      <a:pt x="576" y="652"/>
                    </a:cubicBezTo>
                    <a:cubicBezTo>
                      <a:pt x="461" y="652"/>
                      <a:pt x="344" y="700"/>
                      <a:pt x="291" y="795"/>
                    </a:cubicBezTo>
                    <a:cubicBezTo>
                      <a:pt x="234" y="902"/>
                      <a:pt x="256" y="1036"/>
                      <a:pt x="327" y="1136"/>
                    </a:cubicBezTo>
                    <a:cubicBezTo>
                      <a:pt x="390" y="1235"/>
                      <a:pt x="483" y="1306"/>
                      <a:pt x="575" y="1419"/>
                    </a:cubicBezTo>
                    <a:cubicBezTo>
                      <a:pt x="440" y="1426"/>
                      <a:pt x="305" y="1441"/>
                      <a:pt x="192" y="1512"/>
                    </a:cubicBezTo>
                    <a:cubicBezTo>
                      <a:pt x="78" y="1582"/>
                      <a:pt x="0" y="1731"/>
                      <a:pt x="57" y="1852"/>
                    </a:cubicBezTo>
                    <a:cubicBezTo>
                      <a:pt x="114" y="1980"/>
                      <a:pt x="284" y="2015"/>
                      <a:pt x="419" y="2029"/>
                    </a:cubicBezTo>
                    <a:cubicBezTo>
                      <a:pt x="545" y="2040"/>
                      <a:pt x="672" y="2045"/>
                      <a:pt x="799" y="2045"/>
                    </a:cubicBezTo>
                    <a:cubicBezTo>
                      <a:pt x="1167" y="2045"/>
                      <a:pt x="1533" y="2000"/>
                      <a:pt x="1886" y="1916"/>
                    </a:cubicBezTo>
                    <a:cubicBezTo>
                      <a:pt x="2142" y="1852"/>
                      <a:pt x="2411" y="1767"/>
                      <a:pt x="2574" y="1554"/>
                    </a:cubicBezTo>
                    <a:cubicBezTo>
                      <a:pt x="2610" y="1504"/>
                      <a:pt x="2645" y="1441"/>
                      <a:pt x="2645" y="1370"/>
                    </a:cubicBezTo>
                    <a:cubicBezTo>
                      <a:pt x="2645" y="1242"/>
                      <a:pt x="2510" y="1143"/>
                      <a:pt x="2383" y="1136"/>
                    </a:cubicBezTo>
                    <a:cubicBezTo>
                      <a:pt x="2368" y="1134"/>
                      <a:pt x="2352" y="1133"/>
                      <a:pt x="2337" y="1133"/>
                    </a:cubicBezTo>
                    <a:cubicBezTo>
                      <a:pt x="2225" y="1133"/>
                      <a:pt x="2112" y="1176"/>
                      <a:pt x="2000" y="1214"/>
                    </a:cubicBezTo>
                    <a:cubicBezTo>
                      <a:pt x="2128" y="1079"/>
                      <a:pt x="2234" y="923"/>
                      <a:pt x="2312" y="760"/>
                    </a:cubicBezTo>
                    <a:cubicBezTo>
                      <a:pt x="2340" y="696"/>
                      <a:pt x="2369" y="625"/>
                      <a:pt x="2347" y="561"/>
                    </a:cubicBezTo>
                    <a:cubicBezTo>
                      <a:pt x="2316" y="484"/>
                      <a:pt x="2232" y="448"/>
                      <a:pt x="2145" y="448"/>
                    </a:cubicBezTo>
                    <a:cubicBezTo>
                      <a:pt x="2113" y="448"/>
                      <a:pt x="2080" y="453"/>
                      <a:pt x="2050" y="462"/>
                    </a:cubicBezTo>
                    <a:cubicBezTo>
                      <a:pt x="1851" y="512"/>
                      <a:pt x="1702" y="668"/>
                      <a:pt x="1560" y="817"/>
                    </a:cubicBezTo>
                    <a:cubicBezTo>
                      <a:pt x="1603" y="611"/>
                      <a:pt x="1589" y="398"/>
                      <a:pt x="1532" y="193"/>
                    </a:cubicBezTo>
                    <a:cubicBezTo>
                      <a:pt x="1511" y="122"/>
                      <a:pt x="1482" y="44"/>
                      <a:pt x="1411" y="15"/>
                    </a:cubicBezTo>
                    <a:cubicBezTo>
                      <a:pt x="1390" y="6"/>
                      <a:pt x="1366" y="1"/>
                      <a:pt x="13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7"/>
              <p:cNvSpPr/>
              <p:nvPr/>
            </p:nvSpPr>
            <p:spPr>
              <a:xfrm>
                <a:off x="7353989" y="4524597"/>
                <a:ext cx="29717" cy="30209"/>
              </a:xfrm>
              <a:custGeom>
                <a:avLst/>
                <a:gdLst/>
                <a:ahLst/>
                <a:cxnLst/>
                <a:rect l="l" t="t" r="r" b="b"/>
                <a:pathLst>
                  <a:path w="483" h="491" fill="none" extrusionOk="0">
                    <a:moveTo>
                      <a:pt x="369" y="65"/>
                    </a:moveTo>
                    <a:cubicBezTo>
                      <a:pt x="277" y="1"/>
                      <a:pt x="135" y="22"/>
                      <a:pt x="64" y="114"/>
                    </a:cubicBezTo>
                    <a:cubicBezTo>
                      <a:pt x="1" y="206"/>
                      <a:pt x="15" y="348"/>
                      <a:pt x="107" y="419"/>
                    </a:cubicBezTo>
                    <a:cubicBezTo>
                      <a:pt x="192" y="490"/>
                      <a:pt x="341" y="476"/>
                      <a:pt x="412" y="391"/>
                    </a:cubicBezTo>
                    <a:cubicBezTo>
                      <a:pt x="483" y="306"/>
                      <a:pt x="483" y="150"/>
                      <a:pt x="369" y="65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37"/>
              <p:cNvSpPr/>
              <p:nvPr/>
            </p:nvSpPr>
            <p:spPr>
              <a:xfrm>
                <a:off x="7093985" y="4300830"/>
                <a:ext cx="178484" cy="123296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2004" extrusionOk="0">
                    <a:moveTo>
                      <a:pt x="1521" y="1"/>
                    </a:moveTo>
                    <a:cubicBezTo>
                      <a:pt x="1478" y="1"/>
                      <a:pt x="1435" y="15"/>
                      <a:pt x="1397" y="36"/>
                    </a:cubicBezTo>
                    <a:cubicBezTo>
                      <a:pt x="1333" y="71"/>
                      <a:pt x="1291" y="135"/>
                      <a:pt x="1263" y="199"/>
                    </a:cubicBezTo>
                    <a:cubicBezTo>
                      <a:pt x="1135" y="440"/>
                      <a:pt x="1135" y="723"/>
                      <a:pt x="1107" y="1014"/>
                    </a:cubicBezTo>
                    <a:cubicBezTo>
                      <a:pt x="1014" y="908"/>
                      <a:pt x="922" y="794"/>
                      <a:pt x="802" y="709"/>
                    </a:cubicBezTo>
                    <a:cubicBezTo>
                      <a:pt x="717" y="654"/>
                      <a:pt x="618" y="617"/>
                      <a:pt x="517" y="617"/>
                    </a:cubicBezTo>
                    <a:cubicBezTo>
                      <a:pt x="475" y="617"/>
                      <a:pt x="432" y="624"/>
                      <a:pt x="390" y="638"/>
                    </a:cubicBezTo>
                    <a:cubicBezTo>
                      <a:pt x="256" y="681"/>
                      <a:pt x="149" y="830"/>
                      <a:pt x="185" y="972"/>
                    </a:cubicBezTo>
                    <a:cubicBezTo>
                      <a:pt x="213" y="1057"/>
                      <a:pt x="284" y="1128"/>
                      <a:pt x="355" y="1184"/>
                    </a:cubicBezTo>
                    <a:cubicBezTo>
                      <a:pt x="461" y="1269"/>
                      <a:pt x="575" y="1347"/>
                      <a:pt x="688" y="1425"/>
                    </a:cubicBezTo>
                    <a:cubicBezTo>
                      <a:pt x="673" y="1424"/>
                      <a:pt x="657" y="1424"/>
                      <a:pt x="642" y="1424"/>
                    </a:cubicBezTo>
                    <a:cubicBezTo>
                      <a:pt x="444" y="1424"/>
                      <a:pt x="244" y="1508"/>
                      <a:pt x="100" y="1652"/>
                    </a:cubicBezTo>
                    <a:cubicBezTo>
                      <a:pt x="43" y="1702"/>
                      <a:pt x="0" y="1787"/>
                      <a:pt x="36" y="1851"/>
                    </a:cubicBezTo>
                    <a:cubicBezTo>
                      <a:pt x="64" y="1908"/>
                      <a:pt x="128" y="1922"/>
                      <a:pt x="185" y="1929"/>
                    </a:cubicBezTo>
                    <a:cubicBezTo>
                      <a:pt x="459" y="1979"/>
                      <a:pt x="735" y="2004"/>
                      <a:pt x="1011" y="2004"/>
                    </a:cubicBezTo>
                    <a:cubicBezTo>
                      <a:pt x="1364" y="2004"/>
                      <a:pt x="1715" y="1963"/>
                      <a:pt x="2057" y="1879"/>
                    </a:cubicBezTo>
                    <a:cubicBezTo>
                      <a:pt x="2298" y="1823"/>
                      <a:pt x="2539" y="1745"/>
                      <a:pt x="2730" y="1589"/>
                    </a:cubicBezTo>
                    <a:cubicBezTo>
                      <a:pt x="2815" y="1518"/>
                      <a:pt x="2901" y="1411"/>
                      <a:pt x="2865" y="1305"/>
                    </a:cubicBezTo>
                    <a:cubicBezTo>
                      <a:pt x="2832" y="1212"/>
                      <a:pt x="2733" y="1174"/>
                      <a:pt x="2634" y="1174"/>
                    </a:cubicBezTo>
                    <a:cubicBezTo>
                      <a:pt x="2604" y="1174"/>
                      <a:pt x="2574" y="1178"/>
                      <a:pt x="2546" y="1184"/>
                    </a:cubicBezTo>
                    <a:cubicBezTo>
                      <a:pt x="2433" y="1213"/>
                      <a:pt x="2319" y="1277"/>
                      <a:pt x="2234" y="1277"/>
                    </a:cubicBezTo>
                    <a:cubicBezTo>
                      <a:pt x="2390" y="1149"/>
                      <a:pt x="2518" y="993"/>
                      <a:pt x="2610" y="816"/>
                    </a:cubicBezTo>
                    <a:cubicBezTo>
                      <a:pt x="2659" y="723"/>
                      <a:pt x="2695" y="610"/>
                      <a:pt x="2631" y="525"/>
                    </a:cubicBezTo>
                    <a:cubicBezTo>
                      <a:pt x="2594" y="479"/>
                      <a:pt x="2534" y="460"/>
                      <a:pt x="2470" y="460"/>
                    </a:cubicBezTo>
                    <a:cubicBezTo>
                      <a:pt x="2436" y="460"/>
                      <a:pt x="2401" y="465"/>
                      <a:pt x="2369" y="475"/>
                    </a:cubicBezTo>
                    <a:cubicBezTo>
                      <a:pt x="2106" y="532"/>
                      <a:pt x="1894" y="723"/>
                      <a:pt x="1702" y="915"/>
                    </a:cubicBezTo>
                    <a:cubicBezTo>
                      <a:pt x="1716" y="716"/>
                      <a:pt x="1731" y="497"/>
                      <a:pt x="1709" y="270"/>
                    </a:cubicBezTo>
                    <a:cubicBezTo>
                      <a:pt x="1702" y="177"/>
                      <a:pt x="1681" y="71"/>
                      <a:pt x="1603" y="21"/>
                    </a:cubicBezTo>
                    <a:cubicBezTo>
                      <a:pt x="1577" y="7"/>
                      <a:pt x="1549" y="1"/>
                      <a:pt x="15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37"/>
              <p:cNvSpPr/>
              <p:nvPr/>
            </p:nvSpPr>
            <p:spPr>
              <a:xfrm>
                <a:off x="7172491" y="4375398"/>
                <a:ext cx="27994" cy="27563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48" fill="none" extrusionOk="0">
                    <a:moveTo>
                      <a:pt x="384" y="100"/>
                    </a:moveTo>
                    <a:cubicBezTo>
                      <a:pt x="320" y="22"/>
                      <a:pt x="185" y="1"/>
                      <a:pt x="100" y="65"/>
                    </a:cubicBezTo>
                    <a:cubicBezTo>
                      <a:pt x="22" y="128"/>
                      <a:pt x="1" y="256"/>
                      <a:pt x="57" y="341"/>
                    </a:cubicBezTo>
                    <a:cubicBezTo>
                      <a:pt x="114" y="426"/>
                      <a:pt x="249" y="447"/>
                      <a:pt x="334" y="391"/>
                    </a:cubicBezTo>
                    <a:cubicBezTo>
                      <a:pt x="419" y="334"/>
                      <a:pt x="455" y="199"/>
                      <a:pt x="384" y="100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37"/>
              <p:cNvSpPr/>
              <p:nvPr/>
            </p:nvSpPr>
            <p:spPr>
              <a:xfrm>
                <a:off x="7506263" y="4435385"/>
                <a:ext cx="69400" cy="73461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1194" extrusionOk="0">
                    <a:moveTo>
                      <a:pt x="555" y="0"/>
                    </a:moveTo>
                    <a:cubicBezTo>
                      <a:pt x="519" y="0"/>
                      <a:pt x="483" y="4"/>
                      <a:pt x="447" y="11"/>
                    </a:cubicBezTo>
                    <a:cubicBezTo>
                      <a:pt x="284" y="54"/>
                      <a:pt x="142" y="174"/>
                      <a:pt x="71" y="330"/>
                    </a:cubicBezTo>
                    <a:cubicBezTo>
                      <a:pt x="7" y="479"/>
                      <a:pt x="0" y="664"/>
                      <a:pt x="64" y="820"/>
                    </a:cubicBezTo>
                    <a:cubicBezTo>
                      <a:pt x="128" y="990"/>
                      <a:pt x="263" y="1139"/>
                      <a:pt x="440" y="1181"/>
                    </a:cubicBezTo>
                    <a:cubicBezTo>
                      <a:pt x="475" y="1190"/>
                      <a:pt x="510" y="1194"/>
                      <a:pt x="546" y="1194"/>
                    </a:cubicBezTo>
                    <a:cubicBezTo>
                      <a:pt x="745" y="1194"/>
                      <a:pt x="937" y="1064"/>
                      <a:pt x="1021" y="884"/>
                    </a:cubicBezTo>
                    <a:cubicBezTo>
                      <a:pt x="1128" y="671"/>
                      <a:pt x="1121" y="373"/>
                      <a:pt x="915" y="153"/>
                    </a:cubicBezTo>
                    <a:cubicBezTo>
                      <a:pt x="825" y="52"/>
                      <a:pt x="691" y="0"/>
                      <a:pt x="5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37"/>
              <p:cNvSpPr/>
              <p:nvPr/>
            </p:nvSpPr>
            <p:spPr>
              <a:xfrm>
                <a:off x="7530688" y="4463072"/>
                <a:ext cx="20119" cy="20180"/>
              </a:xfrm>
              <a:custGeom>
                <a:avLst/>
                <a:gdLst/>
                <a:ahLst/>
                <a:cxnLst/>
                <a:rect l="l" t="t" r="r" b="b"/>
                <a:pathLst>
                  <a:path w="327" h="328" fill="none" extrusionOk="0">
                    <a:moveTo>
                      <a:pt x="234" y="36"/>
                    </a:moveTo>
                    <a:cubicBezTo>
                      <a:pt x="170" y="1"/>
                      <a:pt x="78" y="29"/>
                      <a:pt x="43" y="93"/>
                    </a:cubicBezTo>
                    <a:cubicBezTo>
                      <a:pt x="0" y="157"/>
                      <a:pt x="22" y="249"/>
                      <a:pt x="85" y="292"/>
                    </a:cubicBezTo>
                    <a:cubicBezTo>
                      <a:pt x="149" y="327"/>
                      <a:pt x="241" y="306"/>
                      <a:pt x="284" y="249"/>
                    </a:cubicBezTo>
                    <a:cubicBezTo>
                      <a:pt x="326" y="185"/>
                      <a:pt x="312" y="86"/>
                      <a:pt x="234" y="36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37"/>
              <p:cNvSpPr/>
              <p:nvPr/>
            </p:nvSpPr>
            <p:spPr>
              <a:xfrm>
                <a:off x="7298125" y="4395886"/>
                <a:ext cx="60295" cy="57280"/>
              </a:xfrm>
              <a:custGeom>
                <a:avLst/>
                <a:gdLst/>
                <a:ahLst/>
                <a:cxnLst/>
                <a:rect l="l" t="t" r="r" b="b"/>
                <a:pathLst>
                  <a:path w="980" h="931" extrusionOk="0">
                    <a:moveTo>
                      <a:pt x="513" y="0"/>
                    </a:moveTo>
                    <a:cubicBezTo>
                      <a:pt x="407" y="0"/>
                      <a:pt x="300" y="35"/>
                      <a:pt x="214" y="100"/>
                    </a:cubicBezTo>
                    <a:cubicBezTo>
                      <a:pt x="72" y="221"/>
                      <a:pt x="1" y="426"/>
                      <a:pt x="58" y="604"/>
                    </a:cubicBezTo>
                    <a:cubicBezTo>
                      <a:pt x="114" y="781"/>
                      <a:pt x="285" y="923"/>
                      <a:pt x="469" y="930"/>
                    </a:cubicBezTo>
                    <a:cubicBezTo>
                      <a:pt x="474" y="930"/>
                      <a:pt x="480" y="930"/>
                      <a:pt x="485" y="930"/>
                    </a:cubicBezTo>
                    <a:cubicBezTo>
                      <a:pt x="671" y="930"/>
                      <a:pt x="847" y="812"/>
                      <a:pt x="916" y="646"/>
                    </a:cubicBezTo>
                    <a:cubicBezTo>
                      <a:pt x="979" y="469"/>
                      <a:pt x="979" y="185"/>
                      <a:pt x="738" y="58"/>
                    </a:cubicBezTo>
                    <a:cubicBezTo>
                      <a:pt x="669" y="19"/>
                      <a:pt x="591" y="0"/>
                      <a:pt x="51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37"/>
              <p:cNvSpPr/>
              <p:nvPr/>
            </p:nvSpPr>
            <p:spPr>
              <a:xfrm>
                <a:off x="7317751" y="4413790"/>
                <a:ext cx="21472" cy="21472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49" fill="none" extrusionOk="0">
                    <a:moveTo>
                      <a:pt x="228" y="29"/>
                    </a:moveTo>
                    <a:cubicBezTo>
                      <a:pt x="150" y="1"/>
                      <a:pt x="58" y="43"/>
                      <a:pt x="29" y="121"/>
                    </a:cubicBezTo>
                    <a:cubicBezTo>
                      <a:pt x="1" y="192"/>
                      <a:pt x="44" y="284"/>
                      <a:pt x="114" y="313"/>
                    </a:cubicBezTo>
                    <a:cubicBezTo>
                      <a:pt x="185" y="348"/>
                      <a:pt x="285" y="306"/>
                      <a:pt x="313" y="235"/>
                    </a:cubicBezTo>
                    <a:cubicBezTo>
                      <a:pt x="348" y="164"/>
                      <a:pt x="313" y="65"/>
                      <a:pt x="228" y="29"/>
                    </a:cubicBezTo>
                    <a:close/>
                  </a:path>
                </a:pathLst>
              </a:custGeom>
              <a:noFill/>
              <a:ln w="3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90" name="Google Shape;1290;p37"/>
          <p:cNvGrpSpPr/>
          <p:nvPr/>
        </p:nvGrpSpPr>
        <p:grpSpPr>
          <a:xfrm rot="-5551639">
            <a:off x="5157175" y="3946184"/>
            <a:ext cx="759981" cy="990422"/>
            <a:chOff x="-142155" y="3448496"/>
            <a:chExt cx="900856" cy="1174013"/>
          </a:xfrm>
        </p:grpSpPr>
        <p:sp>
          <p:nvSpPr>
            <p:cNvPr id="1291" name="Google Shape;1291;p37"/>
            <p:cNvSpPr/>
            <p:nvPr/>
          </p:nvSpPr>
          <p:spPr>
            <a:xfrm rot="1055461">
              <a:off x="0" y="3517437"/>
              <a:ext cx="616547" cy="1036131"/>
            </a:xfrm>
            <a:custGeom>
              <a:avLst/>
              <a:gdLst/>
              <a:ahLst/>
              <a:cxnLst/>
              <a:rect l="l" t="t" r="r" b="b"/>
              <a:pathLst>
                <a:path w="10452" h="17565" extrusionOk="0">
                  <a:moveTo>
                    <a:pt x="8055" y="0"/>
                  </a:moveTo>
                  <a:cubicBezTo>
                    <a:pt x="7871" y="0"/>
                    <a:pt x="7686" y="36"/>
                    <a:pt x="7509" y="114"/>
                  </a:cubicBezTo>
                  <a:cubicBezTo>
                    <a:pt x="6658" y="468"/>
                    <a:pt x="5843" y="922"/>
                    <a:pt x="5091" y="1468"/>
                  </a:cubicBezTo>
                  <a:cubicBezTo>
                    <a:pt x="4956" y="1567"/>
                    <a:pt x="4843" y="1688"/>
                    <a:pt x="4751" y="1823"/>
                  </a:cubicBezTo>
                  <a:cubicBezTo>
                    <a:pt x="4595" y="1879"/>
                    <a:pt x="4453" y="1964"/>
                    <a:pt x="4325" y="2078"/>
                  </a:cubicBezTo>
                  <a:cubicBezTo>
                    <a:pt x="3602" y="2695"/>
                    <a:pt x="2943" y="3404"/>
                    <a:pt x="2375" y="4184"/>
                  </a:cubicBezTo>
                  <a:cubicBezTo>
                    <a:pt x="2248" y="4354"/>
                    <a:pt x="2170" y="4553"/>
                    <a:pt x="2127" y="4758"/>
                  </a:cubicBezTo>
                  <a:cubicBezTo>
                    <a:pt x="1957" y="4872"/>
                    <a:pt x="1808" y="5028"/>
                    <a:pt x="1702" y="5212"/>
                  </a:cubicBezTo>
                  <a:cubicBezTo>
                    <a:pt x="1191" y="6070"/>
                    <a:pt x="794" y="6985"/>
                    <a:pt x="511" y="7928"/>
                  </a:cubicBezTo>
                  <a:cubicBezTo>
                    <a:pt x="496" y="7984"/>
                    <a:pt x="482" y="8034"/>
                    <a:pt x="468" y="8084"/>
                  </a:cubicBezTo>
                  <a:lnTo>
                    <a:pt x="461" y="8105"/>
                  </a:lnTo>
                  <a:cubicBezTo>
                    <a:pt x="397" y="8332"/>
                    <a:pt x="390" y="8566"/>
                    <a:pt x="433" y="8786"/>
                  </a:cubicBezTo>
                  <a:cubicBezTo>
                    <a:pt x="298" y="8970"/>
                    <a:pt x="206" y="9190"/>
                    <a:pt x="163" y="9424"/>
                  </a:cubicBezTo>
                  <a:cubicBezTo>
                    <a:pt x="21" y="10324"/>
                    <a:pt x="0" y="11197"/>
                    <a:pt x="99" y="12026"/>
                  </a:cubicBezTo>
                  <a:cubicBezTo>
                    <a:pt x="241" y="13139"/>
                    <a:pt x="624" y="14231"/>
                    <a:pt x="1198" y="15146"/>
                  </a:cubicBezTo>
                  <a:cubicBezTo>
                    <a:pt x="1170" y="15189"/>
                    <a:pt x="1142" y="15231"/>
                    <a:pt x="1120" y="15274"/>
                  </a:cubicBezTo>
                  <a:cubicBezTo>
                    <a:pt x="908" y="15607"/>
                    <a:pt x="837" y="16011"/>
                    <a:pt x="922" y="16394"/>
                  </a:cubicBezTo>
                  <a:cubicBezTo>
                    <a:pt x="1007" y="16784"/>
                    <a:pt x="1241" y="17117"/>
                    <a:pt x="1581" y="17330"/>
                  </a:cubicBezTo>
                  <a:cubicBezTo>
                    <a:pt x="1815" y="17479"/>
                    <a:pt x="2092" y="17564"/>
                    <a:pt x="2375" y="17564"/>
                  </a:cubicBezTo>
                  <a:cubicBezTo>
                    <a:pt x="2886" y="17564"/>
                    <a:pt x="3361" y="17302"/>
                    <a:pt x="3631" y="16869"/>
                  </a:cubicBezTo>
                  <a:cubicBezTo>
                    <a:pt x="3737" y="16706"/>
                    <a:pt x="3850" y="16529"/>
                    <a:pt x="3957" y="16344"/>
                  </a:cubicBezTo>
                  <a:cubicBezTo>
                    <a:pt x="5559" y="15876"/>
                    <a:pt x="7062" y="14827"/>
                    <a:pt x="8240" y="13345"/>
                  </a:cubicBezTo>
                  <a:cubicBezTo>
                    <a:pt x="8346" y="13210"/>
                    <a:pt x="8431" y="13054"/>
                    <a:pt x="8481" y="12891"/>
                  </a:cubicBezTo>
                  <a:cubicBezTo>
                    <a:pt x="8622" y="12785"/>
                    <a:pt x="8743" y="12650"/>
                    <a:pt x="8835" y="12501"/>
                  </a:cubicBezTo>
                  <a:cubicBezTo>
                    <a:pt x="9438" y="11530"/>
                    <a:pt x="9885" y="10438"/>
                    <a:pt x="10154" y="9247"/>
                  </a:cubicBezTo>
                  <a:cubicBezTo>
                    <a:pt x="10197" y="9062"/>
                    <a:pt x="10197" y="8864"/>
                    <a:pt x="10161" y="8679"/>
                  </a:cubicBezTo>
                  <a:cubicBezTo>
                    <a:pt x="10260" y="8516"/>
                    <a:pt x="10324" y="8339"/>
                    <a:pt x="10345" y="8148"/>
                  </a:cubicBezTo>
                  <a:cubicBezTo>
                    <a:pt x="10402" y="7722"/>
                    <a:pt x="10438" y="7297"/>
                    <a:pt x="10445" y="6878"/>
                  </a:cubicBezTo>
                  <a:cubicBezTo>
                    <a:pt x="10452" y="6481"/>
                    <a:pt x="10445" y="6077"/>
                    <a:pt x="10423" y="5666"/>
                  </a:cubicBezTo>
                  <a:cubicBezTo>
                    <a:pt x="10409" y="5467"/>
                    <a:pt x="10353" y="5283"/>
                    <a:pt x="10267" y="5113"/>
                  </a:cubicBezTo>
                  <a:cubicBezTo>
                    <a:pt x="10317" y="4928"/>
                    <a:pt x="10331" y="4737"/>
                    <a:pt x="10303" y="4538"/>
                  </a:cubicBezTo>
                  <a:cubicBezTo>
                    <a:pt x="10140" y="3383"/>
                    <a:pt x="9835" y="2170"/>
                    <a:pt x="9388" y="936"/>
                  </a:cubicBezTo>
                  <a:cubicBezTo>
                    <a:pt x="9261" y="575"/>
                    <a:pt x="8984" y="277"/>
                    <a:pt x="8629" y="121"/>
                  </a:cubicBezTo>
                  <a:cubicBezTo>
                    <a:pt x="8445" y="43"/>
                    <a:pt x="8254" y="0"/>
                    <a:pt x="80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7"/>
            <p:cNvSpPr/>
            <p:nvPr/>
          </p:nvSpPr>
          <p:spPr>
            <a:xfrm rot="1055461">
              <a:off x="92692" y="3602478"/>
              <a:ext cx="449256" cy="808967"/>
            </a:xfrm>
            <a:custGeom>
              <a:avLst/>
              <a:gdLst/>
              <a:ahLst/>
              <a:cxnLst/>
              <a:rect l="l" t="t" r="r" b="b"/>
              <a:pathLst>
                <a:path w="7616" h="13714" extrusionOk="0">
                  <a:moveTo>
                    <a:pt x="6637" y="0"/>
                  </a:moveTo>
                  <a:cubicBezTo>
                    <a:pt x="5878" y="320"/>
                    <a:pt x="5162" y="724"/>
                    <a:pt x="4503" y="1199"/>
                  </a:cubicBezTo>
                  <a:cubicBezTo>
                    <a:pt x="4574" y="2028"/>
                    <a:pt x="4680" y="2851"/>
                    <a:pt x="4836" y="3666"/>
                  </a:cubicBezTo>
                  <a:cubicBezTo>
                    <a:pt x="4432" y="3057"/>
                    <a:pt x="4099" y="2411"/>
                    <a:pt x="3829" y="1738"/>
                  </a:cubicBezTo>
                  <a:cubicBezTo>
                    <a:pt x="3184" y="2291"/>
                    <a:pt x="2603" y="2922"/>
                    <a:pt x="2106" y="3603"/>
                  </a:cubicBezTo>
                  <a:cubicBezTo>
                    <a:pt x="2482" y="4801"/>
                    <a:pt x="2858" y="5999"/>
                    <a:pt x="3234" y="7198"/>
                  </a:cubicBezTo>
                  <a:cubicBezTo>
                    <a:pt x="2688" y="6361"/>
                    <a:pt x="2149" y="5524"/>
                    <a:pt x="1610" y="4680"/>
                  </a:cubicBezTo>
                  <a:cubicBezTo>
                    <a:pt x="1574" y="4631"/>
                    <a:pt x="1532" y="4574"/>
                    <a:pt x="1503" y="4510"/>
                  </a:cubicBezTo>
                  <a:cubicBezTo>
                    <a:pt x="1057" y="5269"/>
                    <a:pt x="702" y="6077"/>
                    <a:pt x="447" y="6921"/>
                  </a:cubicBezTo>
                  <a:cubicBezTo>
                    <a:pt x="433" y="6971"/>
                    <a:pt x="419" y="7027"/>
                    <a:pt x="404" y="7077"/>
                  </a:cubicBezTo>
                  <a:cubicBezTo>
                    <a:pt x="879" y="8119"/>
                    <a:pt x="1355" y="9162"/>
                    <a:pt x="1830" y="10197"/>
                  </a:cubicBezTo>
                  <a:lnTo>
                    <a:pt x="482" y="8665"/>
                  </a:lnTo>
                  <a:cubicBezTo>
                    <a:pt x="362" y="8531"/>
                    <a:pt x="241" y="8389"/>
                    <a:pt x="149" y="8226"/>
                  </a:cubicBezTo>
                  <a:cubicBezTo>
                    <a:pt x="29" y="8963"/>
                    <a:pt x="0" y="9701"/>
                    <a:pt x="92" y="10438"/>
                  </a:cubicBezTo>
                  <a:cubicBezTo>
                    <a:pt x="234" y="11615"/>
                    <a:pt x="731" y="12835"/>
                    <a:pt x="1539" y="13714"/>
                  </a:cubicBezTo>
                  <a:cubicBezTo>
                    <a:pt x="3212" y="13416"/>
                    <a:pt x="4666" y="12367"/>
                    <a:pt x="5708" y="11048"/>
                  </a:cubicBezTo>
                  <a:lnTo>
                    <a:pt x="5708" y="11048"/>
                  </a:lnTo>
                  <a:cubicBezTo>
                    <a:pt x="5063" y="11218"/>
                    <a:pt x="4411" y="11367"/>
                    <a:pt x="3744" y="11424"/>
                  </a:cubicBezTo>
                  <a:cubicBezTo>
                    <a:pt x="4588" y="11119"/>
                    <a:pt x="5418" y="10750"/>
                    <a:pt x="6212" y="10332"/>
                  </a:cubicBezTo>
                  <a:cubicBezTo>
                    <a:pt x="6751" y="9474"/>
                    <a:pt x="7126" y="8516"/>
                    <a:pt x="7353" y="7517"/>
                  </a:cubicBezTo>
                  <a:lnTo>
                    <a:pt x="7353" y="7517"/>
                  </a:lnTo>
                  <a:cubicBezTo>
                    <a:pt x="6552" y="7892"/>
                    <a:pt x="5744" y="8247"/>
                    <a:pt x="4886" y="8431"/>
                  </a:cubicBezTo>
                  <a:cubicBezTo>
                    <a:pt x="5808" y="7864"/>
                    <a:pt x="6687" y="7233"/>
                    <a:pt x="7523" y="6545"/>
                  </a:cubicBezTo>
                  <a:cubicBezTo>
                    <a:pt x="7573" y="6176"/>
                    <a:pt x="7601" y="5794"/>
                    <a:pt x="7609" y="5418"/>
                  </a:cubicBezTo>
                  <a:cubicBezTo>
                    <a:pt x="7616" y="5056"/>
                    <a:pt x="7609" y="4702"/>
                    <a:pt x="7587" y="4340"/>
                  </a:cubicBezTo>
                  <a:cubicBezTo>
                    <a:pt x="7119" y="4652"/>
                    <a:pt x="6630" y="4950"/>
                    <a:pt x="6098" y="5127"/>
                  </a:cubicBezTo>
                  <a:cubicBezTo>
                    <a:pt x="6602" y="4560"/>
                    <a:pt x="7063" y="3957"/>
                    <a:pt x="7481" y="3319"/>
                  </a:cubicBezTo>
                  <a:cubicBezTo>
                    <a:pt x="7325" y="2191"/>
                    <a:pt x="7027" y="1078"/>
                    <a:pt x="6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7"/>
            <p:cNvSpPr/>
            <p:nvPr/>
          </p:nvSpPr>
          <p:spPr>
            <a:xfrm rot="1055461">
              <a:off x="102851" y="3846050"/>
              <a:ext cx="261909" cy="602331"/>
            </a:xfrm>
            <a:custGeom>
              <a:avLst/>
              <a:gdLst/>
              <a:ahLst/>
              <a:cxnLst/>
              <a:rect l="l" t="t" r="r" b="b"/>
              <a:pathLst>
                <a:path w="4440" h="10211" fill="none" extrusionOk="0">
                  <a:moveTo>
                    <a:pt x="4439" y="0"/>
                  </a:moveTo>
                  <a:cubicBezTo>
                    <a:pt x="3503" y="3610"/>
                    <a:pt x="2000" y="7063"/>
                    <a:pt x="0" y="1021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4" name="Google Shape;1294;p37"/>
          <p:cNvGrpSpPr/>
          <p:nvPr/>
        </p:nvGrpSpPr>
        <p:grpSpPr>
          <a:xfrm rot="-1181658">
            <a:off x="282712" y="249151"/>
            <a:ext cx="968345" cy="1026809"/>
            <a:chOff x="729867" y="-143629"/>
            <a:chExt cx="968349" cy="1026814"/>
          </a:xfrm>
        </p:grpSpPr>
        <p:sp>
          <p:nvSpPr>
            <p:cNvPr id="1295" name="Google Shape;1295;p37"/>
            <p:cNvSpPr/>
            <p:nvPr/>
          </p:nvSpPr>
          <p:spPr>
            <a:xfrm rot="9967110" flipH="1">
              <a:off x="822057" y="-62203"/>
              <a:ext cx="783969" cy="863961"/>
            </a:xfrm>
            <a:custGeom>
              <a:avLst/>
              <a:gdLst/>
              <a:ahLst/>
              <a:cxnLst/>
              <a:rect l="l" t="t" r="r" b="b"/>
              <a:pathLst>
                <a:path w="21826" h="24053" extrusionOk="0">
                  <a:moveTo>
                    <a:pt x="9261" y="1"/>
                  </a:moveTo>
                  <a:cubicBezTo>
                    <a:pt x="9162" y="1"/>
                    <a:pt x="9062" y="8"/>
                    <a:pt x="8963" y="15"/>
                  </a:cubicBezTo>
                  <a:cubicBezTo>
                    <a:pt x="7992" y="135"/>
                    <a:pt x="7205" y="780"/>
                    <a:pt x="6630" y="1943"/>
                  </a:cubicBezTo>
                  <a:cubicBezTo>
                    <a:pt x="6113" y="2986"/>
                    <a:pt x="5786" y="4120"/>
                    <a:pt x="5659" y="5276"/>
                  </a:cubicBezTo>
                  <a:cubicBezTo>
                    <a:pt x="5396" y="5219"/>
                    <a:pt x="5127" y="5191"/>
                    <a:pt x="4865" y="5191"/>
                  </a:cubicBezTo>
                  <a:cubicBezTo>
                    <a:pt x="4085" y="5191"/>
                    <a:pt x="3340" y="5446"/>
                    <a:pt x="2773" y="5907"/>
                  </a:cubicBezTo>
                  <a:cubicBezTo>
                    <a:pt x="1943" y="6581"/>
                    <a:pt x="1489" y="7651"/>
                    <a:pt x="1433" y="9084"/>
                  </a:cubicBezTo>
                  <a:cubicBezTo>
                    <a:pt x="1376" y="10339"/>
                    <a:pt x="1553" y="11608"/>
                    <a:pt x="1950" y="12806"/>
                  </a:cubicBezTo>
                  <a:cubicBezTo>
                    <a:pt x="1759" y="12884"/>
                    <a:pt x="1575" y="12984"/>
                    <a:pt x="1404" y="13104"/>
                  </a:cubicBezTo>
                  <a:cubicBezTo>
                    <a:pt x="561" y="13693"/>
                    <a:pt x="36" y="14714"/>
                    <a:pt x="0" y="15841"/>
                  </a:cubicBezTo>
                  <a:cubicBezTo>
                    <a:pt x="0" y="15855"/>
                    <a:pt x="0" y="15862"/>
                    <a:pt x="0" y="15870"/>
                  </a:cubicBezTo>
                  <a:cubicBezTo>
                    <a:pt x="0" y="15870"/>
                    <a:pt x="0" y="15870"/>
                    <a:pt x="0" y="15877"/>
                  </a:cubicBezTo>
                  <a:cubicBezTo>
                    <a:pt x="0" y="15948"/>
                    <a:pt x="0" y="16018"/>
                    <a:pt x="7" y="16089"/>
                  </a:cubicBezTo>
                  <a:cubicBezTo>
                    <a:pt x="36" y="16926"/>
                    <a:pt x="319" y="17763"/>
                    <a:pt x="865" y="18663"/>
                  </a:cubicBezTo>
                  <a:cubicBezTo>
                    <a:pt x="880" y="18678"/>
                    <a:pt x="887" y="18699"/>
                    <a:pt x="901" y="18713"/>
                  </a:cubicBezTo>
                  <a:cubicBezTo>
                    <a:pt x="972" y="18826"/>
                    <a:pt x="1050" y="18940"/>
                    <a:pt x="1128" y="19060"/>
                  </a:cubicBezTo>
                  <a:cubicBezTo>
                    <a:pt x="1277" y="19273"/>
                    <a:pt x="1426" y="19472"/>
                    <a:pt x="1575" y="19649"/>
                  </a:cubicBezTo>
                  <a:cubicBezTo>
                    <a:pt x="1575" y="19656"/>
                    <a:pt x="1582" y="19663"/>
                    <a:pt x="1582" y="19663"/>
                  </a:cubicBezTo>
                  <a:cubicBezTo>
                    <a:pt x="3340" y="21783"/>
                    <a:pt x="6098" y="23095"/>
                    <a:pt x="8963" y="23173"/>
                  </a:cubicBezTo>
                  <a:lnTo>
                    <a:pt x="9190" y="23173"/>
                  </a:lnTo>
                  <a:cubicBezTo>
                    <a:pt x="9431" y="23705"/>
                    <a:pt x="9963" y="24052"/>
                    <a:pt x="10551" y="24052"/>
                  </a:cubicBezTo>
                  <a:cubicBezTo>
                    <a:pt x="10679" y="24052"/>
                    <a:pt x="10807" y="24038"/>
                    <a:pt x="10934" y="24010"/>
                  </a:cubicBezTo>
                  <a:cubicBezTo>
                    <a:pt x="11317" y="23903"/>
                    <a:pt x="11643" y="23655"/>
                    <a:pt x="11842" y="23315"/>
                  </a:cubicBezTo>
                  <a:cubicBezTo>
                    <a:pt x="11934" y="23152"/>
                    <a:pt x="11998" y="22982"/>
                    <a:pt x="12026" y="22797"/>
                  </a:cubicBezTo>
                  <a:cubicBezTo>
                    <a:pt x="14005" y="22273"/>
                    <a:pt x="15877" y="21216"/>
                    <a:pt x="17415" y="19734"/>
                  </a:cubicBezTo>
                  <a:cubicBezTo>
                    <a:pt x="18309" y="18869"/>
                    <a:pt x="19138" y="17834"/>
                    <a:pt x="19940" y="16557"/>
                  </a:cubicBezTo>
                  <a:cubicBezTo>
                    <a:pt x="20117" y="16281"/>
                    <a:pt x="20273" y="16026"/>
                    <a:pt x="20415" y="15785"/>
                  </a:cubicBezTo>
                  <a:cubicBezTo>
                    <a:pt x="20982" y="14813"/>
                    <a:pt x="21528" y="13742"/>
                    <a:pt x="21656" y="12487"/>
                  </a:cubicBezTo>
                  <a:cubicBezTo>
                    <a:pt x="21826" y="10892"/>
                    <a:pt x="21202" y="9389"/>
                    <a:pt x="20039" y="8566"/>
                  </a:cubicBezTo>
                  <a:cubicBezTo>
                    <a:pt x="19698" y="8325"/>
                    <a:pt x="19294" y="8148"/>
                    <a:pt x="18869" y="8056"/>
                  </a:cubicBezTo>
                  <a:cubicBezTo>
                    <a:pt x="18911" y="7864"/>
                    <a:pt x="18940" y="7673"/>
                    <a:pt x="18975" y="7474"/>
                  </a:cubicBezTo>
                  <a:lnTo>
                    <a:pt x="18975" y="7467"/>
                  </a:lnTo>
                  <a:cubicBezTo>
                    <a:pt x="19131" y="6425"/>
                    <a:pt x="19160" y="5368"/>
                    <a:pt x="19067" y="4326"/>
                  </a:cubicBezTo>
                  <a:cubicBezTo>
                    <a:pt x="18883" y="2312"/>
                    <a:pt x="17940" y="1511"/>
                    <a:pt x="17181" y="1199"/>
                  </a:cubicBezTo>
                  <a:cubicBezTo>
                    <a:pt x="16855" y="1064"/>
                    <a:pt x="16501" y="993"/>
                    <a:pt x="16132" y="993"/>
                  </a:cubicBezTo>
                  <a:cubicBezTo>
                    <a:pt x="15515" y="993"/>
                    <a:pt x="14877" y="1185"/>
                    <a:pt x="14182" y="1575"/>
                  </a:cubicBezTo>
                  <a:cubicBezTo>
                    <a:pt x="13643" y="1887"/>
                    <a:pt x="13140" y="2248"/>
                    <a:pt x="12679" y="2660"/>
                  </a:cubicBezTo>
                  <a:cubicBezTo>
                    <a:pt x="12374" y="2114"/>
                    <a:pt x="11991" y="1603"/>
                    <a:pt x="11544" y="1128"/>
                  </a:cubicBezTo>
                  <a:cubicBezTo>
                    <a:pt x="10828" y="383"/>
                    <a:pt x="10062" y="1"/>
                    <a:pt x="92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7"/>
            <p:cNvSpPr/>
            <p:nvPr/>
          </p:nvSpPr>
          <p:spPr>
            <a:xfrm rot="9967110" flipH="1">
              <a:off x="876058" y="20113"/>
              <a:ext cx="680810" cy="730593"/>
            </a:xfrm>
            <a:custGeom>
              <a:avLst/>
              <a:gdLst/>
              <a:ahLst/>
              <a:cxnLst/>
              <a:rect l="l" t="t" r="r" b="b"/>
              <a:pathLst>
                <a:path w="18954" h="20340" extrusionOk="0">
                  <a:moveTo>
                    <a:pt x="7860" y="0"/>
                  </a:moveTo>
                  <a:cubicBezTo>
                    <a:pt x="7819" y="0"/>
                    <a:pt x="7778" y="3"/>
                    <a:pt x="7736" y="8"/>
                  </a:cubicBezTo>
                  <a:cubicBezTo>
                    <a:pt x="7155" y="79"/>
                    <a:pt x="6765" y="625"/>
                    <a:pt x="6502" y="1149"/>
                  </a:cubicBezTo>
                  <a:cubicBezTo>
                    <a:pt x="5666" y="2851"/>
                    <a:pt x="5411" y="4837"/>
                    <a:pt x="5786" y="6687"/>
                  </a:cubicBezTo>
                  <a:cubicBezTo>
                    <a:pt x="5474" y="6099"/>
                    <a:pt x="4943" y="5588"/>
                    <a:pt x="4283" y="5340"/>
                  </a:cubicBezTo>
                  <a:cubicBezTo>
                    <a:pt x="4022" y="5243"/>
                    <a:pt x="3742" y="5191"/>
                    <a:pt x="3465" y="5191"/>
                  </a:cubicBezTo>
                  <a:cubicBezTo>
                    <a:pt x="3033" y="5191"/>
                    <a:pt x="2609" y="5316"/>
                    <a:pt x="2276" y="5588"/>
                  </a:cubicBezTo>
                  <a:cubicBezTo>
                    <a:pt x="1660" y="6085"/>
                    <a:pt x="1482" y="6942"/>
                    <a:pt x="1447" y="7730"/>
                  </a:cubicBezTo>
                  <a:cubicBezTo>
                    <a:pt x="1369" y="9531"/>
                    <a:pt x="1844" y="11346"/>
                    <a:pt x="2794" y="12877"/>
                  </a:cubicBezTo>
                  <a:cubicBezTo>
                    <a:pt x="2495" y="12682"/>
                    <a:pt x="2121" y="12578"/>
                    <a:pt x="1752" y="12578"/>
                  </a:cubicBezTo>
                  <a:cubicBezTo>
                    <a:pt x="1414" y="12578"/>
                    <a:pt x="1081" y="12666"/>
                    <a:pt x="816" y="12849"/>
                  </a:cubicBezTo>
                  <a:cubicBezTo>
                    <a:pt x="263" y="13232"/>
                    <a:pt x="0" y="13941"/>
                    <a:pt x="22" y="14615"/>
                  </a:cubicBezTo>
                  <a:cubicBezTo>
                    <a:pt x="50" y="15288"/>
                    <a:pt x="326" y="15926"/>
                    <a:pt x="681" y="16501"/>
                  </a:cubicBezTo>
                  <a:cubicBezTo>
                    <a:pt x="2113" y="18848"/>
                    <a:pt x="4850" y="20266"/>
                    <a:pt x="7602" y="20337"/>
                  </a:cubicBezTo>
                  <a:cubicBezTo>
                    <a:pt x="7671" y="20339"/>
                    <a:pt x="7741" y="20339"/>
                    <a:pt x="7811" y="20339"/>
                  </a:cubicBezTo>
                  <a:cubicBezTo>
                    <a:pt x="10483" y="20339"/>
                    <a:pt x="13105" y="19154"/>
                    <a:pt x="15033" y="17295"/>
                  </a:cubicBezTo>
                  <a:cubicBezTo>
                    <a:pt x="16132" y="16231"/>
                    <a:pt x="17018" y="14969"/>
                    <a:pt x="17791" y="13650"/>
                  </a:cubicBezTo>
                  <a:cubicBezTo>
                    <a:pt x="18287" y="12799"/>
                    <a:pt x="18748" y="11899"/>
                    <a:pt x="18847" y="10927"/>
                  </a:cubicBezTo>
                  <a:cubicBezTo>
                    <a:pt x="18954" y="9949"/>
                    <a:pt x="18628" y="8871"/>
                    <a:pt x="17826" y="8311"/>
                  </a:cubicBezTo>
                  <a:cubicBezTo>
                    <a:pt x="17513" y="8089"/>
                    <a:pt x="17123" y="7979"/>
                    <a:pt x="16738" y="7979"/>
                  </a:cubicBezTo>
                  <a:cubicBezTo>
                    <a:pt x="16138" y="7979"/>
                    <a:pt x="15547" y="8245"/>
                    <a:pt x="15267" y="8772"/>
                  </a:cubicBezTo>
                  <a:cubicBezTo>
                    <a:pt x="16082" y="7184"/>
                    <a:pt x="16444" y="5085"/>
                    <a:pt x="16259" y="3035"/>
                  </a:cubicBezTo>
                  <a:cubicBezTo>
                    <a:pt x="16188" y="2270"/>
                    <a:pt x="15947" y="1383"/>
                    <a:pt x="15238" y="1086"/>
                  </a:cubicBezTo>
                  <a:cubicBezTo>
                    <a:pt x="15077" y="1019"/>
                    <a:pt x="14909" y="990"/>
                    <a:pt x="14739" y="990"/>
                  </a:cubicBezTo>
                  <a:cubicBezTo>
                    <a:pt x="14310" y="990"/>
                    <a:pt x="13868" y="1172"/>
                    <a:pt x="13487" y="1390"/>
                  </a:cubicBezTo>
                  <a:cubicBezTo>
                    <a:pt x="12345" y="2043"/>
                    <a:pt x="11388" y="3007"/>
                    <a:pt x="10757" y="4156"/>
                  </a:cubicBezTo>
                  <a:cubicBezTo>
                    <a:pt x="10608" y="2809"/>
                    <a:pt x="10005" y="1617"/>
                    <a:pt x="9119" y="688"/>
                  </a:cubicBezTo>
                  <a:cubicBezTo>
                    <a:pt x="8779" y="335"/>
                    <a:pt x="8343" y="0"/>
                    <a:pt x="78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7"/>
            <p:cNvSpPr/>
            <p:nvPr/>
          </p:nvSpPr>
          <p:spPr>
            <a:xfrm rot="9967110" flipH="1">
              <a:off x="1140264" y="80727"/>
              <a:ext cx="255492" cy="262137"/>
            </a:xfrm>
            <a:custGeom>
              <a:avLst/>
              <a:gdLst/>
              <a:ahLst/>
              <a:cxnLst/>
              <a:rect l="l" t="t" r="r" b="b"/>
              <a:pathLst>
                <a:path w="7113" h="7298" fill="none" extrusionOk="0">
                  <a:moveTo>
                    <a:pt x="1" y="7297"/>
                  </a:moveTo>
                  <a:cubicBezTo>
                    <a:pt x="2766" y="5305"/>
                    <a:pt x="5191" y="2823"/>
                    <a:pt x="7113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7"/>
            <p:cNvSpPr/>
            <p:nvPr/>
          </p:nvSpPr>
          <p:spPr>
            <a:xfrm rot="9967110" flipH="1">
              <a:off x="1114681" y="4984"/>
              <a:ext cx="66019" cy="575890"/>
            </a:xfrm>
            <a:custGeom>
              <a:avLst/>
              <a:gdLst/>
              <a:ahLst/>
              <a:cxnLst/>
              <a:rect l="l" t="t" r="r" b="b"/>
              <a:pathLst>
                <a:path w="1838" h="16033" fill="none" extrusionOk="0">
                  <a:moveTo>
                    <a:pt x="490" y="0"/>
                  </a:moveTo>
                  <a:cubicBezTo>
                    <a:pt x="1" y="5368"/>
                    <a:pt x="455" y="10821"/>
                    <a:pt x="1837" y="16032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7"/>
            <p:cNvSpPr/>
            <p:nvPr/>
          </p:nvSpPr>
          <p:spPr>
            <a:xfrm rot="9967110" flipH="1">
              <a:off x="1167157" y="381167"/>
              <a:ext cx="155422" cy="145975"/>
            </a:xfrm>
            <a:custGeom>
              <a:avLst/>
              <a:gdLst/>
              <a:ahLst/>
              <a:cxnLst/>
              <a:rect l="l" t="t" r="r" b="b"/>
              <a:pathLst>
                <a:path w="4327" h="4064" fill="none" extrusionOk="0">
                  <a:moveTo>
                    <a:pt x="1" y="4064"/>
                  </a:moveTo>
                  <a:cubicBezTo>
                    <a:pt x="1745" y="3085"/>
                    <a:pt x="3248" y="1681"/>
                    <a:pt x="4326" y="1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7"/>
            <p:cNvSpPr/>
            <p:nvPr/>
          </p:nvSpPr>
          <p:spPr>
            <a:xfrm rot="9967110" flipH="1">
              <a:off x="978109" y="262593"/>
              <a:ext cx="173489" cy="207612"/>
            </a:xfrm>
            <a:custGeom>
              <a:avLst/>
              <a:gdLst/>
              <a:ahLst/>
              <a:cxnLst/>
              <a:rect l="l" t="t" r="r" b="b"/>
              <a:pathLst>
                <a:path w="4830" h="5780" fill="none" extrusionOk="0">
                  <a:moveTo>
                    <a:pt x="1" y="0"/>
                  </a:moveTo>
                  <a:cubicBezTo>
                    <a:pt x="852" y="2418"/>
                    <a:pt x="2603" y="4510"/>
                    <a:pt x="4830" y="5779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7"/>
            <p:cNvSpPr/>
            <p:nvPr/>
          </p:nvSpPr>
          <p:spPr>
            <a:xfrm rot="9967110" flipH="1">
              <a:off x="881800" y="107279"/>
              <a:ext cx="250140" cy="143173"/>
            </a:xfrm>
            <a:custGeom>
              <a:avLst/>
              <a:gdLst/>
              <a:ahLst/>
              <a:cxnLst/>
              <a:rect l="l" t="t" r="r" b="b"/>
              <a:pathLst>
                <a:path w="6964" h="3986" fill="none" extrusionOk="0">
                  <a:moveTo>
                    <a:pt x="0" y="1"/>
                  </a:moveTo>
                  <a:cubicBezTo>
                    <a:pt x="1950" y="1866"/>
                    <a:pt x="4368" y="3248"/>
                    <a:pt x="6963" y="3986"/>
                  </a:cubicBezTo>
                </a:path>
              </a:pathLst>
            </a:custGeom>
            <a:noFill/>
            <a:ln w="35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249BF-4AA8-4E5E-AABC-921F4935E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75" y="515634"/>
            <a:ext cx="2514773" cy="487500"/>
          </a:xfrm>
        </p:spPr>
        <p:txBody>
          <a:bodyPr/>
          <a:lstStyle/>
          <a:p>
            <a:r>
              <a:rPr lang="pt-BR" sz="4000" dirty="0"/>
              <a:t>Sumário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8E8125-E3D1-63BF-BF07-6825524D6A16}"/>
              </a:ext>
            </a:extLst>
          </p:cNvPr>
          <p:cNvSpPr txBox="1"/>
          <p:nvPr/>
        </p:nvSpPr>
        <p:spPr>
          <a:xfrm>
            <a:off x="155275" y="1303879"/>
            <a:ext cx="457522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2" action="ppaction://hlinksldjump"/>
              </a:rPr>
              <a:t>Estações do Ano;</a:t>
            </a:r>
            <a:r>
              <a:rPr lang="en-US" dirty="0">
                <a:hlinkClick r:id="rId2" action="ppaction://hlinksldjump"/>
              </a:rPr>
              <a:t> 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3" action="ppaction://hlinksldjump"/>
              </a:rPr>
              <a:t>Características das Estações do Ano;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4" action="ppaction://hlinksldjump"/>
              </a:rPr>
              <a:t>Verão;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5" action="ppaction://hlinksldjump"/>
              </a:rPr>
              <a:t>Outono;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6" action="ppaction://hlinksldjump"/>
              </a:rPr>
              <a:t>Inverno;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7" action="ppaction://hlinksldjump"/>
              </a:rPr>
              <a:t>Primavera;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8" action="ppaction://hlinksldjump"/>
              </a:rPr>
              <a:t>Estações do Ano no Hemisfério Norte;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9" action="ppaction://hlinksldjump"/>
              </a:rPr>
              <a:t>Estações do Ano no Hemisfério Sul;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10" action="ppaction://hlinksldjump"/>
              </a:rPr>
              <a:t>Ordem das Estações do Ano – Hemisfério Norte;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11" action="ppaction://hlinksldjump"/>
              </a:rPr>
              <a:t>Ordem das Estações do Ano – Hemisfério Sul</a:t>
            </a:r>
            <a:r>
              <a:rPr lang="pt-BR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12" action="ppaction://hlinksldjump"/>
              </a:rPr>
              <a:t>Porque existem as Estações?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13" action="ppaction://hlinksldjump"/>
              </a:rPr>
              <a:t>Solstício e Equinócio;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14" action="ppaction://hlinksldjump"/>
              </a:rPr>
              <a:t>Estações do Ano no Brasil;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15" action="ppaction://hlinksldjump"/>
              </a:rPr>
              <a:t>Vídeos;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hlinkClick r:id="rId16" action="ppaction://hlinksldjump"/>
              </a:rPr>
              <a:t>Referência;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5319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Estações do ano 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B2B203B-1C52-40C9-F69B-B56CD3B11F6F}"/>
              </a:ext>
            </a:extLst>
          </p:cNvPr>
          <p:cNvSpPr txBox="1"/>
          <p:nvPr/>
        </p:nvSpPr>
        <p:spPr>
          <a:xfrm>
            <a:off x="720000" y="1469136"/>
            <a:ext cx="7887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800" b="1" dirty="0"/>
              <a:t>Estações do ano</a:t>
            </a:r>
            <a:r>
              <a:rPr lang="pt-BR" sz="1800" dirty="0"/>
              <a:t> designam quatro períodos ao longo de um ano, cada um com características distintas, baseadas em padrões ou variações climáticas. As estações do ano são: </a:t>
            </a:r>
            <a:r>
              <a:rPr lang="pt-BR" sz="1800" b="1" dirty="0"/>
              <a:t>outono, inverno, primavera </a:t>
            </a:r>
            <a:r>
              <a:rPr lang="pt-BR" sz="1800" dirty="0"/>
              <a:t>e</a:t>
            </a:r>
            <a:r>
              <a:rPr lang="pt-BR" sz="1800" b="1" dirty="0"/>
              <a:t> verão</a:t>
            </a:r>
            <a:r>
              <a:rPr lang="pt-BR" sz="1800" dirty="0"/>
              <a:t>.</a:t>
            </a:r>
          </a:p>
        </p:txBody>
      </p:sp>
      <p:sp>
        <p:nvSpPr>
          <p:cNvPr id="6" name="Botão de ação: Retornar 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75CC5214-A416-23D1-3C1E-D702F4D2E577}"/>
              </a:ext>
            </a:extLst>
          </p:cNvPr>
          <p:cNvSpPr/>
          <p:nvPr/>
        </p:nvSpPr>
        <p:spPr>
          <a:xfrm>
            <a:off x="8290056" y="4546075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39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9681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CARACTERÍSTICAS DAS ESTAÇÕES DO ANO</a:t>
            </a:r>
            <a:endParaRPr sz="2800" dirty="0">
              <a:solidFill>
                <a:schemeClr val="dk1"/>
              </a:solidFill>
            </a:endParaRPr>
          </a:p>
        </p:txBody>
      </p:sp>
      <p:sp>
        <p:nvSpPr>
          <p:cNvPr id="1316" name="Google Shape;1316;p39"/>
          <p:cNvSpPr txBox="1">
            <a:spLocks noGrp="1"/>
          </p:cNvSpPr>
          <p:nvPr>
            <p:ph type="subTitle" idx="3"/>
          </p:nvPr>
        </p:nvSpPr>
        <p:spPr>
          <a:xfrm>
            <a:off x="316523" y="1652791"/>
            <a:ext cx="8107477" cy="1308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algn="just"/>
            <a:r>
              <a:rPr lang="pt-BR" sz="18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    As estações do ano possuem características bem definidas e específicas, diferenciando-se nos Hemisférios Sul e Norte de acordo com a inclinação do eixo da Terra e com os movimentos de </a:t>
            </a:r>
            <a:r>
              <a:rPr lang="pt-BR" sz="1800" dirty="0">
                <a:solidFill>
                  <a:schemeClr val="tx1">
                    <a:lumMod val="50000"/>
                  </a:schemeClr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rotação</a:t>
            </a:r>
            <a:r>
              <a:rPr lang="pt-BR" sz="18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 e </a:t>
            </a:r>
            <a:r>
              <a:rPr lang="pt-BR" sz="1800" dirty="0">
                <a:solidFill>
                  <a:schemeClr val="tx1">
                    <a:lumMod val="50000"/>
                  </a:schemeClr>
                </a:solidFill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translação</a:t>
            </a:r>
            <a:r>
              <a:rPr lang="pt-BR" sz="18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. Veja a seguir as principais características das estações do ano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" name="Botão de ação: Retornar 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134484D-9350-C6FD-93A9-45E887C9E366}"/>
              </a:ext>
            </a:extLst>
          </p:cNvPr>
          <p:cNvSpPr/>
          <p:nvPr/>
        </p:nvSpPr>
        <p:spPr>
          <a:xfrm>
            <a:off x="7888560" y="4546076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41"/>
          <p:cNvSpPr txBox="1">
            <a:spLocks noGrp="1"/>
          </p:cNvSpPr>
          <p:nvPr>
            <p:ph type="title"/>
          </p:nvPr>
        </p:nvSpPr>
        <p:spPr>
          <a:xfrm>
            <a:off x="935538" y="1617244"/>
            <a:ext cx="4566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Verão</a:t>
            </a:r>
            <a:endParaRPr dirty="0"/>
          </a:p>
        </p:txBody>
      </p:sp>
      <p:sp>
        <p:nvSpPr>
          <p:cNvPr id="1444" name="Google Shape;1444;p41"/>
          <p:cNvSpPr txBox="1">
            <a:spLocks noGrp="1"/>
          </p:cNvSpPr>
          <p:nvPr>
            <p:ph type="subTitle" idx="1"/>
          </p:nvPr>
        </p:nvSpPr>
        <p:spPr>
          <a:xfrm>
            <a:off x="553125" y="2571473"/>
            <a:ext cx="5331126" cy="12882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/>
            <a:r>
              <a:rPr lang="pt-BR" dirty="0"/>
              <a:t>Apresenta temperaturas elevadas e dias mais longos que as noites. Nesse período, há aumento dos índices pluviométricos. Essa estação do ano sucede a primavera e antecede o outono.</a:t>
            </a:r>
            <a:endParaRPr dirty="0"/>
          </a:p>
        </p:txBody>
      </p:sp>
      <p:grpSp>
        <p:nvGrpSpPr>
          <p:cNvPr id="1445" name="Google Shape;1445;p41"/>
          <p:cNvGrpSpPr/>
          <p:nvPr/>
        </p:nvGrpSpPr>
        <p:grpSpPr>
          <a:xfrm>
            <a:off x="7050543" y="3279054"/>
            <a:ext cx="2169656" cy="1940636"/>
            <a:chOff x="2800128" y="2504415"/>
            <a:chExt cx="972024" cy="869421"/>
          </a:xfrm>
        </p:grpSpPr>
        <p:sp>
          <p:nvSpPr>
            <p:cNvPr id="1446" name="Google Shape;1446;p41"/>
            <p:cNvSpPr/>
            <p:nvPr/>
          </p:nvSpPr>
          <p:spPr>
            <a:xfrm>
              <a:off x="2800128" y="2504415"/>
              <a:ext cx="972024" cy="869421"/>
            </a:xfrm>
            <a:custGeom>
              <a:avLst/>
              <a:gdLst/>
              <a:ahLst/>
              <a:cxnLst/>
              <a:rect l="l" t="t" r="r" b="b"/>
              <a:pathLst>
                <a:path w="30562" h="27336" extrusionOk="0">
                  <a:moveTo>
                    <a:pt x="29072" y="1"/>
                  </a:moveTo>
                  <a:cubicBezTo>
                    <a:pt x="24314" y="1"/>
                    <a:pt x="20117" y="582"/>
                    <a:pt x="16593" y="1731"/>
                  </a:cubicBezTo>
                  <a:cubicBezTo>
                    <a:pt x="13104" y="2872"/>
                    <a:pt x="10190" y="4603"/>
                    <a:pt x="7928" y="6872"/>
                  </a:cubicBezTo>
                  <a:cubicBezTo>
                    <a:pt x="5630" y="8120"/>
                    <a:pt x="4276" y="10112"/>
                    <a:pt x="3999" y="12665"/>
                  </a:cubicBezTo>
                  <a:cubicBezTo>
                    <a:pt x="3439" y="13941"/>
                    <a:pt x="2993" y="15317"/>
                    <a:pt x="2652" y="16777"/>
                  </a:cubicBezTo>
                  <a:cubicBezTo>
                    <a:pt x="2432" y="16884"/>
                    <a:pt x="2234" y="17018"/>
                    <a:pt x="2050" y="17174"/>
                  </a:cubicBezTo>
                  <a:cubicBezTo>
                    <a:pt x="1319" y="17820"/>
                    <a:pt x="936" y="18819"/>
                    <a:pt x="1000" y="19919"/>
                  </a:cubicBezTo>
                  <a:cubicBezTo>
                    <a:pt x="1021" y="20266"/>
                    <a:pt x="1085" y="20599"/>
                    <a:pt x="1170" y="20911"/>
                  </a:cubicBezTo>
                  <a:cubicBezTo>
                    <a:pt x="1121" y="20975"/>
                    <a:pt x="1064" y="21039"/>
                    <a:pt x="1021" y="21117"/>
                  </a:cubicBezTo>
                  <a:cubicBezTo>
                    <a:pt x="958" y="21209"/>
                    <a:pt x="901" y="21315"/>
                    <a:pt x="858" y="21422"/>
                  </a:cubicBezTo>
                  <a:cubicBezTo>
                    <a:pt x="291" y="21826"/>
                    <a:pt x="0" y="22542"/>
                    <a:pt x="170" y="23223"/>
                  </a:cubicBezTo>
                  <a:cubicBezTo>
                    <a:pt x="241" y="23506"/>
                    <a:pt x="575" y="24435"/>
                    <a:pt x="1901" y="24542"/>
                  </a:cubicBezTo>
                  <a:cubicBezTo>
                    <a:pt x="1908" y="25003"/>
                    <a:pt x="1922" y="25464"/>
                    <a:pt x="1943" y="25924"/>
                  </a:cubicBezTo>
                  <a:cubicBezTo>
                    <a:pt x="1979" y="26683"/>
                    <a:pt x="2603" y="27279"/>
                    <a:pt x="3361" y="27279"/>
                  </a:cubicBezTo>
                  <a:lnTo>
                    <a:pt x="9388" y="27279"/>
                  </a:lnTo>
                  <a:cubicBezTo>
                    <a:pt x="9523" y="27314"/>
                    <a:pt x="9658" y="27335"/>
                    <a:pt x="9800" y="27335"/>
                  </a:cubicBezTo>
                  <a:cubicBezTo>
                    <a:pt x="9942" y="27335"/>
                    <a:pt x="10083" y="27314"/>
                    <a:pt x="10211" y="27279"/>
                  </a:cubicBezTo>
                  <a:lnTo>
                    <a:pt x="27392" y="27279"/>
                  </a:lnTo>
                  <a:cubicBezTo>
                    <a:pt x="27527" y="27314"/>
                    <a:pt x="27668" y="27335"/>
                    <a:pt x="27810" y="27335"/>
                  </a:cubicBezTo>
                  <a:lnTo>
                    <a:pt x="27867" y="27335"/>
                  </a:lnTo>
                  <a:cubicBezTo>
                    <a:pt x="27995" y="27328"/>
                    <a:pt x="28115" y="27314"/>
                    <a:pt x="28229" y="27279"/>
                  </a:cubicBezTo>
                  <a:lnTo>
                    <a:pt x="29072" y="27279"/>
                  </a:lnTo>
                  <a:cubicBezTo>
                    <a:pt x="29859" y="27279"/>
                    <a:pt x="30491" y="26641"/>
                    <a:pt x="30491" y="25861"/>
                  </a:cubicBezTo>
                  <a:lnTo>
                    <a:pt x="30491" y="24052"/>
                  </a:lnTo>
                  <a:lnTo>
                    <a:pt x="30491" y="21925"/>
                  </a:lnTo>
                  <a:lnTo>
                    <a:pt x="30491" y="19217"/>
                  </a:lnTo>
                  <a:lnTo>
                    <a:pt x="30491" y="15919"/>
                  </a:lnTo>
                  <a:lnTo>
                    <a:pt x="30491" y="10020"/>
                  </a:lnTo>
                  <a:lnTo>
                    <a:pt x="30491" y="5177"/>
                  </a:lnTo>
                  <a:lnTo>
                    <a:pt x="30491" y="4447"/>
                  </a:lnTo>
                  <a:cubicBezTo>
                    <a:pt x="30512" y="4369"/>
                    <a:pt x="30533" y="4291"/>
                    <a:pt x="30540" y="4213"/>
                  </a:cubicBezTo>
                  <a:cubicBezTo>
                    <a:pt x="30561" y="4007"/>
                    <a:pt x="30547" y="3808"/>
                    <a:pt x="30491" y="3617"/>
                  </a:cubicBezTo>
                  <a:lnTo>
                    <a:pt x="30491" y="1419"/>
                  </a:lnTo>
                  <a:cubicBezTo>
                    <a:pt x="30491" y="632"/>
                    <a:pt x="29859" y="1"/>
                    <a:pt x="29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1"/>
            <p:cNvSpPr/>
            <p:nvPr/>
          </p:nvSpPr>
          <p:spPr>
            <a:xfrm>
              <a:off x="2883330" y="2549514"/>
              <a:ext cx="841465" cy="777410"/>
            </a:xfrm>
            <a:custGeom>
              <a:avLst/>
              <a:gdLst/>
              <a:ahLst/>
              <a:cxnLst/>
              <a:rect l="l" t="t" r="r" b="b"/>
              <a:pathLst>
                <a:path w="26457" h="24443" extrusionOk="0">
                  <a:moveTo>
                    <a:pt x="26456" y="1"/>
                  </a:moveTo>
                  <a:cubicBezTo>
                    <a:pt x="8417" y="1"/>
                    <a:pt x="1" y="8432"/>
                    <a:pt x="745" y="24443"/>
                  </a:cubicBezTo>
                  <a:lnTo>
                    <a:pt x="26456" y="24443"/>
                  </a:lnTo>
                  <a:lnTo>
                    <a:pt x="26456" y="1"/>
                  </a:lnTo>
                  <a:close/>
                </a:path>
              </a:pathLst>
            </a:custGeom>
            <a:solidFill>
              <a:srgbClr val="08867B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1"/>
            <p:cNvSpPr/>
            <p:nvPr/>
          </p:nvSpPr>
          <p:spPr>
            <a:xfrm>
              <a:off x="3060388" y="2668942"/>
              <a:ext cx="664406" cy="657982"/>
            </a:xfrm>
            <a:custGeom>
              <a:avLst/>
              <a:gdLst/>
              <a:ahLst/>
              <a:cxnLst/>
              <a:rect l="l" t="t" r="r" b="b"/>
              <a:pathLst>
                <a:path w="20890" h="20688" extrusionOk="0">
                  <a:moveTo>
                    <a:pt x="20504" y="1"/>
                  </a:moveTo>
                  <a:cubicBezTo>
                    <a:pt x="20439" y="1"/>
                    <a:pt x="20374" y="2"/>
                    <a:pt x="20308" y="4"/>
                  </a:cubicBezTo>
                  <a:cubicBezTo>
                    <a:pt x="9353" y="110"/>
                    <a:pt x="255" y="6818"/>
                    <a:pt x="0" y="20688"/>
                  </a:cubicBezTo>
                  <a:lnTo>
                    <a:pt x="20889" y="20688"/>
                  </a:lnTo>
                  <a:lnTo>
                    <a:pt x="20889" y="4"/>
                  </a:lnTo>
                  <a:cubicBezTo>
                    <a:pt x="20762" y="4"/>
                    <a:pt x="20634" y="1"/>
                    <a:pt x="20504" y="1"/>
                  </a:cubicBezTo>
                  <a:close/>
                </a:path>
              </a:pathLst>
            </a:custGeom>
            <a:solidFill>
              <a:srgbClr val="08867B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1"/>
            <p:cNvSpPr/>
            <p:nvPr/>
          </p:nvSpPr>
          <p:spPr>
            <a:xfrm>
              <a:off x="3271701" y="2823069"/>
              <a:ext cx="453094" cy="503855"/>
            </a:xfrm>
            <a:custGeom>
              <a:avLst/>
              <a:gdLst/>
              <a:ahLst/>
              <a:cxnLst/>
              <a:rect l="l" t="t" r="r" b="b"/>
              <a:pathLst>
                <a:path w="14246" h="15842" extrusionOk="0">
                  <a:moveTo>
                    <a:pt x="14245" y="1"/>
                  </a:moveTo>
                  <a:cubicBezTo>
                    <a:pt x="14146" y="8"/>
                    <a:pt x="14054" y="8"/>
                    <a:pt x="13955" y="8"/>
                  </a:cubicBezTo>
                  <a:cubicBezTo>
                    <a:pt x="5077" y="334"/>
                    <a:pt x="121" y="7985"/>
                    <a:pt x="0" y="15714"/>
                  </a:cubicBezTo>
                  <a:cubicBezTo>
                    <a:pt x="0" y="15756"/>
                    <a:pt x="0" y="15799"/>
                    <a:pt x="0" y="15842"/>
                  </a:cubicBezTo>
                  <a:lnTo>
                    <a:pt x="14245" y="15842"/>
                  </a:lnTo>
                  <a:lnTo>
                    <a:pt x="14245" y="1"/>
                  </a:lnTo>
                  <a:close/>
                </a:path>
              </a:pathLst>
            </a:custGeom>
            <a:solidFill>
              <a:srgbClr val="08867B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1"/>
            <p:cNvSpPr/>
            <p:nvPr/>
          </p:nvSpPr>
          <p:spPr>
            <a:xfrm>
              <a:off x="3526077" y="3115580"/>
              <a:ext cx="198718" cy="211344"/>
            </a:xfrm>
            <a:custGeom>
              <a:avLst/>
              <a:gdLst/>
              <a:ahLst/>
              <a:cxnLst/>
              <a:rect l="l" t="t" r="r" b="b"/>
              <a:pathLst>
                <a:path w="6248" h="6645" extrusionOk="0">
                  <a:moveTo>
                    <a:pt x="6247" y="1"/>
                  </a:moveTo>
                  <a:cubicBezTo>
                    <a:pt x="3127" y="171"/>
                    <a:pt x="135" y="2447"/>
                    <a:pt x="7" y="5999"/>
                  </a:cubicBezTo>
                  <a:cubicBezTo>
                    <a:pt x="0" y="6219"/>
                    <a:pt x="7" y="6432"/>
                    <a:pt x="15" y="6645"/>
                  </a:cubicBezTo>
                  <a:lnTo>
                    <a:pt x="6247" y="6645"/>
                  </a:lnTo>
                  <a:lnTo>
                    <a:pt x="6247" y="1"/>
                  </a:lnTo>
                  <a:close/>
                </a:path>
              </a:pathLst>
            </a:custGeom>
            <a:solidFill>
              <a:srgbClr val="08867B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1"/>
            <p:cNvSpPr/>
            <p:nvPr/>
          </p:nvSpPr>
          <p:spPr>
            <a:xfrm>
              <a:off x="2899137" y="2728068"/>
              <a:ext cx="497526" cy="309304"/>
            </a:xfrm>
            <a:custGeom>
              <a:avLst/>
              <a:gdLst/>
              <a:ahLst/>
              <a:cxnLst/>
              <a:rect l="l" t="t" r="r" b="b"/>
              <a:pathLst>
                <a:path w="15643" h="9725" extrusionOk="0">
                  <a:moveTo>
                    <a:pt x="9496" y="1"/>
                  </a:moveTo>
                  <a:cubicBezTo>
                    <a:pt x="8777" y="1"/>
                    <a:pt x="7982" y="121"/>
                    <a:pt x="7105" y="400"/>
                  </a:cubicBezTo>
                  <a:cubicBezTo>
                    <a:pt x="0" y="2669"/>
                    <a:pt x="2794" y="9724"/>
                    <a:pt x="2794" y="9724"/>
                  </a:cubicBezTo>
                  <a:cubicBezTo>
                    <a:pt x="2794" y="9724"/>
                    <a:pt x="2985" y="9199"/>
                    <a:pt x="3822" y="8987"/>
                  </a:cubicBezTo>
                  <a:cubicBezTo>
                    <a:pt x="3949" y="8954"/>
                    <a:pt x="4073" y="8941"/>
                    <a:pt x="4192" y="8941"/>
                  </a:cubicBezTo>
                  <a:cubicBezTo>
                    <a:pt x="4857" y="8941"/>
                    <a:pt x="5368" y="9370"/>
                    <a:pt x="5368" y="9370"/>
                  </a:cubicBezTo>
                  <a:cubicBezTo>
                    <a:pt x="5077" y="8122"/>
                    <a:pt x="5318" y="6739"/>
                    <a:pt x="6091" y="5725"/>
                  </a:cubicBezTo>
                  <a:cubicBezTo>
                    <a:pt x="6777" y="4810"/>
                    <a:pt x="7906" y="4226"/>
                    <a:pt x="9047" y="4226"/>
                  </a:cubicBezTo>
                  <a:cubicBezTo>
                    <a:pt x="9180" y="4226"/>
                    <a:pt x="9313" y="4234"/>
                    <a:pt x="9445" y="4250"/>
                  </a:cubicBezTo>
                  <a:cubicBezTo>
                    <a:pt x="10714" y="4406"/>
                    <a:pt x="11863" y="5377"/>
                    <a:pt x="12154" y="6625"/>
                  </a:cubicBezTo>
                  <a:cubicBezTo>
                    <a:pt x="12154" y="6625"/>
                    <a:pt x="12721" y="5817"/>
                    <a:pt x="13969" y="5321"/>
                  </a:cubicBezTo>
                  <a:cubicBezTo>
                    <a:pt x="14645" y="5048"/>
                    <a:pt x="15080" y="4985"/>
                    <a:pt x="15336" y="4985"/>
                  </a:cubicBezTo>
                  <a:cubicBezTo>
                    <a:pt x="15553" y="4985"/>
                    <a:pt x="15642" y="5030"/>
                    <a:pt x="15642" y="5030"/>
                  </a:cubicBezTo>
                  <a:cubicBezTo>
                    <a:pt x="15642" y="5030"/>
                    <a:pt x="14143" y="1"/>
                    <a:pt x="94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1"/>
            <p:cNvSpPr/>
            <p:nvPr/>
          </p:nvSpPr>
          <p:spPr>
            <a:xfrm>
              <a:off x="2975787" y="2754021"/>
              <a:ext cx="402588" cy="272060"/>
            </a:xfrm>
            <a:custGeom>
              <a:avLst/>
              <a:gdLst/>
              <a:ahLst/>
              <a:cxnLst/>
              <a:rect l="l" t="t" r="r" b="b"/>
              <a:pathLst>
                <a:path w="12658" h="8554" extrusionOk="0">
                  <a:moveTo>
                    <a:pt x="6754" y="1"/>
                  </a:moveTo>
                  <a:cubicBezTo>
                    <a:pt x="4895" y="1"/>
                    <a:pt x="3036" y="831"/>
                    <a:pt x="1837" y="2257"/>
                  </a:cubicBezTo>
                  <a:cubicBezTo>
                    <a:pt x="426" y="3952"/>
                    <a:pt x="1" y="6405"/>
                    <a:pt x="738" y="8483"/>
                  </a:cubicBezTo>
                  <a:cubicBezTo>
                    <a:pt x="894" y="8362"/>
                    <a:pt x="1114" y="8242"/>
                    <a:pt x="1412" y="8171"/>
                  </a:cubicBezTo>
                  <a:cubicBezTo>
                    <a:pt x="1539" y="8138"/>
                    <a:pt x="1663" y="8125"/>
                    <a:pt x="1782" y="8125"/>
                  </a:cubicBezTo>
                  <a:cubicBezTo>
                    <a:pt x="2447" y="8125"/>
                    <a:pt x="2958" y="8554"/>
                    <a:pt x="2958" y="8554"/>
                  </a:cubicBezTo>
                  <a:cubicBezTo>
                    <a:pt x="2667" y="7306"/>
                    <a:pt x="2908" y="5923"/>
                    <a:pt x="3681" y="4909"/>
                  </a:cubicBezTo>
                  <a:cubicBezTo>
                    <a:pt x="4367" y="3994"/>
                    <a:pt x="5496" y="3410"/>
                    <a:pt x="6637" y="3410"/>
                  </a:cubicBezTo>
                  <a:cubicBezTo>
                    <a:pt x="6770" y="3410"/>
                    <a:pt x="6903" y="3418"/>
                    <a:pt x="7035" y="3434"/>
                  </a:cubicBezTo>
                  <a:cubicBezTo>
                    <a:pt x="8304" y="3590"/>
                    <a:pt x="9453" y="4561"/>
                    <a:pt x="9744" y="5809"/>
                  </a:cubicBezTo>
                  <a:cubicBezTo>
                    <a:pt x="9744" y="5809"/>
                    <a:pt x="10311" y="5001"/>
                    <a:pt x="11559" y="4505"/>
                  </a:cubicBezTo>
                  <a:cubicBezTo>
                    <a:pt x="12041" y="4306"/>
                    <a:pt x="12396" y="4221"/>
                    <a:pt x="12658" y="4186"/>
                  </a:cubicBezTo>
                  <a:cubicBezTo>
                    <a:pt x="11928" y="2207"/>
                    <a:pt x="10162" y="619"/>
                    <a:pt x="8099" y="151"/>
                  </a:cubicBezTo>
                  <a:cubicBezTo>
                    <a:pt x="7657" y="50"/>
                    <a:pt x="7205" y="1"/>
                    <a:pt x="67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1"/>
            <p:cNvSpPr/>
            <p:nvPr/>
          </p:nvSpPr>
          <p:spPr>
            <a:xfrm>
              <a:off x="2997224" y="2786207"/>
              <a:ext cx="362672" cy="239873"/>
            </a:xfrm>
            <a:custGeom>
              <a:avLst/>
              <a:gdLst/>
              <a:ahLst/>
              <a:cxnLst/>
              <a:rect l="l" t="t" r="r" b="b"/>
              <a:pathLst>
                <a:path w="11403" h="7542" extrusionOk="0">
                  <a:moveTo>
                    <a:pt x="6180" y="0"/>
                  </a:moveTo>
                  <a:cubicBezTo>
                    <a:pt x="4535" y="0"/>
                    <a:pt x="2888" y="707"/>
                    <a:pt x="1780" y="1933"/>
                  </a:cubicBezTo>
                  <a:cubicBezTo>
                    <a:pt x="511" y="3344"/>
                    <a:pt x="1" y="5407"/>
                    <a:pt x="454" y="7251"/>
                  </a:cubicBezTo>
                  <a:cubicBezTo>
                    <a:pt x="540" y="7215"/>
                    <a:pt x="632" y="7187"/>
                    <a:pt x="738" y="7159"/>
                  </a:cubicBezTo>
                  <a:cubicBezTo>
                    <a:pt x="865" y="7126"/>
                    <a:pt x="989" y="7113"/>
                    <a:pt x="1108" y="7113"/>
                  </a:cubicBezTo>
                  <a:cubicBezTo>
                    <a:pt x="1773" y="7113"/>
                    <a:pt x="2284" y="7542"/>
                    <a:pt x="2284" y="7542"/>
                  </a:cubicBezTo>
                  <a:cubicBezTo>
                    <a:pt x="1993" y="6294"/>
                    <a:pt x="2234" y="4911"/>
                    <a:pt x="3007" y="3897"/>
                  </a:cubicBezTo>
                  <a:cubicBezTo>
                    <a:pt x="3693" y="2982"/>
                    <a:pt x="4822" y="2398"/>
                    <a:pt x="5963" y="2398"/>
                  </a:cubicBezTo>
                  <a:cubicBezTo>
                    <a:pt x="6096" y="2398"/>
                    <a:pt x="6229" y="2406"/>
                    <a:pt x="6361" y="2422"/>
                  </a:cubicBezTo>
                  <a:cubicBezTo>
                    <a:pt x="7630" y="2578"/>
                    <a:pt x="8779" y="3549"/>
                    <a:pt x="9070" y="4797"/>
                  </a:cubicBezTo>
                  <a:cubicBezTo>
                    <a:pt x="9070" y="4797"/>
                    <a:pt x="9637" y="3989"/>
                    <a:pt x="10885" y="3493"/>
                  </a:cubicBezTo>
                  <a:cubicBezTo>
                    <a:pt x="11076" y="3415"/>
                    <a:pt x="11247" y="3358"/>
                    <a:pt x="11403" y="3308"/>
                  </a:cubicBezTo>
                  <a:cubicBezTo>
                    <a:pt x="10594" y="1656"/>
                    <a:pt x="8985" y="422"/>
                    <a:pt x="7176" y="89"/>
                  </a:cubicBezTo>
                  <a:cubicBezTo>
                    <a:pt x="6847" y="29"/>
                    <a:pt x="6514" y="0"/>
                    <a:pt x="6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1"/>
            <p:cNvSpPr/>
            <p:nvPr/>
          </p:nvSpPr>
          <p:spPr>
            <a:xfrm>
              <a:off x="3023622" y="2807135"/>
              <a:ext cx="305614" cy="218946"/>
            </a:xfrm>
            <a:custGeom>
              <a:avLst/>
              <a:gdLst/>
              <a:ahLst/>
              <a:cxnLst/>
              <a:rect l="l" t="t" r="r" b="b"/>
              <a:pathLst>
                <a:path w="9609" h="6884" extrusionOk="0">
                  <a:moveTo>
                    <a:pt x="5379" y="1"/>
                  </a:moveTo>
                  <a:cubicBezTo>
                    <a:pt x="3906" y="1"/>
                    <a:pt x="2433" y="704"/>
                    <a:pt x="1482" y="1842"/>
                  </a:cubicBezTo>
                  <a:cubicBezTo>
                    <a:pt x="426" y="3104"/>
                    <a:pt x="0" y="4827"/>
                    <a:pt x="227" y="6451"/>
                  </a:cubicBezTo>
                  <a:cubicBezTo>
                    <a:pt x="243" y="6451"/>
                    <a:pt x="259" y="6450"/>
                    <a:pt x="275" y="6450"/>
                  </a:cubicBezTo>
                  <a:cubicBezTo>
                    <a:pt x="946" y="6450"/>
                    <a:pt x="1454" y="6884"/>
                    <a:pt x="1454" y="6884"/>
                  </a:cubicBezTo>
                  <a:cubicBezTo>
                    <a:pt x="1163" y="5636"/>
                    <a:pt x="1404" y="4253"/>
                    <a:pt x="2177" y="3239"/>
                  </a:cubicBezTo>
                  <a:cubicBezTo>
                    <a:pt x="2863" y="2324"/>
                    <a:pt x="3992" y="1740"/>
                    <a:pt x="5133" y="1740"/>
                  </a:cubicBezTo>
                  <a:cubicBezTo>
                    <a:pt x="5266" y="1740"/>
                    <a:pt x="5399" y="1748"/>
                    <a:pt x="5531" y="1764"/>
                  </a:cubicBezTo>
                  <a:cubicBezTo>
                    <a:pt x="6800" y="1920"/>
                    <a:pt x="7949" y="2891"/>
                    <a:pt x="8240" y="4139"/>
                  </a:cubicBezTo>
                  <a:cubicBezTo>
                    <a:pt x="8240" y="4139"/>
                    <a:pt x="8672" y="3523"/>
                    <a:pt x="9608" y="3033"/>
                  </a:cubicBezTo>
                  <a:cubicBezTo>
                    <a:pt x="9119" y="1530"/>
                    <a:pt x="7729" y="353"/>
                    <a:pt x="6162" y="69"/>
                  </a:cubicBezTo>
                  <a:cubicBezTo>
                    <a:pt x="5903" y="23"/>
                    <a:pt x="5641" y="1"/>
                    <a:pt x="53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1"/>
            <p:cNvSpPr/>
            <p:nvPr/>
          </p:nvSpPr>
          <p:spPr>
            <a:xfrm>
              <a:off x="3042323" y="2837286"/>
              <a:ext cx="264363" cy="188794"/>
            </a:xfrm>
            <a:custGeom>
              <a:avLst/>
              <a:gdLst/>
              <a:ahLst/>
              <a:cxnLst/>
              <a:rect l="l" t="t" r="r" b="b"/>
              <a:pathLst>
                <a:path w="8312" h="5936" extrusionOk="0">
                  <a:moveTo>
                    <a:pt x="4650" y="0"/>
                  </a:moveTo>
                  <a:cubicBezTo>
                    <a:pt x="3391" y="0"/>
                    <a:pt x="2135" y="589"/>
                    <a:pt x="1313" y="1553"/>
                  </a:cubicBezTo>
                  <a:cubicBezTo>
                    <a:pt x="377" y="2645"/>
                    <a:pt x="1" y="4170"/>
                    <a:pt x="228" y="5595"/>
                  </a:cubicBezTo>
                  <a:cubicBezTo>
                    <a:pt x="611" y="5723"/>
                    <a:pt x="866" y="5936"/>
                    <a:pt x="866" y="5936"/>
                  </a:cubicBezTo>
                  <a:cubicBezTo>
                    <a:pt x="575" y="4688"/>
                    <a:pt x="816" y="3305"/>
                    <a:pt x="1589" y="2291"/>
                  </a:cubicBezTo>
                  <a:cubicBezTo>
                    <a:pt x="2275" y="1376"/>
                    <a:pt x="3404" y="792"/>
                    <a:pt x="4545" y="792"/>
                  </a:cubicBezTo>
                  <a:cubicBezTo>
                    <a:pt x="4678" y="792"/>
                    <a:pt x="4811" y="800"/>
                    <a:pt x="4943" y="816"/>
                  </a:cubicBezTo>
                  <a:cubicBezTo>
                    <a:pt x="6212" y="972"/>
                    <a:pt x="7361" y="1943"/>
                    <a:pt x="7652" y="3191"/>
                  </a:cubicBezTo>
                  <a:cubicBezTo>
                    <a:pt x="7652" y="3191"/>
                    <a:pt x="7864" y="2887"/>
                    <a:pt x="8311" y="2539"/>
                  </a:cubicBezTo>
                  <a:cubicBezTo>
                    <a:pt x="7857" y="1298"/>
                    <a:pt x="6709" y="320"/>
                    <a:pt x="5397" y="71"/>
                  </a:cubicBezTo>
                  <a:cubicBezTo>
                    <a:pt x="5150" y="23"/>
                    <a:pt x="4900" y="0"/>
                    <a:pt x="46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1"/>
            <p:cNvSpPr/>
            <p:nvPr/>
          </p:nvSpPr>
          <p:spPr>
            <a:xfrm>
              <a:off x="2848154" y="2977260"/>
              <a:ext cx="395813" cy="267194"/>
            </a:xfrm>
            <a:custGeom>
              <a:avLst/>
              <a:gdLst/>
              <a:ahLst/>
              <a:cxnLst/>
              <a:rect l="l" t="t" r="r" b="b"/>
              <a:pathLst>
                <a:path w="12445" h="8401" extrusionOk="0">
                  <a:moveTo>
                    <a:pt x="5413" y="1"/>
                  </a:moveTo>
                  <a:cubicBezTo>
                    <a:pt x="5026" y="1"/>
                    <a:pt x="4637" y="112"/>
                    <a:pt x="4312" y="322"/>
                  </a:cubicBezTo>
                  <a:cubicBezTo>
                    <a:pt x="3830" y="634"/>
                    <a:pt x="3503" y="1145"/>
                    <a:pt x="3326" y="1691"/>
                  </a:cubicBezTo>
                  <a:cubicBezTo>
                    <a:pt x="3149" y="2237"/>
                    <a:pt x="3113" y="2818"/>
                    <a:pt x="3128" y="3392"/>
                  </a:cubicBezTo>
                  <a:cubicBezTo>
                    <a:pt x="2896" y="3168"/>
                    <a:pt x="2602" y="3066"/>
                    <a:pt x="2311" y="3066"/>
                  </a:cubicBezTo>
                  <a:cubicBezTo>
                    <a:pt x="2004" y="3066"/>
                    <a:pt x="1701" y="3178"/>
                    <a:pt x="1475" y="3378"/>
                  </a:cubicBezTo>
                  <a:cubicBezTo>
                    <a:pt x="1036" y="3761"/>
                    <a:pt x="873" y="4385"/>
                    <a:pt x="908" y="4966"/>
                  </a:cubicBezTo>
                  <a:cubicBezTo>
                    <a:pt x="944" y="5548"/>
                    <a:pt x="1149" y="6101"/>
                    <a:pt x="1362" y="6647"/>
                  </a:cubicBezTo>
                  <a:cubicBezTo>
                    <a:pt x="1071" y="6718"/>
                    <a:pt x="823" y="6824"/>
                    <a:pt x="703" y="7016"/>
                  </a:cubicBezTo>
                  <a:cubicBezTo>
                    <a:pt x="582" y="7207"/>
                    <a:pt x="582" y="7469"/>
                    <a:pt x="710" y="7661"/>
                  </a:cubicBezTo>
                  <a:cubicBezTo>
                    <a:pt x="626" y="7645"/>
                    <a:pt x="539" y="7631"/>
                    <a:pt x="454" y="7631"/>
                  </a:cubicBezTo>
                  <a:cubicBezTo>
                    <a:pt x="389" y="7631"/>
                    <a:pt x="325" y="7639"/>
                    <a:pt x="263" y="7661"/>
                  </a:cubicBezTo>
                  <a:cubicBezTo>
                    <a:pt x="121" y="7711"/>
                    <a:pt x="1" y="7867"/>
                    <a:pt x="36" y="8008"/>
                  </a:cubicBezTo>
                  <a:cubicBezTo>
                    <a:pt x="79" y="8193"/>
                    <a:pt x="313" y="8249"/>
                    <a:pt x="504" y="8264"/>
                  </a:cubicBezTo>
                  <a:cubicBezTo>
                    <a:pt x="792" y="8286"/>
                    <a:pt x="1081" y="8294"/>
                    <a:pt x="1370" y="8294"/>
                  </a:cubicBezTo>
                  <a:cubicBezTo>
                    <a:pt x="2516" y="8294"/>
                    <a:pt x="3665" y="8156"/>
                    <a:pt x="4814" y="8156"/>
                  </a:cubicBezTo>
                  <a:cubicBezTo>
                    <a:pt x="5063" y="8156"/>
                    <a:pt x="5311" y="8163"/>
                    <a:pt x="5560" y="8179"/>
                  </a:cubicBezTo>
                  <a:cubicBezTo>
                    <a:pt x="6650" y="8248"/>
                    <a:pt x="7716" y="8400"/>
                    <a:pt x="8762" y="8400"/>
                  </a:cubicBezTo>
                  <a:cubicBezTo>
                    <a:pt x="9329" y="8400"/>
                    <a:pt x="9890" y="8355"/>
                    <a:pt x="10445" y="8228"/>
                  </a:cubicBezTo>
                  <a:cubicBezTo>
                    <a:pt x="10892" y="8122"/>
                    <a:pt x="11339" y="7987"/>
                    <a:pt x="11707" y="7732"/>
                  </a:cubicBezTo>
                  <a:cubicBezTo>
                    <a:pt x="12083" y="7469"/>
                    <a:pt x="12381" y="7065"/>
                    <a:pt x="12409" y="6604"/>
                  </a:cubicBezTo>
                  <a:cubicBezTo>
                    <a:pt x="12445" y="6030"/>
                    <a:pt x="12027" y="5477"/>
                    <a:pt x="11488" y="5257"/>
                  </a:cubicBezTo>
                  <a:cubicBezTo>
                    <a:pt x="11274" y="5173"/>
                    <a:pt x="11047" y="5134"/>
                    <a:pt x="10818" y="5134"/>
                  </a:cubicBezTo>
                  <a:cubicBezTo>
                    <a:pt x="10469" y="5134"/>
                    <a:pt x="10117" y="5224"/>
                    <a:pt x="9800" y="5378"/>
                  </a:cubicBezTo>
                  <a:cubicBezTo>
                    <a:pt x="10318" y="4619"/>
                    <a:pt x="10644" y="3804"/>
                    <a:pt x="10601" y="2974"/>
                  </a:cubicBezTo>
                  <a:cubicBezTo>
                    <a:pt x="10559" y="2151"/>
                    <a:pt x="10084" y="1315"/>
                    <a:pt x="9325" y="996"/>
                  </a:cubicBezTo>
                  <a:cubicBezTo>
                    <a:pt x="9058" y="882"/>
                    <a:pt x="8775" y="836"/>
                    <a:pt x="8489" y="836"/>
                  </a:cubicBezTo>
                  <a:cubicBezTo>
                    <a:pt x="8076" y="836"/>
                    <a:pt x="7655" y="933"/>
                    <a:pt x="7262" y="1067"/>
                  </a:cubicBezTo>
                  <a:cubicBezTo>
                    <a:pt x="6900" y="556"/>
                    <a:pt x="6425" y="194"/>
                    <a:pt x="5893" y="60"/>
                  </a:cubicBezTo>
                  <a:cubicBezTo>
                    <a:pt x="5736" y="20"/>
                    <a:pt x="5575" y="1"/>
                    <a:pt x="54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1"/>
            <p:cNvSpPr/>
            <p:nvPr/>
          </p:nvSpPr>
          <p:spPr>
            <a:xfrm>
              <a:off x="3052946" y="2631126"/>
              <a:ext cx="671849" cy="695798"/>
            </a:xfrm>
            <a:custGeom>
              <a:avLst/>
              <a:gdLst/>
              <a:ahLst/>
              <a:cxnLst/>
              <a:rect l="l" t="t" r="r" b="b"/>
              <a:pathLst>
                <a:path w="21124" h="21877" extrusionOk="0">
                  <a:moveTo>
                    <a:pt x="20415" y="1"/>
                  </a:moveTo>
                  <a:cubicBezTo>
                    <a:pt x="17904" y="1"/>
                    <a:pt x="15459" y="1599"/>
                    <a:pt x="14458" y="3902"/>
                  </a:cubicBezTo>
                  <a:cubicBezTo>
                    <a:pt x="14252" y="3850"/>
                    <a:pt x="14039" y="3824"/>
                    <a:pt x="13827" y="3824"/>
                  </a:cubicBezTo>
                  <a:cubicBezTo>
                    <a:pt x="13229" y="3824"/>
                    <a:pt x="12636" y="4028"/>
                    <a:pt x="12217" y="4426"/>
                  </a:cubicBezTo>
                  <a:cubicBezTo>
                    <a:pt x="11643" y="4965"/>
                    <a:pt x="11416" y="5830"/>
                    <a:pt x="11636" y="6589"/>
                  </a:cubicBezTo>
                  <a:cubicBezTo>
                    <a:pt x="11526" y="6532"/>
                    <a:pt x="11407" y="6506"/>
                    <a:pt x="11288" y="6506"/>
                  </a:cubicBezTo>
                  <a:cubicBezTo>
                    <a:pt x="11024" y="6506"/>
                    <a:pt x="10756" y="6632"/>
                    <a:pt x="10565" y="6823"/>
                  </a:cubicBezTo>
                  <a:cubicBezTo>
                    <a:pt x="10289" y="7092"/>
                    <a:pt x="10168" y="7319"/>
                    <a:pt x="10033" y="7681"/>
                  </a:cubicBezTo>
                  <a:cubicBezTo>
                    <a:pt x="10012" y="7411"/>
                    <a:pt x="9991" y="7341"/>
                    <a:pt x="9906" y="7149"/>
                  </a:cubicBezTo>
                  <a:cubicBezTo>
                    <a:pt x="9830" y="6986"/>
                    <a:pt x="9660" y="6844"/>
                    <a:pt x="9479" y="6844"/>
                  </a:cubicBezTo>
                  <a:cubicBezTo>
                    <a:pt x="9456" y="6844"/>
                    <a:pt x="9433" y="6847"/>
                    <a:pt x="9409" y="6851"/>
                  </a:cubicBezTo>
                  <a:cubicBezTo>
                    <a:pt x="9168" y="6908"/>
                    <a:pt x="9062" y="7192"/>
                    <a:pt x="9062" y="7433"/>
                  </a:cubicBezTo>
                  <a:cubicBezTo>
                    <a:pt x="9062" y="7674"/>
                    <a:pt x="9140" y="7922"/>
                    <a:pt x="9105" y="8163"/>
                  </a:cubicBezTo>
                  <a:cubicBezTo>
                    <a:pt x="8752" y="8053"/>
                    <a:pt x="8390" y="8000"/>
                    <a:pt x="8032" y="8000"/>
                  </a:cubicBezTo>
                  <a:cubicBezTo>
                    <a:pt x="7028" y="8000"/>
                    <a:pt x="6051" y="8413"/>
                    <a:pt x="5382" y="9135"/>
                  </a:cubicBezTo>
                  <a:cubicBezTo>
                    <a:pt x="4474" y="10113"/>
                    <a:pt x="4169" y="11616"/>
                    <a:pt x="4630" y="12871"/>
                  </a:cubicBezTo>
                  <a:cubicBezTo>
                    <a:pt x="2851" y="13190"/>
                    <a:pt x="1390" y="14339"/>
                    <a:pt x="695" y="15857"/>
                  </a:cubicBezTo>
                  <a:cubicBezTo>
                    <a:pt x="0" y="17374"/>
                    <a:pt x="78" y="19225"/>
                    <a:pt x="908" y="20678"/>
                  </a:cubicBezTo>
                  <a:cubicBezTo>
                    <a:pt x="1163" y="21125"/>
                    <a:pt x="1482" y="21522"/>
                    <a:pt x="1851" y="21877"/>
                  </a:cubicBezTo>
                  <a:lnTo>
                    <a:pt x="21123" y="21877"/>
                  </a:lnTo>
                  <a:lnTo>
                    <a:pt x="21123" y="51"/>
                  </a:lnTo>
                  <a:cubicBezTo>
                    <a:pt x="20925" y="23"/>
                    <a:pt x="20719" y="9"/>
                    <a:pt x="20514" y="2"/>
                  </a:cubicBezTo>
                  <a:cubicBezTo>
                    <a:pt x="20481" y="1"/>
                    <a:pt x="20448" y="1"/>
                    <a:pt x="204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1"/>
            <p:cNvSpPr/>
            <p:nvPr/>
          </p:nvSpPr>
          <p:spPr>
            <a:xfrm>
              <a:off x="3185541" y="2902677"/>
              <a:ext cx="61829" cy="137843"/>
            </a:xfrm>
            <a:custGeom>
              <a:avLst/>
              <a:gdLst/>
              <a:ahLst/>
              <a:cxnLst/>
              <a:rect l="l" t="t" r="r" b="b"/>
              <a:pathLst>
                <a:path w="1944" h="4334" fill="none" extrusionOk="0">
                  <a:moveTo>
                    <a:pt x="1943" y="1"/>
                  </a:moveTo>
                  <a:cubicBezTo>
                    <a:pt x="1674" y="164"/>
                    <a:pt x="1433" y="363"/>
                    <a:pt x="1213" y="597"/>
                  </a:cubicBezTo>
                  <a:cubicBezTo>
                    <a:pt x="305" y="1575"/>
                    <a:pt x="0" y="3078"/>
                    <a:pt x="461" y="433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1"/>
            <p:cNvSpPr/>
            <p:nvPr/>
          </p:nvSpPr>
          <p:spPr>
            <a:xfrm>
              <a:off x="3392337" y="2758123"/>
              <a:ext cx="71307" cy="86859"/>
            </a:xfrm>
            <a:custGeom>
              <a:avLst/>
              <a:gdLst/>
              <a:ahLst/>
              <a:cxnLst/>
              <a:rect l="l" t="t" r="r" b="b"/>
              <a:pathLst>
                <a:path w="2242" h="2731" fill="none" extrusionOk="0">
                  <a:moveTo>
                    <a:pt x="2241" y="1"/>
                  </a:moveTo>
                  <a:cubicBezTo>
                    <a:pt x="1986" y="100"/>
                    <a:pt x="1745" y="242"/>
                    <a:pt x="1546" y="433"/>
                  </a:cubicBezTo>
                  <a:cubicBezTo>
                    <a:pt x="972" y="972"/>
                    <a:pt x="745" y="1837"/>
                    <a:pt x="965" y="2596"/>
                  </a:cubicBezTo>
                  <a:cubicBezTo>
                    <a:pt x="653" y="2433"/>
                    <a:pt x="277" y="2525"/>
                    <a:pt x="1" y="273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1"/>
            <p:cNvSpPr/>
            <p:nvPr/>
          </p:nvSpPr>
          <p:spPr>
            <a:xfrm>
              <a:off x="3568028" y="2630490"/>
              <a:ext cx="156767" cy="51206"/>
            </a:xfrm>
            <a:custGeom>
              <a:avLst/>
              <a:gdLst/>
              <a:ahLst/>
              <a:cxnLst/>
              <a:rect l="l" t="t" r="r" b="b"/>
              <a:pathLst>
                <a:path w="4929" h="1610" fill="none" extrusionOk="0">
                  <a:moveTo>
                    <a:pt x="4928" y="71"/>
                  </a:moveTo>
                  <a:cubicBezTo>
                    <a:pt x="4730" y="43"/>
                    <a:pt x="4524" y="29"/>
                    <a:pt x="4319" y="22"/>
                  </a:cubicBezTo>
                  <a:cubicBezTo>
                    <a:pt x="2751" y="0"/>
                    <a:pt x="1199" y="596"/>
                    <a:pt x="0" y="161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1"/>
            <p:cNvSpPr/>
            <p:nvPr/>
          </p:nvSpPr>
          <p:spPr>
            <a:xfrm>
              <a:off x="3052946" y="3094398"/>
              <a:ext cx="58871" cy="232526"/>
            </a:xfrm>
            <a:custGeom>
              <a:avLst/>
              <a:gdLst/>
              <a:ahLst/>
              <a:cxnLst/>
              <a:rect l="l" t="t" r="r" b="b"/>
              <a:pathLst>
                <a:path w="1851" h="7311" fill="none" extrusionOk="0">
                  <a:moveTo>
                    <a:pt x="1553" y="0"/>
                  </a:moveTo>
                  <a:cubicBezTo>
                    <a:pt x="1198" y="383"/>
                    <a:pt x="915" y="823"/>
                    <a:pt x="695" y="1291"/>
                  </a:cubicBezTo>
                  <a:cubicBezTo>
                    <a:pt x="0" y="2808"/>
                    <a:pt x="78" y="4659"/>
                    <a:pt x="908" y="6112"/>
                  </a:cubicBezTo>
                  <a:cubicBezTo>
                    <a:pt x="1163" y="6559"/>
                    <a:pt x="1482" y="6956"/>
                    <a:pt x="1851" y="731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1"/>
            <p:cNvSpPr/>
            <p:nvPr/>
          </p:nvSpPr>
          <p:spPr>
            <a:xfrm>
              <a:off x="3352199" y="3113544"/>
              <a:ext cx="53941" cy="52637"/>
            </a:xfrm>
            <a:custGeom>
              <a:avLst/>
              <a:gdLst/>
              <a:ahLst/>
              <a:cxnLst/>
              <a:rect l="l" t="t" r="r" b="b"/>
              <a:pathLst>
                <a:path w="1696" h="1655" extrusionOk="0">
                  <a:moveTo>
                    <a:pt x="902" y="1"/>
                  </a:moveTo>
                  <a:cubicBezTo>
                    <a:pt x="708" y="1"/>
                    <a:pt x="514" y="64"/>
                    <a:pt x="362" y="185"/>
                  </a:cubicBezTo>
                  <a:cubicBezTo>
                    <a:pt x="121" y="384"/>
                    <a:pt x="0" y="731"/>
                    <a:pt x="78" y="1036"/>
                  </a:cubicBezTo>
                  <a:cubicBezTo>
                    <a:pt x="156" y="1348"/>
                    <a:pt x="426" y="1596"/>
                    <a:pt x="738" y="1646"/>
                  </a:cubicBezTo>
                  <a:cubicBezTo>
                    <a:pt x="777" y="1652"/>
                    <a:pt x="816" y="1655"/>
                    <a:pt x="855" y="1655"/>
                  </a:cubicBezTo>
                  <a:cubicBezTo>
                    <a:pt x="1132" y="1655"/>
                    <a:pt x="1410" y="1506"/>
                    <a:pt x="1553" y="1270"/>
                  </a:cubicBezTo>
                  <a:cubicBezTo>
                    <a:pt x="1674" y="1064"/>
                    <a:pt x="1695" y="816"/>
                    <a:pt x="1631" y="589"/>
                  </a:cubicBezTo>
                  <a:cubicBezTo>
                    <a:pt x="1567" y="362"/>
                    <a:pt x="1426" y="157"/>
                    <a:pt x="1263" y="79"/>
                  </a:cubicBezTo>
                  <a:cubicBezTo>
                    <a:pt x="1149" y="26"/>
                    <a:pt x="1026" y="1"/>
                    <a:pt x="9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1"/>
            <p:cNvSpPr/>
            <p:nvPr/>
          </p:nvSpPr>
          <p:spPr>
            <a:xfrm>
              <a:off x="3373636" y="3132055"/>
              <a:ext cx="12881" cy="13994"/>
            </a:xfrm>
            <a:custGeom>
              <a:avLst/>
              <a:gdLst/>
              <a:ahLst/>
              <a:cxnLst/>
              <a:rect l="l" t="t" r="r" b="b"/>
              <a:pathLst>
                <a:path w="405" h="440" fill="none" extrusionOk="0">
                  <a:moveTo>
                    <a:pt x="262" y="50"/>
                  </a:moveTo>
                  <a:cubicBezTo>
                    <a:pt x="149" y="0"/>
                    <a:pt x="0" y="107"/>
                    <a:pt x="7" y="227"/>
                  </a:cubicBezTo>
                  <a:cubicBezTo>
                    <a:pt x="14" y="355"/>
                    <a:pt x="170" y="440"/>
                    <a:pt x="284" y="376"/>
                  </a:cubicBezTo>
                  <a:cubicBezTo>
                    <a:pt x="390" y="319"/>
                    <a:pt x="404" y="114"/>
                    <a:pt x="262" y="50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1"/>
            <p:cNvSpPr/>
            <p:nvPr/>
          </p:nvSpPr>
          <p:spPr>
            <a:xfrm>
              <a:off x="3557437" y="3059317"/>
              <a:ext cx="64755" cy="61447"/>
            </a:xfrm>
            <a:custGeom>
              <a:avLst/>
              <a:gdLst/>
              <a:ahLst/>
              <a:cxnLst/>
              <a:rect l="l" t="t" r="r" b="b"/>
              <a:pathLst>
                <a:path w="2036" h="1932" extrusionOk="0">
                  <a:moveTo>
                    <a:pt x="1042" y="0"/>
                  </a:moveTo>
                  <a:cubicBezTo>
                    <a:pt x="751" y="0"/>
                    <a:pt x="458" y="130"/>
                    <a:pt x="277" y="359"/>
                  </a:cubicBezTo>
                  <a:cubicBezTo>
                    <a:pt x="21" y="670"/>
                    <a:pt x="0" y="1146"/>
                    <a:pt x="213" y="1486"/>
                  </a:cubicBezTo>
                  <a:cubicBezTo>
                    <a:pt x="392" y="1763"/>
                    <a:pt x="716" y="1932"/>
                    <a:pt x="1040" y="1932"/>
                  </a:cubicBezTo>
                  <a:cubicBezTo>
                    <a:pt x="1115" y="1932"/>
                    <a:pt x="1189" y="1923"/>
                    <a:pt x="1262" y="1904"/>
                  </a:cubicBezTo>
                  <a:cubicBezTo>
                    <a:pt x="1652" y="1812"/>
                    <a:pt x="1957" y="1450"/>
                    <a:pt x="2000" y="1053"/>
                  </a:cubicBezTo>
                  <a:cubicBezTo>
                    <a:pt x="2035" y="656"/>
                    <a:pt x="1808" y="210"/>
                    <a:pt x="1354" y="54"/>
                  </a:cubicBezTo>
                  <a:cubicBezTo>
                    <a:pt x="1254" y="18"/>
                    <a:pt x="1148" y="0"/>
                    <a:pt x="10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1"/>
            <p:cNvSpPr/>
            <p:nvPr/>
          </p:nvSpPr>
          <p:spPr>
            <a:xfrm>
              <a:off x="3581545" y="3081517"/>
              <a:ext cx="13581" cy="13581"/>
            </a:xfrm>
            <a:custGeom>
              <a:avLst/>
              <a:gdLst/>
              <a:ahLst/>
              <a:cxnLst/>
              <a:rect l="l" t="t" r="r" b="b"/>
              <a:pathLst>
                <a:path w="427" h="427" fill="none" extrusionOk="0">
                  <a:moveTo>
                    <a:pt x="320" y="58"/>
                  </a:moveTo>
                  <a:cubicBezTo>
                    <a:pt x="242" y="1"/>
                    <a:pt x="114" y="22"/>
                    <a:pt x="57" y="107"/>
                  </a:cubicBezTo>
                  <a:cubicBezTo>
                    <a:pt x="1" y="185"/>
                    <a:pt x="15" y="313"/>
                    <a:pt x="100" y="370"/>
                  </a:cubicBezTo>
                  <a:cubicBezTo>
                    <a:pt x="178" y="426"/>
                    <a:pt x="299" y="412"/>
                    <a:pt x="362" y="334"/>
                  </a:cubicBezTo>
                  <a:cubicBezTo>
                    <a:pt x="426" y="256"/>
                    <a:pt x="419" y="121"/>
                    <a:pt x="320" y="5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1"/>
            <p:cNvSpPr/>
            <p:nvPr/>
          </p:nvSpPr>
          <p:spPr>
            <a:xfrm>
              <a:off x="3455025" y="2777684"/>
              <a:ext cx="54387" cy="53242"/>
            </a:xfrm>
            <a:custGeom>
              <a:avLst/>
              <a:gdLst/>
              <a:ahLst/>
              <a:cxnLst/>
              <a:rect l="l" t="t" r="r" b="b"/>
              <a:pathLst>
                <a:path w="1710" h="1674" extrusionOk="0">
                  <a:moveTo>
                    <a:pt x="809" y="1"/>
                  </a:moveTo>
                  <a:cubicBezTo>
                    <a:pt x="619" y="1"/>
                    <a:pt x="427" y="73"/>
                    <a:pt x="292" y="208"/>
                  </a:cubicBezTo>
                  <a:cubicBezTo>
                    <a:pt x="79" y="421"/>
                    <a:pt x="1" y="754"/>
                    <a:pt x="100" y="1045"/>
                  </a:cubicBezTo>
                  <a:cubicBezTo>
                    <a:pt x="192" y="1329"/>
                    <a:pt x="440" y="1556"/>
                    <a:pt x="724" y="1641"/>
                  </a:cubicBezTo>
                  <a:cubicBezTo>
                    <a:pt x="805" y="1662"/>
                    <a:pt x="890" y="1674"/>
                    <a:pt x="974" y="1674"/>
                  </a:cubicBezTo>
                  <a:cubicBezTo>
                    <a:pt x="1089" y="1674"/>
                    <a:pt x="1203" y="1651"/>
                    <a:pt x="1306" y="1598"/>
                  </a:cubicBezTo>
                  <a:cubicBezTo>
                    <a:pt x="1561" y="1463"/>
                    <a:pt x="1710" y="1151"/>
                    <a:pt x="1681" y="861"/>
                  </a:cubicBezTo>
                  <a:cubicBezTo>
                    <a:pt x="1653" y="570"/>
                    <a:pt x="1497" y="265"/>
                    <a:pt x="1121" y="74"/>
                  </a:cubicBezTo>
                  <a:cubicBezTo>
                    <a:pt x="1026" y="24"/>
                    <a:pt x="918" y="1"/>
                    <a:pt x="8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1"/>
            <p:cNvSpPr/>
            <p:nvPr/>
          </p:nvSpPr>
          <p:spPr>
            <a:xfrm>
              <a:off x="3475571" y="2795335"/>
              <a:ext cx="15362" cy="16729"/>
            </a:xfrm>
            <a:custGeom>
              <a:avLst/>
              <a:gdLst/>
              <a:ahLst/>
              <a:cxnLst/>
              <a:rect l="l" t="t" r="r" b="b"/>
              <a:pathLst>
                <a:path w="483" h="526" fill="none" extrusionOk="0">
                  <a:moveTo>
                    <a:pt x="312" y="57"/>
                  </a:moveTo>
                  <a:cubicBezTo>
                    <a:pt x="170" y="1"/>
                    <a:pt x="0" y="128"/>
                    <a:pt x="7" y="277"/>
                  </a:cubicBezTo>
                  <a:cubicBezTo>
                    <a:pt x="21" y="426"/>
                    <a:pt x="213" y="525"/>
                    <a:pt x="340" y="447"/>
                  </a:cubicBezTo>
                  <a:cubicBezTo>
                    <a:pt x="468" y="369"/>
                    <a:pt x="482" y="128"/>
                    <a:pt x="312" y="57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1"/>
            <p:cNvSpPr/>
            <p:nvPr/>
          </p:nvSpPr>
          <p:spPr>
            <a:xfrm>
              <a:off x="3613128" y="2772817"/>
              <a:ext cx="53019" cy="50316"/>
            </a:xfrm>
            <a:custGeom>
              <a:avLst/>
              <a:gdLst/>
              <a:ahLst/>
              <a:cxnLst/>
              <a:rect l="l" t="t" r="r" b="b"/>
              <a:pathLst>
                <a:path w="1667" h="1582" extrusionOk="0">
                  <a:moveTo>
                    <a:pt x="874" y="1"/>
                  </a:moveTo>
                  <a:cubicBezTo>
                    <a:pt x="660" y="1"/>
                    <a:pt x="444" y="81"/>
                    <a:pt x="291" y="234"/>
                  </a:cubicBezTo>
                  <a:cubicBezTo>
                    <a:pt x="64" y="468"/>
                    <a:pt x="0" y="851"/>
                    <a:pt x="149" y="1148"/>
                  </a:cubicBezTo>
                  <a:cubicBezTo>
                    <a:pt x="276" y="1407"/>
                    <a:pt x="565" y="1582"/>
                    <a:pt x="857" y="1582"/>
                  </a:cubicBezTo>
                  <a:cubicBezTo>
                    <a:pt x="893" y="1582"/>
                    <a:pt x="929" y="1579"/>
                    <a:pt x="965" y="1574"/>
                  </a:cubicBezTo>
                  <a:cubicBezTo>
                    <a:pt x="1291" y="1531"/>
                    <a:pt x="1567" y="1255"/>
                    <a:pt x="1617" y="929"/>
                  </a:cubicBezTo>
                  <a:cubicBezTo>
                    <a:pt x="1667" y="602"/>
                    <a:pt x="1511" y="212"/>
                    <a:pt x="1206" y="71"/>
                  </a:cubicBezTo>
                  <a:cubicBezTo>
                    <a:pt x="1102" y="24"/>
                    <a:pt x="988" y="1"/>
                    <a:pt x="8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1"/>
            <p:cNvSpPr/>
            <p:nvPr/>
          </p:nvSpPr>
          <p:spPr>
            <a:xfrm>
              <a:off x="3635232" y="2791296"/>
              <a:ext cx="13772" cy="15362"/>
            </a:xfrm>
            <a:custGeom>
              <a:avLst/>
              <a:gdLst/>
              <a:ahLst/>
              <a:cxnLst/>
              <a:rect l="l" t="t" r="r" b="b"/>
              <a:pathLst>
                <a:path w="433" h="483" fill="none" extrusionOk="0">
                  <a:moveTo>
                    <a:pt x="327" y="92"/>
                  </a:moveTo>
                  <a:cubicBezTo>
                    <a:pt x="433" y="177"/>
                    <a:pt x="412" y="369"/>
                    <a:pt x="284" y="426"/>
                  </a:cubicBezTo>
                  <a:cubicBezTo>
                    <a:pt x="163" y="482"/>
                    <a:pt x="0" y="369"/>
                    <a:pt x="15" y="234"/>
                  </a:cubicBezTo>
                  <a:cubicBezTo>
                    <a:pt x="22" y="99"/>
                    <a:pt x="206" y="0"/>
                    <a:pt x="327" y="92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1"/>
            <p:cNvSpPr/>
            <p:nvPr/>
          </p:nvSpPr>
          <p:spPr>
            <a:xfrm>
              <a:off x="3109750" y="3191975"/>
              <a:ext cx="53051" cy="50411"/>
            </a:xfrm>
            <a:custGeom>
              <a:avLst/>
              <a:gdLst/>
              <a:ahLst/>
              <a:cxnLst/>
              <a:rect l="l" t="t" r="r" b="b"/>
              <a:pathLst>
                <a:path w="1668" h="1585" extrusionOk="0">
                  <a:moveTo>
                    <a:pt x="875" y="0"/>
                  </a:moveTo>
                  <a:cubicBezTo>
                    <a:pt x="660" y="0"/>
                    <a:pt x="444" y="84"/>
                    <a:pt x="292" y="236"/>
                  </a:cubicBezTo>
                  <a:cubicBezTo>
                    <a:pt x="65" y="470"/>
                    <a:pt x="1" y="853"/>
                    <a:pt x="143" y="1151"/>
                  </a:cubicBezTo>
                  <a:cubicBezTo>
                    <a:pt x="275" y="1410"/>
                    <a:pt x="565" y="1585"/>
                    <a:pt x="853" y="1585"/>
                  </a:cubicBezTo>
                  <a:cubicBezTo>
                    <a:pt x="888" y="1585"/>
                    <a:pt x="923" y="1582"/>
                    <a:pt x="958" y="1576"/>
                  </a:cubicBezTo>
                  <a:cubicBezTo>
                    <a:pt x="1284" y="1527"/>
                    <a:pt x="1568" y="1257"/>
                    <a:pt x="1618" y="931"/>
                  </a:cubicBezTo>
                  <a:cubicBezTo>
                    <a:pt x="1667" y="605"/>
                    <a:pt x="1511" y="215"/>
                    <a:pt x="1206" y="73"/>
                  </a:cubicBezTo>
                  <a:cubicBezTo>
                    <a:pt x="1103" y="24"/>
                    <a:pt x="989" y="0"/>
                    <a:pt x="8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1"/>
            <p:cNvSpPr/>
            <p:nvPr/>
          </p:nvSpPr>
          <p:spPr>
            <a:xfrm>
              <a:off x="3131854" y="3210295"/>
              <a:ext cx="13803" cy="15584"/>
            </a:xfrm>
            <a:custGeom>
              <a:avLst/>
              <a:gdLst/>
              <a:ahLst/>
              <a:cxnLst/>
              <a:rect l="l" t="t" r="r" b="b"/>
              <a:pathLst>
                <a:path w="434" h="490" fill="none" extrusionOk="0">
                  <a:moveTo>
                    <a:pt x="327" y="100"/>
                  </a:moveTo>
                  <a:cubicBezTo>
                    <a:pt x="433" y="178"/>
                    <a:pt x="405" y="376"/>
                    <a:pt x="284" y="433"/>
                  </a:cubicBezTo>
                  <a:cubicBezTo>
                    <a:pt x="164" y="490"/>
                    <a:pt x="1" y="376"/>
                    <a:pt x="8" y="242"/>
                  </a:cubicBezTo>
                  <a:cubicBezTo>
                    <a:pt x="15" y="107"/>
                    <a:pt x="199" y="1"/>
                    <a:pt x="327" y="100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3509825" y="2852584"/>
              <a:ext cx="122958" cy="123690"/>
            </a:xfrm>
            <a:custGeom>
              <a:avLst/>
              <a:gdLst/>
              <a:ahLst/>
              <a:cxnLst/>
              <a:rect l="l" t="t" r="r" b="b"/>
              <a:pathLst>
                <a:path w="3866" h="3889" extrusionOk="0">
                  <a:moveTo>
                    <a:pt x="2108" y="1"/>
                  </a:moveTo>
                  <a:cubicBezTo>
                    <a:pt x="2065" y="1"/>
                    <a:pt x="2020" y="12"/>
                    <a:pt x="1979" y="30"/>
                  </a:cubicBezTo>
                  <a:cubicBezTo>
                    <a:pt x="1901" y="73"/>
                    <a:pt x="1844" y="129"/>
                    <a:pt x="1795" y="200"/>
                  </a:cubicBezTo>
                  <a:cubicBezTo>
                    <a:pt x="1596" y="463"/>
                    <a:pt x="1532" y="824"/>
                    <a:pt x="1603" y="1172"/>
                  </a:cubicBezTo>
                  <a:cubicBezTo>
                    <a:pt x="1476" y="1058"/>
                    <a:pt x="1348" y="945"/>
                    <a:pt x="1199" y="867"/>
                  </a:cubicBezTo>
                  <a:cubicBezTo>
                    <a:pt x="1087" y="808"/>
                    <a:pt x="962" y="769"/>
                    <a:pt x="837" y="769"/>
                  </a:cubicBezTo>
                  <a:cubicBezTo>
                    <a:pt x="797" y="769"/>
                    <a:pt x="757" y="773"/>
                    <a:pt x="717" y="782"/>
                  </a:cubicBezTo>
                  <a:cubicBezTo>
                    <a:pt x="547" y="817"/>
                    <a:pt x="405" y="952"/>
                    <a:pt x="377" y="1115"/>
                  </a:cubicBezTo>
                  <a:cubicBezTo>
                    <a:pt x="355" y="1257"/>
                    <a:pt x="426" y="1399"/>
                    <a:pt x="526" y="1505"/>
                  </a:cubicBezTo>
                  <a:cubicBezTo>
                    <a:pt x="632" y="1604"/>
                    <a:pt x="760" y="1675"/>
                    <a:pt x="852" y="1817"/>
                  </a:cubicBezTo>
                  <a:cubicBezTo>
                    <a:pt x="547" y="1952"/>
                    <a:pt x="221" y="2108"/>
                    <a:pt x="79" y="2413"/>
                  </a:cubicBezTo>
                  <a:cubicBezTo>
                    <a:pt x="1" y="2576"/>
                    <a:pt x="8" y="2796"/>
                    <a:pt x="150" y="2909"/>
                  </a:cubicBezTo>
                  <a:cubicBezTo>
                    <a:pt x="213" y="2956"/>
                    <a:pt x="294" y="2975"/>
                    <a:pt x="377" y="2975"/>
                  </a:cubicBezTo>
                  <a:cubicBezTo>
                    <a:pt x="444" y="2975"/>
                    <a:pt x="512" y="2963"/>
                    <a:pt x="575" y="2944"/>
                  </a:cubicBezTo>
                  <a:cubicBezTo>
                    <a:pt x="788" y="2888"/>
                    <a:pt x="986" y="2781"/>
                    <a:pt x="1185" y="2675"/>
                  </a:cubicBezTo>
                  <a:lnTo>
                    <a:pt x="1185" y="2675"/>
                  </a:lnTo>
                  <a:cubicBezTo>
                    <a:pt x="1036" y="2902"/>
                    <a:pt x="930" y="3157"/>
                    <a:pt x="873" y="3427"/>
                  </a:cubicBezTo>
                  <a:cubicBezTo>
                    <a:pt x="852" y="3519"/>
                    <a:pt x="838" y="3618"/>
                    <a:pt x="873" y="3710"/>
                  </a:cubicBezTo>
                  <a:cubicBezTo>
                    <a:pt x="926" y="3827"/>
                    <a:pt x="1050" y="3888"/>
                    <a:pt x="1174" y="3888"/>
                  </a:cubicBezTo>
                  <a:cubicBezTo>
                    <a:pt x="1216" y="3888"/>
                    <a:pt x="1259" y="3881"/>
                    <a:pt x="1298" y="3866"/>
                  </a:cubicBezTo>
                  <a:cubicBezTo>
                    <a:pt x="1454" y="3802"/>
                    <a:pt x="1568" y="3661"/>
                    <a:pt x="1632" y="3512"/>
                  </a:cubicBezTo>
                  <a:cubicBezTo>
                    <a:pt x="1696" y="3356"/>
                    <a:pt x="1724" y="3193"/>
                    <a:pt x="1759" y="3044"/>
                  </a:cubicBezTo>
                  <a:cubicBezTo>
                    <a:pt x="1830" y="3200"/>
                    <a:pt x="1852" y="3384"/>
                    <a:pt x="1922" y="3547"/>
                  </a:cubicBezTo>
                  <a:cubicBezTo>
                    <a:pt x="1986" y="3710"/>
                    <a:pt x="2121" y="3866"/>
                    <a:pt x="2291" y="3887"/>
                  </a:cubicBezTo>
                  <a:cubicBezTo>
                    <a:pt x="2300" y="3888"/>
                    <a:pt x="2309" y="3889"/>
                    <a:pt x="2319" y="3889"/>
                  </a:cubicBezTo>
                  <a:cubicBezTo>
                    <a:pt x="2479" y="3889"/>
                    <a:pt x="2628" y="3773"/>
                    <a:pt x="2688" y="3625"/>
                  </a:cubicBezTo>
                  <a:cubicBezTo>
                    <a:pt x="2759" y="3476"/>
                    <a:pt x="2738" y="3292"/>
                    <a:pt x="2674" y="3136"/>
                  </a:cubicBezTo>
                  <a:cubicBezTo>
                    <a:pt x="2617" y="2980"/>
                    <a:pt x="2511" y="2838"/>
                    <a:pt x="2440" y="2618"/>
                  </a:cubicBezTo>
                  <a:lnTo>
                    <a:pt x="2440" y="2618"/>
                  </a:lnTo>
                  <a:cubicBezTo>
                    <a:pt x="2623" y="2720"/>
                    <a:pt x="2833" y="2796"/>
                    <a:pt x="3043" y="2796"/>
                  </a:cubicBezTo>
                  <a:cubicBezTo>
                    <a:pt x="3053" y="2796"/>
                    <a:pt x="3062" y="2796"/>
                    <a:pt x="3071" y="2796"/>
                  </a:cubicBezTo>
                  <a:cubicBezTo>
                    <a:pt x="3298" y="2796"/>
                    <a:pt x="3525" y="2710"/>
                    <a:pt x="3667" y="2540"/>
                  </a:cubicBezTo>
                  <a:cubicBezTo>
                    <a:pt x="3809" y="2370"/>
                    <a:pt x="3865" y="2115"/>
                    <a:pt x="3766" y="1916"/>
                  </a:cubicBezTo>
                  <a:cubicBezTo>
                    <a:pt x="3681" y="1726"/>
                    <a:pt x="3463" y="1609"/>
                    <a:pt x="3201" y="1609"/>
                  </a:cubicBezTo>
                  <a:cubicBezTo>
                    <a:pt x="3179" y="1609"/>
                    <a:pt x="3157" y="1610"/>
                    <a:pt x="3135" y="1611"/>
                  </a:cubicBezTo>
                  <a:cubicBezTo>
                    <a:pt x="3383" y="1441"/>
                    <a:pt x="3560" y="1172"/>
                    <a:pt x="3617" y="874"/>
                  </a:cubicBezTo>
                  <a:cubicBezTo>
                    <a:pt x="3638" y="739"/>
                    <a:pt x="3631" y="583"/>
                    <a:pt x="3532" y="498"/>
                  </a:cubicBezTo>
                  <a:cubicBezTo>
                    <a:pt x="3480" y="449"/>
                    <a:pt x="3413" y="430"/>
                    <a:pt x="3342" y="430"/>
                  </a:cubicBezTo>
                  <a:cubicBezTo>
                    <a:pt x="3258" y="430"/>
                    <a:pt x="3169" y="457"/>
                    <a:pt x="3092" y="491"/>
                  </a:cubicBezTo>
                  <a:cubicBezTo>
                    <a:pt x="2816" y="619"/>
                    <a:pt x="2575" y="824"/>
                    <a:pt x="2419" y="1087"/>
                  </a:cubicBezTo>
                  <a:cubicBezTo>
                    <a:pt x="2476" y="782"/>
                    <a:pt x="2461" y="512"/>
                    <a:pt x="2376" y="257"/>
                  </a:cubicBezTo>
                  <a:cubicBezTo>
                    <a:pt x="2348" y="165"/>
                    <a:pt x="2305" y="73"/>
                    <a:pt x="2220" y="30"/>
                  </a:cubicBezTo>
                  <a:cubicBezTo>
                    <a:pt x="2186" y="10"/>
                    <a:pt x="2148" y="1"/>
                    <a:pt x="2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3558773" y="2909452"/>
              <a:ext cx="18988" cy="18065"/>
            </a:xfrm>
            <a:custGeom>
              <a:avLst/>
              <a:gdLst/>
              <a:ahLst/>
              <a:cxnLst/>
              <a:rect l="l" t="t" r="r" b="b"/>
              <a:pathLst>
                <a:path w="597" h="568" fill="none" extrusionOk="0">
                  <a:moveTo>
                    <a:pt x="461" y="86"/>
                  </a:moveTo>
                  <a:cubicBezTo>
                    <a:pt x="362" y="1"/>
                    <a:pt x="199" y="8"/>
                    <a:pt x="107" y="93"/>
                  </a:cubicBezTo>
                  <a:cubicBezTo>
                    <a:pt x="8" y="185"/>
                    <a:pt x="1" y="348"/>
                    <a:pt x="79" y="447"/>
                  </a:cubicBezTo>
                  <a:cubicBezTo>
                    <a:pt x="164" y="547"/>
                    <a:pt x="327" y="568"/>
                    <a:pt x="433" y="483"/>
                  </a:cubicBezTo>
                  <a:cubicBezTo>
                    <a:pt x="532" y="405"/>
                    <a:pt x="596" y="192"/>
                    <a:pt x="461" y="86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3392783" y="2951848"/>
              <a:ext cx="117074" cy="116406"/>
            </a:xfrm>
            <a:custGeom>
              <a:avLst/>
              <a:gdLst/>
              <a:ahLst/>
              <a:cxnLst/>
              <a:rect l="l" t="t" r="r" b="b"/>
              <a:pathLst>
                <a:path w="3681" h="3660" extrusionOk="0">
                  <a:moveTo>
                    <a:pt x="1531" y="0"/>
                  </a:moveTo>
                  <a:cubicBezTo>
                    <a:pt x="1440" y="0"/>
                    <a:pt x="1350" y="25"/>
                    <a:pt x="1277" y="79"/>
                  </a:cubicBezTo>
                  <a:cubicBezTo>
                    <a:pt x="1164" y="164"/>
                    <a:pt x="1107" y="298"/>
                    <a:pt x="1079" y="433"/>
                  </a:cubicBezTo>
                  <a:cubicBezTo>
                    <a:pt x="1022" y="752"/>
                    <a:pt x="1121" y="1078"/>
                    <a:pt x="1206" y="1412"/>
                  </a:cubicBezTo>
                  <a:cubicBezTo>
                    <a:pt x="1057" y="1348"/>
                    <a:pt x="901" y="1284"/>
                    <a:pt x="738" y="1256"/>
                  </a:cubicBezTo>
                  <a:cubicBezTo>
                    <a:pt x="682" y="1246"/>
                    <a:pt x="625" y="1241"/>
                    <a:pt x="568" y="1241"/>
                  </a:cubicBezTo>
                  <a:cubicBezTo>
                    <a:pt x="458" y="1241"/>
                    <a:pt x="349" y="1261"/>
                    <a:pt x="256" y="1312"/>
                  </a:cubicBezTo>
                  <a:cubicBezTo>
                    <a:pt x="107" y="1390"/>
                    <a:pt x="1" y="1546"/>
                    <a:pt x="1" y="1717"/>
                  </a:cubicBezTo>
                  <a:cubicBezTo>
                    <a:pt x="8" y="1887"/>
                    <a:pt x="143" y="2043"/>
                    <a:pt x="299" y="2121"/>
                  </a:cubicBezTo>
                  <a:cubicBezTo>
                    <a:pt x="455" y="2206"/>
                    <a:pt x="632" y="2227"/>
                    <a:pt x="802" y="2256"/>
                  </a:cubicBezTo>
                  <a:cubicBezTo>
                    <a:pt x="674" y="2376"/>
                    <a:pt x="540" y="2497"/>
                    <a:pt x="447" y="2638"/>
                  </a:cubicBezTo>
                  <a:cubicBezTo>
                    <a:pt x="348" y="2787"/>
                    <a:pt x="284" y="2965"/>
                    <a:pt x="313" y="3135"/>
                  </a:cubicBezTo>
                  <a:cubicBezTo>
                    <a:pt x="334" y="3312"/>
                    <a:pt x="462" y="3475"/>
                    <a:pt x="632" y="3518"/>
                  </a:cubicBezTo>
                  <a:cubicBezTo>
                    <a:pt x="655" y="3522"/>
                    <a:pt x="678" y="3524"/>
                    <a:pt x="701" y="3524"/>
                  </a:cubicBezTo>
                  <a:cubicBezTo>
                    <a:pt x="841" y="3524"/>
                    <a:pt x="977" y="3455"/>
                    <a:pt x="1093" y="3376"/>
                  </a:cubicBezTo>
                  <a:cubicBezTo>
                    <a:pt x="1327" y="3199"/>
                    <a:pt x="1511" y="2950"/>
                    <a:pt x="1632" y="2667"/>
                  </a:cubicBezTo>
                  <a:lnTo>
                    <a:pt x="1632" y="2667"/>
                  </a:lnTo>
                  <a:cubicBezTo>
                    <a:pt x="1625" y="2950"/>
                    <a:pt x="1717" y="3241"/>
                    <a:pt x="1901" y="3461"/>
                  </a:cubicBezTo>
                  <a:cubicBezTo>
                    <a:pt x="1983" y="3564"/>
                    <a:pt x="2099" y="3660"/>
                    <a:pt x="2228" y="3660"/>
                  </a:cubicBezTo>
                  <a:cubicBezTo>
                    <a:pt x="2232" y="3660"/>
                    <a:pt x="2237" y="3660"/>
                    <a:pt x="2241" y="3660"/>
                  </a:cubicBezTo>
                  <a:cubicBezTo>
                    <a:pt x="2355" y="3660"/>
                    <a:pt x="2461" y="3582"/>
                    <a:pt x="2518" y="3489"/>
                  </a:cubicBezTo>
                  <a:cubicBezTo>
                    <a:pt x="2575" y="3390"/>
                    <a:pt x="2589" y="3270"/>
                    <a:pt x="2589" y="3156"/>
                  </a:cubicBezTo>
                  <a:cubicBezTo>
                    <a:pt x="2582" y="2894"/>
                    <a:pt x="2475" y="2638"/>
                    <a:pt x="2284" y="2468"/>
                  </a:cubicBezTo>
                  <a:lnTo>
                    <a:pt x="2284" y="2468"/>
                  </a:lnTo>
                  <a:cubicBezTo>
                    <a:pt x="2426" y="2560"/>
                    <a:pt x="2568" y="2653"/>
                    <a:pt x="2724" y="2716"/>
                  </a:cubicBezTo>
                  <a:cubicBezTo>
                    <a:pt x="2821" y="2756"/>
                    <a:pt x="2926" y="2779"/>
                    <a:pt x="3031" y="2779"/>
                  </a:cubicBezTo>
                  <a:cubicBezTo>
                    <a:pt x="3094" y="2779"/>
                    <a:pt x="3158" y="2771"/>
                    <a:pt x="3220" y="2752"/>
                  </a:cubicBezTo>
                  <a:cubicBezTo>
                    <a:pt x="3376" y="2702"/>
                    <a:pt x="3518" y="2575"/>
                    <a:pt x="3546" y="2404"/>
                  </a:cubicBezTo>
                  <a:cubicBezTo>
                    <a:pt x="3575" y="2241"/>
                    <a:pt x="3489" y="2071"/>
                    <a:pt x="3362" y="1965"/>
                  </a:cubicBezTo>
                  <a:cubicBezTo>
                    <a:pt x="3234" y="1858"/>
                    <a:pt x="3071" y="1802"/>
                    <a:pt x="2858" y="1752"/>
                  </a:cubicBezTo>
                  <a:cubicBezTo>
                    <a:pt x="3170" y="1617"/>
                    <a:pt x="3433" y="1376"/>
                    <a:pt x="3582" y="1071"/>
                  </a:cubicBezTo>
                  <a:cubicBezTo>
                    <a:pt x="3638" y="958"/>
                    <a:pt x="3681" y="830"/>
                    <a:pt x="3638" y="710"/>
                  </a:cubicBezTo>
                  <a:cubicBezTo>
                    <a:pt x="3603" y="610"/>
                    <a:pt x="3518" y="540"/>
                    <a:pt x="3419" y="504"/>
                  </a:cubicBezTo>
                  <a:cubicBezTo>
                    <a:pt x="3356" y="480"/>
                    <a:pt x="3286" y="469"/>
                    <a:pt x="3214" y="469"/>
                  </a:cubicBezTo>
                  <a:cubicBezTo>
                    <a:pt x="3181" y="469"/>
                    <a:pt x="3147" y="471"/>
                    <a:pt x="3114" y="476"/>
                  </a:cubicBezTo>
                  <a:cubicBezTo>
                    <a:pt x="2787" y="504"/>
                    <a:pt x="2475" y="653"/>
                    <a:pt x="2249" y="894"/>
                  </a:cubicBezTo>
                  <a:cubicBezTo>
                    <a:pt x="2213" y="738"/>
                    <a:pt x="2171" y="575"/>
                    <a:pt x="2100" y="419"/>
                  </a:cubicBezTo>
                  <a:cubicBezTo>
                    <a:pt x="2022" y="270"/>
                    <a:pt x="1908" y="128"/>
                    <a:pt x="1759" y="50"/>
                  </a:cubicBezTo>
                  <a:cubicBezTo>
                    <a:pt x="1688" y="18"/>
                    <a:pt x="1609" y="0"/>
                    <a:pt x="15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3447805" y="2996947"/>
              <a:ext cx="18988" cy="17843"/>
            </a:xfrm>
            <a:custGeom>
              <a:avLst/>
              <a:gdLst/>
              <a:ahLst/>
              <a:cxnLst/>
              <a:rect l="l" t="t" r="r" b="b"/>
              <a:pathLst>
                <a:path w="597" h="561" fill="none" extrusionOk="0">
                  <a:moveTo>
                    <a:pt x="462" y="79"/>
                  </a:moveTo>
                  <a:cubicBezTo>
                    <a:pt x="363" y="1"/>
                    <a:pt x="199" y="1"/>
                    <a:pt x="107" y="93"/>
                  </a:cubicBezTo>
                  <a:cubicBezTo>
                    <a:pt x="15" y="178"/>
                    <a:pt x="1" y="341"/>
                    <a:pt x="86" y="448"/>
                  </a:cubicBezTo>
                  <a:cubicBezTo>
                    <a:pt x="164" y="547"/>
                    <a:pt x="334" y="561"/>
                    <a:pt x="433" y="483"/>
                  </a:cubicBezTo>
                  <a:cubicBezTo>
                    <a:pt x="533" y="398"/>
                    <a:pt x="597" y="192"/>
                    <a:pt x="462" y="79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3236270" y="2870936"/>
              <a:ext cx="119555" cy="122258"/>
            </a:xfrm>
            <a:custGeom>
              <a:avLst/>
              <a:gdLst/>
              <a:ahLst/>
              <a:cxnLst/>
              <a:rect l="l" t="t" r="r" b="b"/>
              <a:pathLst>
                <a:path w="3759" h="3844" extrusionOk="0">
                  <a:moveTo>
                    <a:pt x="2329" y="1"/>
                  </a:moveTo>
                  <a:cubicBezTo>
                    <a:pt x="2204" y="1"/>
                    <a:pt x="2075" y="53"/>
                    <a:pt x="1979" y="134"/>
                  </a:cubicBezTo>
                  <a:cubicBezTo>
                    <a:pt x="1844" y="247"/>
                    <a:pt x="1759" y="410"/>
                    <a:pt x="1717" y="588"/>
                  </a:cubicBezTo>
                  <a:cubicBezTo>
                    <a:pt x="1674" y="758"/>
                    <a:pt x="1667" y="942"/>
                    <a:pt x="1674" y="1134"/>
                  </a:cubicBezTo>
                  <a:cubicBezTo>
                    <a:pt x="1547" y="992"/>
                    <a:pt x="1447" y="836"/>
                    <a:pt x="1320" y="694"/>
                  </a:cubicBezTo>
                  <a:cubicBezTo>
                    <a:pt x="1199" y="552"/>
                    <a:pt x="1036" y="425"/>
                    <a:pt x="852" y="389"/>
                  </a:cubicBezTo>
                  <a:cubicBezTo>
                    <a:pt x="828" y="386"/>
                    <a:pt x="804" y="384"/>
                    <a:pt x="780" y="384"/>
                  </a:cubicBezTo>
                  <a:cubicBezTo>
                    <a:pt x="614" y="384"/>
                    <a:pt x="439" y="468"/>
                    <a:pt x="377" y="623"/>
                  </a:cubicBezTo>
                  <a:cubicBezTo>
                    <a:pt x="334" y="729"/>
                    <a:pt x="355" y="857"/>
                    <a:pt x="391" y="971"/>
                  </a:cubicBezTo>
                  <a:cubicBezTo>
                    <a:pt x="476" y="1254"/>
                    <a:pt x="682" y="1502"/>
                    <a:pt x="986" y="1665"/>
                  </a:cubicBezTo>
                  <a:cubicBezTo>
                    <a:pt x="915" y="1647"/>
                    <a:pt x="843" y="1638"/>
                    <a:pt x="770" y="1638"/>
                  </a:cubicBezTo>
                  <a:cubicBezTo>
                    <a:pt x="559" y="1638"/>
                    <a:pt x="350" y="1713"/>
                    <a:pt x="192" y="1850"/>
                  </a:cubicBezTo>
                  <a:cubicBezTo>
                    <a:pt x="86" y="1942"/>
                    <a:pt x="1" y="2077"/>
                    <a:pt x="15" y="2219"/>
                  </a:cubicBezTo>
                  <a:cubicBezTo>
                    <a:pt x="29" y="2353"/>
                    <a:pt x="150" y="2467"/>
                    <a:pt x="277" y="2509"/>
                  </a:cubicBezTo>
                  <a:cubicBezTo>
                    <a:pt x="342" y="2533"/>
                    <a:pt x="408" y="2542"/>
                    <a:pt x="474" y="2542"/>
                  </a:cubicBezTo>
                  <a:cubicBezTo>
                    <a:pt x="546" y="2542"/>
                    <a:pt x="618" y="2531"/>
                    <a:pt x="689" y="2516"/>
                  </a:cubicBezTo>
                  <a:cubicBezTo>
                    <a:pt x="830" y="2495"/>
                    <a:pt x="965" y="2453"/>
                    <a:pt x="1142" y="2424"/>
                  </a:cubicBezTo>
                  <a:lnTo>
                    <a:pt x="1142" y="2424"/>
                  </a:lnTo>
                  <a:cubicBezTo>
                    <a:pt x="1001" y="2531"/>
                    <a:pt x="859" y="2637"/>
                    <a:pt x="760" y="2779"/>
                  </a:cubicBezTo>
                  <a:cubicBezTo>
                    <a:pt x="653" y="2920"/>
                    <a:pt x="582" y="3091"/>
                    <a:pt x="596" y="3261"/>
                  </a:cubicBezTo>
                  <a:cubicBezTo>
                    <a:pt x="611" y="3438"/>
                    <a:pt x="717" y="3608"/>
                    <a:pt x="880" y="3665"/>
                  </a:cubicBezTo>
                  <a:cubicBezTo>
                    <a:pt x="925" y="3681"/>
                    <a:pt x="971" y="3688"/>
                    <a:pt x="1017" y="3688"/>
                  </a:cubicBezTo>
                  <a:cubicBezTo>
                    <a:pt x="1160" y="3688"/>
                    <a:pt x="1303" y="3618"/>
                    <a:pt x="1405" y="3516"/>
                  </a:cubicBezTo>
                  <a:cubicBezTo>
                    <a:pt x="1547" y="3381"/>
                    <a:pt x="1625" y="3197"/>
                    <a:pt x="1738" y="3034"/>
                  </a:cubicBezTo>
                  <a:lnTo>
                    <a:pt x="1738" y="3034"/>
                  </a:lnTo>
                  <a:cubicBezTo>
                    <a:pt x="1724" y="3303"/>
                    <a:pt x="1844" y="3580"/>
                    <a:pt x="2057" y="3750"/>
                  </a:cubicBezTo>
                  <a:cubicBezTo>
                    <a:pt x="2120" y="3801"/>
                    <a:pt x="2196" y="3843"/>
                    <a:pt x="2275" y="3843"/>
                  </a:cubicBezTo>
                  <a:cubicBezTo>
                    <a:pt x="2294" y="3843"/>
                    <a:pt x="2314" y="3841"/>
                    <a:pt x="2334" y="3835"/>
                  </a:cubicBezTo>
                  <a:cubicBezTo>
                    <a:pt x="2447" y="3807"/>
                    <a:pt x="2511" y="3672"/>
                    <a:pt x="2518" y="3552"/>
                  </a:cubicBezTo>
                  <a:cubicBezTo>
                    <a:pt x="2539" y="3282"/>
                    <a:pt x="2383" y="3034"/>
                    <a:pt x="2220" y="2764"/>
                  </a:cubicBezTo>
                  <a:lnTo>
                    <a:pt x="2220" y="2764"/>
                  </a:lnTo>
                  <a:cubicBezTo>
                    <a:pt x="2327" y="2857"/>
                    <a:pt x="2426" y="2949"/>
                    <a:pt x="2539" y="3013"/>
                  </a:cubicBezTo>
                  <a:cubicBezTo>
                    <a:pt x="2644" y="3074"/>
                    <a:pt x="2755" y="3115"/>
                    <a:pt x="2870" y="3115"/>
                  </a:cubicBezTo>
                  <a:cubicBezTo>
                    <a:pt x="2888" y="3115"/>
                    <a:pt x="2905" y="3114"/>
                    <a:pt x="2922" y="3112"/>
                  </a:cubicBezTo>
                  <a:cubicBezTo>
                    <a:pt x="3057" y="3098"/>
                    <a:pt x="3192" y="3020"/>
                    <a:pt x="3248" y="2899"/>
                  </a:cubicBezTo>
                  <a:cubicBezTo>
                    <a:pt x="3319" y="2750"/>
                    <a:pt x="3255" y="2559"/>
                    <a:pt x="3142" y="2438"/>
                  </a:cubicBezTo>
                  <a:cubicBezTo>
                    <a:pt x="3021" y="2325"/>
                    <a:pt x="2858" y="2261"/>
                    <a:pt x="2695" y="2226"/>
                  </a:cubicBezTo>
                  <a:lnTo>
                    <a:pt x="2695" y="2226"/>
                  </a:lnTo>
                  <a:cubicBezTo>
                    <a:pt x="2716" y="2227"/>
                    <a:pt x="2736" y="2227"/>
                    <a:pt x="2756" y="2227"/>
                  </a:cubicBezTo>
                  <a:cubicBezTo>
                    <a:pt x="3041" y="2227"/>
                    <a:pt x="3327" y="2134"/>
                    <a:pt x="3539" y="1949"/>
                  </a:cubicBezTo>
                  <a:cubicBezTo>
                    <a:pt x="3638" y="1864"/>
                    <a:pt x="3723" y="1743"/>
                    <a:pt x="3738" y="1609"/>
                  </a:cubicBezTo>
                  <a:cubicBezTo>
                    <a:pt x="3759" y="1446"/>
                    <a:pt x="3653" y="1275"/>
                    <a:pt x="3504" y="1197"/>
                  </a:cubicBezTo>
                  <a:cubicBezTo>
                    <a:pt x="3417" y="1145"/>
                    <a:pt x="3313" y="1122"/>
                    <a:pt x="3211" y="1122"/>
                  </a:cubicBezTo>
                  <a:cubicBezTo>
                    <a:pt x="3146" y="1122"/>
                    <a:pt x="3082" y="1131"/>
                    <a:pt x="3021" y="1148"/>
                  </a:cubicBezTo>
                  <a:cubicBezTo>
                    <a:pt x="2858" y="1190"/>
                    <a:pt x="2709" y="1275"/>
                    <a:pt x="2568" y="1375"/>
                  </a:cubicBezTo>
                  <a:cubicBezTo>
                    <a:pt x="2674" y="1105"/>
                    <a:pt x="2795" y="878"/>
                    <a:pt x="2816" y="630"/>
                  </a:cubicBezTo>
                  <a:cubicBezTo>
                    <a:pt x="2830" y="382"/>
                    <a:pt x="2717" y="105"/>
                    <a:pt x="2475" y="27"/>
                  </a:cubicBezTo>
                  <a:cubicBezTo>
                    <a:pt x="2429" y="9"/>
                    <a:pt x="2379" y="1"/>
                    <a:pt x="23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3286109" y="2929298"/>
              <a:ext cx="19210" cy="18065"/>
            </a:xfrm>
            <a:custGeom>
              <a:avLst/>
              <a:gdLst/>
              <a:ahLst/>
              <a:cxnLst/>
              <a:rect l="l" t="t" r="r" b="b"/>
              <a:pathLst>
                <a:path w="604" h="568" fill="none" extrusionOk="0">
                  <a:moveTo>
                    <a:pt x="462" y="79"/>
                  </a:moveTo>
                  <a:cubicBezTo>
                    <a:pt x="362" y="1"/>
                    <a:pt x="206" y="1"/>
                    <a:pt x="107" y="93"/>
                  </a:cubicBezTo>
                  <a:cubicBezTo>
                    <a:pt x="15" y="185"/>
                    <a:pt x="1" y="348"/>
                    <a:pt x="86" y="447"/>
                  </a:cubicBezTo>
                  <a:cubicBezTo>
                    <a:pt x="171" y="547"/>
                    <a:pt x="334" y="568"/>
                    <a:pt x="433" y="483"/>
                  </a:cubicBezTo>
                  <a:cubicBezTo>
                    <a:pt x="540" y="405"/>
                    <a:pt x="604" y="192"/>
                    <a:pt x="462" y="79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1"/>
            <p:cNvSpPr/>
            <p:nvPr/>
          </p:nvSpPr>
          <p:spPr>
            <a:xfrm>
              <a:off x="3346570" y="3184438"/>
              <a:ext cx="117297" cy="121940"/>
            </a:xfrm>
            <a:custGeom>
              <a:avLst/>
              <a:gdLst/>
              <a:ahLst/>
              <a:cxnLst/>
              <a:rect l="l" t="t" r="r" b="b"/>
              <a:pathLst>
                <a:path w="3688" h="3834" extrusionOk="0">
                  <a:moveTo>
                    <a:pt x="2181" y="0"/>
                  </a:moveTo>
                  <a:cubicBezTo>
                    <a:pt x="2040" y="0"/>
                    <a:pt x="1897" y="66"/>
                    <a:pt x="1794" y="168"/>
                  </a:cubicBezTo>
                  <a:cubicBezTo>
                    <a:pt x="1674" y="289"/>
                    <a:pt x="1603" y="466"/>
                    <a:pt x="1574" y="643"/>
                  </a:cubicBezTo>
                  <a:cubicBezTo>
                    <a:pt x="1546" y="821"/>
                    <a:pt x="1560" y="998"/>
                    <a:pt x="1581" y="1189"/>
                  </a:cubicBezTo>
                  <a:cubicBezTo>
                    <a:pt x="1447" y="1062"/>
                    <a:pt x="1333" y="913"/>
                    <a:pt x="1191" y="778"/>
                  </a:cubicBezTo>
                  <a:cubicBezTo>
                    <a:pt x="1057" y="651"/>
                    <a:pt x="887" y="544"/>
                    <a:pt x="695" y="523"/>
                  </a:cubicBezTo>
                  <a:cubicBezTo>
                    <a:pt x="684" y="522"/>
                    <a:pt x="673" y="522"/>
                    <a:pt x="662" y="522"/>
                  </a:cubicBezTo>
                  <a:cubicBezTo>
                    <a:pt x="487" y="522"/>
                    <a:pt x="302" y="626"/>
                    <a:pt x="248" y="792"/>
                  </a:cubicBezTo>
                  <a:cubicBezTo>
                    <a:pt x="213" y="906"/>
                    <a:pt x="241" y="1033"/>
                    <a:pt x="284" y="1147"/>
                  </a:cubicBezTo>
                  <a:cubicBezTo>
                    <a:pt x="404" y="1423"/>
                    <a:pt x="624" y="1650"/>
                    <a:pt x="943" y="1785"/>
                  </a:cubicBezTo>
                  <a:cubicBezTo>
                    <a:pt x="896" y="1777"/>
                    <a:pt x="848" y="1772"/>
                    <a:pt x="800" y="1772"/>
                  </a:cubicBezTo>
                  <a:cubicBezTo>
                    <a:pt x="566" y="1772"/>
                    <a:pt x="329" y="1870"/>
                    <a:pt x="170" y="2040"/>
                  </a:cubicBezTo>
                  <a:cubicBezTo>
                    <a:pt x="71" y="2140"/>
                    <a:pt x="0" y="2281"/>
                    <a:pt x="29" y="2416"/>
                  </a:cubicBezTo>
                  <a:cubicBezTo>
                    <a:pt x="57" y="2558"/>
                    <a:pt x="177" y="2657"/>
                    <a:pt x="312" y="2686"/>
                  </a:cubicBezTo>
                  <a:cubicBezTo>
                    <a:pt x="362" y="2698"/>
                    <a:pt x="412" y="2704"/>
                    <a:pt x="461" y="2704"/>
                  </a:cubicBezTo>
                  <a:cubicBezTo>
                    <a:pt x="553" y="2704"/>
                    <a:pt x="643" y="2685"/>
                    <a:pt x="731" y="2657"/>
                  </a:cubicBezTo>
                  <a:cubicBezTo>
                    <a:pt x="858" y="2622"/>
                    <a:pt x="993" y="2572"/>
                    <a:pt x="1170" y="2530"/>
                  </a:cubicBezTo>
                  <a:lnTo>
                    <a:pt x="1170" y="2530"/>
                  </a:lnTo>
                  <a:cubicBezTo>
                    <a:pt x="1035" y="2643"/>
                    <a:pt x="908" y="2764"/>
                    <a:pt x="816" y="2913"/>
                  </a:cubicBezTo>
                  <a:cubicBezTo>
                    <a:pt x="723" y="3061"/>
                    <a:pt x="674" y="3239"/>
                    <a:pt x="702" y="3409"/>
                  </a:cubicBezTo>
                  <a:cubicBezTo>
                    <a:pt x="731" y="3579"/>
                    <a:pt x="851" y="3742"/>
                    <a:pt x="1021" y="3785"/>
                  </a:cubicBezTo>
                  <a:cubicBezTo>
                    <a:pt x="1054" y="3793"/>
                    <a:pt x="1087" y="3798"/>
                    <a:pt x="1120" y="3798"/>
                  </a:cubicBezTo>
                  <a:cubicBezTo>
                    <a:pt x="1274" y="3798"/>
                    <a:pt x="1427" y="3709"/>
                    <a:pt x="1532" y="3586"/>
                  </a:cubicBezTo>
                  <a:cubicBezTo>
                    <a:pt x="1652" y="3437"/>
                    <a:pt x="1716" y="3253"/>
                    <a:pt x="1815" y="3076"/>
                  </a:cubicBezTo>
                  <a:cubicBezTo>
                    <a:pt x="1822" y="3352"/>
                    <a:pt x="1971" y="3607"/>
                    <a:pt x="2198" y="3763"/>
                  </a:cubicBezTo>
                  <a:cubicBezTo>
                    <a:pt x="2256" y="3800"/>
                    <a:pt x="2330" y="3833"/>
                    <a:pt x="2404" y="3833"/>
                  </a:cubicBezTo>
                  <a:cubicBezTo>
                    <a:pt x="2430" y="3833"/>
                    <a:pt x="2456" y="3829"/>
                    <a:pt x="2482" y="3820"/>
                  </a:cubicBezTo>
                  <a:cubicBezTo>
                    <a:pt x="2595" y="3778"/>
                    <a:pt x="2645" y="3643"/>
                    <a:pt x="2638" y="3522"/>
                  </a:cubicBezTo>
                  <a:cubicBezTo>
                    <a:pt x="2638" y="3253"/>
                    <a:pt x="2461" y="3019"/>
                    <a:pt x="2276" y="2771"/>
                  </a:cubicBezTo>
                  <a:lnTo>
                    <a:pt x="2276" y="2771"/>
                  </a:lnTo>
                  <a:cubicBezTo>
                    <a:pt x="2383" y="2849"/>
                    <a:pt x="2489" y="2927"/>
                    <a:pt x="2617" y="2983"/>
                  </a:cubicBezTo>
                  <a:cubicBezTo>
                    <a:pt x="2708" y="3026"/>
                    <a:pt x="2808" y="3057"/>
                    <a:pt x="2909" y="3057"/>
                  </a:cubicBezTo>
                  <a:cubicBezTo>
                    <a:pt x="2942" y="3057"/>
                    <a:pt x="2974" y="3054"/>
                    <a:pt x="3007" y="3047"/>
                  </a:cubicBezTo>
                  <a:cubicBezTo>
                    <a:pt x="3134" y="3026"/>
                    <a:pt x="3262" y="2934"/>
                    <a:pt x="3304" y="2806"/>
                  </a:cubicBezTo>
                  <a:cubicBezTo>
                    <a:pt x="3361" y="2650"/>
                    <a:pt x="3283" y="2473"/>
                    <a:pt x="3156" y="2359"/>
                  </a:cubicBezTo>
                  <a:cubicBezTo>
                    <a:pt x="3028" y="2253"/>
                    <a:pt x="2865" y="2211"/>
                    <a:pt x="2695" y="2182"/>
                  </a:cubicBezTo>
                  <a:cubicBezTo>
                    <a:pt x="3007" y="2175"/>
                    <a:pt x="3304" y="2055"/>
                    <a:pt x="3510" y="1835"/>
                  </a:cubicBezTo>
                  <a:cubicBezTo>
                    <a:pt x="3602" y="1743"/>
                    <a:pt x="3680" y="1615"/>
                    <a:pt x="3680" y="1480"/>
                  </a:cubicBezTo>
                  <a:cubicBezTo>
                    <a:pt x="3687" y="1310"/>
                    <a:pt x="3567" y="1161"/>
                    <a:pt x="3411" y="1090"/>
                  </a:cubicBezTo>
                  <a:cubicBezTo>
                    <a:pt x="3339" y="1056"/>
                    <a:pt x="3258" y="1041"/>
                    <a:pt x="3176" y="1041"/>
                  </a:cubicBezTo>
                  <a:cubicBezTo>
                    <a:pt x="3090" y="1041"/>
                    <a:pt x="3002" y="1058"/>
                    <a:pt x="2922" y="1083"/>
                  </a:cubicBezTo>
                  <a:cubicBezTo>
                    <a:pt x="2766" y="1140"/>
                    <a:pt x="2624" y="1239"/>
                    <a:pt x="2496" y="1345"/>
                  </a:cubicBezTo>
                  <a:cubicBezTo>
                    <a:pt x="2574" y="1076"/>
                    <a:pt x="2680" y="835"/>
                    <a:pt x="2673" y="587"/>
                  </a:cubicBezTo>
                  <a:cubicBezTo>
                    <a:pt x="2666" y="339"/>
                    <a:pt x="2524" y="76"/>
                    <a:pt x="2283" y="12"/>
                  </a:cubicBezTo>
                  <a:cubicBezTo>
                    <a:pt x="2250" y="4"/>
                    <a:pt x="2215" y="0"/>
                    <a:pt x="2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1"/>
            <p:cNvSpPr/>
            <p:nvPr/>
          </p:nvSpPr>
          <p:spPr>
            <a:xfrm>
              <a:off x="3396408" y="3243690"/>
              <a:ext cx="18733" cy="18065"/>
            </a:xfrm>
            <a:custGeom>
              <a:avLst/>
              <a:gdLst/>
              <a:ahLst/>
              <a:cxnLst/>
              <a:rect l="l" t="t" r="r" b="b"/>
              <a:pathLst>
                <a:path w="589" h="568" fill="none" extrusionOk="0">
                  <a:moveTo>
                    <a:pt x="440" y="78"/>
                  </a:moveTo>
                  <a:cubicBezTo>
                    <a:pt x="333" y="0"/>
                    <a:pt x="177" y="21"/>
                    <a:pt x="85" y="121"/>
                  </a:cubicBezTo>
                  <a:cubicBezTo>
                    <a:pt x="0" y="220"/>
                    <a:pt x="7" y="383"/>
                    <a:pt x="99" y="475"/>
                  </a:cubicBezTo>
                  <a:cubicBezTo>
                    <a:pt x="192" y="567"/>
                    <a:pt x="355" y="567"/>
                    <a:pt x="447" y="475"/>
                  </a:cubicBezTo>
                  <a:cubicBezTo>
                    <a:pt x="539" y="390"/>
                    <a:pt x="589" y="170"/>
                    <a:pt x="440" y="7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1"/>
            <p:cNvSpPr/>
            <p:nvPr/>
          </p:nvSpPr>
          <p:spPr>
            <a:xfrm>
              <a:off x="3191616" y="3056136"/>
              <a:ext cx="118219" cy="118823"/>
            </a:xfrm>
            <a:custGeom>
              <a:avLst/>
              <a:gdLst/>
              <a:ahLst/>
              <a:cxnLst/>
              <a:rect l="l" t="t" r="r" b="b"/>
              <a:pathLst>
                <a:path w="3717" h="3736" extrusionOk="0">
                  <a:moveTo>
                    <a:pt x="2034" y="1"/>
                  </a:moveTo>
                  <a:cubicBezTo>
                    <a:pt x="1957" y="1"/>
                    <a:pt x="1881" y="29"/>
                    <a:pt x="1823" y="76"/>
                  </a:cubicBezTo>
                  <a:cubicBezTo>
                    <a:pt x="1738" y="139"/>
                    <a:pt x="1681" y="232"/>
                    <a:pt x="1639" y="324"/>
                  </a:cubicBezTo>
                  <a:cubicBezTo>
                    <a:pt x="1504" y="615"/>
                    <a:pt x="1469" y="955"/>
                    <a:pt x="1511" y="1281"/>
                  </a:cubicBezTo>
                  <a:cubicBezTo>
                    <a:pt x="1313" y="1033"/>
                    <a:pt x="1086" y="770"/>
                    <a:pt x="774" y="700"/>
                  </a:cubicBezTo>
                  <a:cubicBezTo>
                    <a:pt x="736" y="692"/>
                    <a:pt x="697" y="686"/>
                    <a:pt x="659" y="686"/>
                  </a:cubicBezTo>
                  <a:cubicBezTo>
                    <a:pt x="597" y="686"/>
                    <a:pt x="536" y="700"/>
                    <a:pt x="483" y="735"/>
                  </a:cubicBezTo>
                  <a:cubicBezTo>
                    <a:pt x="412" y="785"/>
                    <a:pt x="370" y="870"/>
                    <a:pt x="362" y="955"/>
                  </a:cubicBezTo>
                  <a:cubicBezTo>
                    <a:pt x="348" y="1040"/>
                    <a:pt x="362" y="1125"/>
                    <a:pt x="391" y="1203"/>
                  </a:cubicBezTo>
                  <a:cubicBezTo>
                    <a:pt x="476" y="1472"/>
                    <a:pt x="674" y="1699"/>
                    <a:pt x="923" y="1799"/>
                  </a:cubicBezTo>
                  <a:cubicBezTo>
                    <a:pt x="774" y="1834"/>
                    <a:pt x="625" y="1834"/>
                    <a:pt x="483" y="1870"/>
                  </a:cubicBezTo>
                  <a:cubicBezTo>
                    <a:pt x="334" y="1905"/>
                    <a:pt x="185" y="1969"/>
                    <a:pt x="100" y="2089"/>
                  </a:cubicBezTo>
                  <a:cubicBezTo>
                    <a:pt x="8" y="2210"/>
                    <a:pt x="1" y="2394"/>
                    <a:pt x="107" y="2501"/>
                  </a:cubicBezTo>
                  <a:cubicBezTo>
                    <a:pt x="185" y="2572"/>
                    <a:pt x="292" y="2586"/>
                    <a:pt x="398" y="2593"/>
                  </a:cubicBezTo>
                  <a:cubicBezTo>
                    <a:pt x="417" y="2593"/>
                    <a:pt x="436" y="2594"/>
                    <a:pt x="454" y="2594"/>
                  </a:cubicBezTo>
                  <a:cubicBezTo>
                    <a:pt x="664" y="2594"/>
                    <a:pt x="878" y="2557"/>
                    <a:pt x="1093" y="2479"/>
                  </a:cubicBezTo>
                  <a:lnTo>
                    <a:pt x="1093" y="2479"/>
                  </a:lnTo>
                  <a:cubicBezTo>
                    <a:pt x="1001" y="2586"/>
                    <a:pt x="894" y="2685"/>
                    <a:pt x="802" y="2791"/>
                  </a:cubicBezTo>
                  <a:cubicBezTo>
                    <a:pt x="717" y="2905"/>
                    <a:pt x="639" y="3025"/>
                    <a:pt x="611" y="3167"/>
                  </a:cubicBezTo>
                  <a:cubicBezTo>
                    <a:pt x="582" y="3302"/>
                    <a:pt x="611" y="3458"/>
                    <a:pt x="717" y="3557"/>
                  </a:cubicBezTo>
                  <a:cubicBezTo>
                    <a:pt x="786" y="3622"/>
                    <a:pt x="880" y="3652"/>
                    <a:pt x="976" y="3652"/>
                  </a:cubicBezTo>
                  <a:cubicBezTo>
                    <a:pt x="1038" y="3652"/>
                    <a:pt x="1101" y="3639"/>
                    <a:pt x="1157" y="3614"/>
                  </a:cubicBezTo>
                  <a:cubicBezTo>
                    <a:pt x="1298" y="3550"/>
                    <a:pt x="1405" y="3422"/>
                    <a:pt x="1476" y="3288"/>
                  </a:cubicBezTo>
                  <a:cubicBezTo>
                    <a:pt x="1547" y="3146"/>
                    <a:pt x="1582" y="2990"/>
                    <a:pt x="1625" y="2834"/>
                  </a:cubicBezTo>
                  <a:cubicBezTo>
                    <a:pt x="1625" y="3047"/>
                    <a:pt x="1674" y="3252"/>
                    <a:pt x="1766" y="3444"/>
                  </a:cubicBezTo>
                  <a:cubicBezTo>
                    <a:pt x="1816" y="3543"/>
                    <a:pt x="1880" y="3642"/>
                    <a:pt x="1979" y="3699"/>
                  </a:cubicBezTo>
                  <a:cubicBezTo>
                    <a:pt x="2025" y="3724"/>
                    <a:pt x="2075" y="3736"/>
                    <a:pt x="2126" y="3736"/>
                  </a:cubicBezTo>
                  <a:cubicBezTo>
                    <a:pt x="2248" y="3736"/>
                    <a:pt x="2374" y="3669"/>
                    <a:pt x="2454" y="3564"/>
                  </a:cubicBezTo>
                  <a:cubicBezTo>
                    <a:pt x="2561" y="3422"/>
                    <a:pt x="2582" y="3231"/>
                    <a:pt x="2546" y="3054"/>
                  </a:cubicBezTo>
                  <a:cubicBezTo>
                    <a:pt x="2511" y="2884"/>
                    <a:pt x="2426" y="2720"/>
                    <a:pt x="2390" y="2515"/>
                  </a:cubicBezTo>
                  <a:lnTo>
                    <a:pt x="2390" y="2515"/>
                  </a:lnTo>
                  <a:cubicBezTo>
                    <a:pt x="2537" y="2705"/>
                    <a:pt x="2780" y="2816"/>
                    <a:pt x="3022" y="2816"/>
                  </a:cubicBezTo>
                  <a:cubicBezTo>
                    <a:pt x="3096" y="2816"/>
                    <a:pt x="3170" y="2806"/>
                    <a:pt x="3241" y="2784"/>
                  </a:cubicBezTo>
                  <a:cubicBezTo>
                    <a:pt x="3348" y="2749"/>
                    <a:pt x="3447" y="2685"/>
                    <a:pt x="3504" y="2586"/>
                  </a:cubicBezTo>
                  <a:cubicBezTo>
                    <a:pt x="3582" y="2437"/>
                    <a:pt x="3518" y="2238"/>
                    <a:pt x="3390" y="2118"/>
                  </a:cubicBezTo>
                  <a:cubicBezTo>
                    <a:pt x="3263" y="2004"/>
                    <a:pt x="3092" y="1955"/>
                    <a:pt x="2922" y="1884"/>
                  </a:cubicBezTo>
                  <a:cubicBezTo>
                    <a:pt x="3128" y="1799"/>
                    <a:pt x="3341" y="1706"/>
                    <a:pt x="3497" y="1536"/>
                  </a:cubicBezTo>
                  <a:cubicBezTo>
                    <a:pt x="3645" y="1373"/>
                    <a:pt x="3716" y="1111"/>
                    <a:pt x="3596" y="919"/>
                  </a:cubicBezTo>
                  <a:cubicBezTo>
                    <a:pt x="3511" y="778"/>
                    <a:pt x="3341" y="707"/>
                    <a:pt x="3177" y="707"/>
                  </a:cubicBezTo>
                  <a:cubicBezTo>
                    <a:pt x="3014" y="714"/>
                    <a:pt x="2858" y="785"/>
                    <a:pt x="2731" y="884"/>
                  </a:cubicBezTo>
                  <a:cubicBezTo>
                    <a:pt x="2596" y="983"/>
                    <a:pt x="2490" y="1104"/>
                    <a:pt x="2383" y="1231"/>
                  </a:cubicBezTo>
                  <a:cubicBezTo>
                    <a:pt x="2419" y="941"/>
                    <a:pt x="2419" y="636"/>
                    <a:pt x="2348" y="352"/>
                  </a:cubicBezTo>
                  <a:cubicBezTo>
                    <a:pt x="2312" y="210"/>
                    <a:pt x="2249" y="61"/>
                    <a:pt x="2114" y="12"/>
                  </a:cubicBezTo>
                  <a:cubicBezTo>
                    <a:pt x="2088" y="4"/>
                    <a:pt x="2061" y="1"/>
                    <a:pt x="2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1"/>
            <p:cNvSpPr/>
            <p:nvPr/>
          </p:nvSpPr>
          <p:spPr>
            <a:xfrm>
              <a:off x="3243267" y="3115135"/>
              <a:ext cx="18988" cy="18065"/>
            </a:xfrm>
            <a:custGeom>
              <a:avLst/>
              <a:gdLst/>
              <a:ahLst/>
              <a:cxnLst/>
              <a:rect l="l" t="t" r="r" b="b"/>
              <a:pathLst>
                <a:path w="597" h="568" fill="none" extrusionOk="0">
                  <a:moveTo>
                    <a:pt x="462" y="85"/>
                  </a:moveTo>
                  <a:cubicBezTo>
                    <a:pt x="362" y="0"/>
                    <a:pt x="199" y="7"/>
                    <a:pt x="107" y="100"/>
                  </a:cubicBezTo>
                  <a:cubicBezTo>
                    <a:pt x="15" y="185"/>
                    <a:pt x="1" y="348"/>
                    <a:pt x="86" y="447"/>
                  </a:cubicBezTo>
                  <a:cubicBezTo>
                    <a:pt x="164" y="546"/>
                    <a:pt x="334" y="568"/>
                    <a:pt x="433" y="483"/>
                  </a:cubicBezTo>
                  <a:cubicBezTo>
                    <a:pt x="532" y="405"/>
                    <a:pt x="596" y="192"/>
                    <a:pt x="462" y="85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1"/>
            <p:cNvSpPr/>
            <p:nvPr/>
          </p:nvSpPr>
          <p:spPr>
            <a:xfrm>
              <a:off x="3513896" y="2636088"/>
              <a:ext cx="121145" cy="118601"/>
            </a:xfrm>
            <a:custGeom>
              <a:avLst/>
              <a:gdLst/>
              <a:ahLst/>
              <a:cxnLst/>
              <a:rect l="l" t="t" r="r" b="b"/>
              <a:pathLst>
                <a:path w="3809" h="3729" extrusionOk="0">
                  <a:moveTo>
                    <a:pt x="2191" y="0"/>
                  </a:moveTo>
                  <a:cubicBezTo>
                    <a:pt x="2126" y="0"/>
                    <a:pt x="2059" y="22"/>
                    <a:pt x="2000" y="58"/>
                  </a:cubicBezTo>
                  <a:cubicBezTo>
                    <a:pt x="1915" y="115"/>
                    <a:pt x="1851" y="200"/>
                    <a:pt x="1802" y="285"/>
                  </a:cubicBezTo>
                  <a:cubicBezTo>
                    <a:pt x="1638" y="569"/>
                    <a:pt x="1582" y="902"/>
                    <a:pt x="1596" y="1235"/>
                  </a:cubicBezTo>
                  <a:cubicBezTo>
                    <a:pt x="1419" y="966"/>
                    <a:pt x="1213" y="689"/>
                    <a:pt x="908" y="590"/>
                  </a:cubicBezTo>
                  <a:cubicBezTo>
                    <a:pt x="864" y="577"/>
                    <a:pt x="815" y="568"/>
                    <a:pt x="767" y="568"/>
                  </a:cubicBezTo>
                  <a:cubicBezTo>
                    <a:pt x="714" y="568"/>
                    <a:pt x="662" y="578"/>
                    <a:pt x="617" y="604"/>
                  </a:cubicBezTo>
                  <a:cubicBezTo>
                    <a:pt x="539" y="647"/>
                    <a:pt x="490" y="725"/>
                    <a:pt x="476" y="810"/>
                  </a:cubicBezTo>
                  <a:cubicBezTo>
                    <a:pt x="454" y="895"/>
                    <a:pt x="468" y="980"/>
                    <a:pt x="483" y="1065"/>
                  </a:cubicBezTo>
                  <a:cubicBezTo>
                    <a:pt x="546" y="1335"/>
                    <a:pt x="724" y="1583"/>
                    <a:pt x="965" y="1696"/>
                  </a:cubicBezTo>
                  <a:cubicBezTo>
                    <a:pt x="816" y="1718"/>
                    <a:pt x="667" y="1711"/>
                    <a:pt x="518" y="1732"/>
                  </a:cubicBezTo>
                  <a:cubicBezTo>
                    <a:pt x="369" y="1753"/>
                    <a:pt x="220" y="1803"/>
                    <a:pt x="121" y="1916"/>
                  </a:cubicBezTo>
                  <a:cubicBezTo>
                    <a:pt x="22" y="2030"/>
                    <a:pt x="1" y="2221"/>
                    <a:pt x="100" y="2327"/>
                  </a:cubicBezTo>
                  <a:cubicBezTo>
                    <a:pt x="164" y="2405"/>
                    <a:pt x="277" y="2434"/>
                    <a:pt x="376" y="2448"/>
                  </a:cubicBezTo>
                  <a:cubicBezTo>
                    <a:pt x="443" y="2456"/>
                    <a:pt x="509" y="2460"/>
                    <a:pt x="577" y="2460"/>
                  </a:cubicBezTo>
                  <a:cubicBezTo>
                    <a:pt x="740" y="2460"/>
                    <a:pt x="908" y="2436"/>
                    <a:pt x="1078" y="2391"/>
                  </a:cubicBezTo>
                  <a:lnTo>
                    <a:pt x="1078" y="2391"/>
                  </a:lnTo>
                  <a:cubicBezTo>
                    <a:pt x="979" y="2490"/>
                    <a:pt x="866" y="2583"/>
                    <a:pt x="766" y="2682"/>
                  </a:cubicBezTo>
                  <a:cubicBezTo>
                    <a:pt x="667" y="2781"/>
                    <a:pt x="582" y="2902"/>
                    <a:pt x="539" y="3036"/>
                  </a:cubicBezTo>
                  <a:cubicBezTo>
                    <a:pt x="504" y="3171"/>
                    <a:pt x="518" y="3327"/>
                    <a:pt x="617" y="3434"/>
                  </a:cubicBezTo>
                  <a:cubicBezTo>
                    <a:pt x="690" y="3511"/>
                    <a:pt x="796" y="3552"/>
                    <a:pt x="904" y="3552"/>
                  </a:cubicBezTo>
                  <a:cubicBezTo>
                    <a:pt x="953" y="3552"/>
                    <a:pt x="1003" y="3544"/>
                    <a:pt x="1050" y="3526"/>
                  </a:cubicBezTo>
                  <a:cubicBezTo>
                    <a:pt x="1199" y="3476"/>
                    <a:pt x="1319" y="3363"/>
                    <a:pt x="1397" y="3228"/>
                  </a:cubicBezTo>
                  <a:cubicBezTo>
                    <a:pt x="1475" y="3093"/>
                    <a:pt x="1525" y="2944"/>
                    <a:pt x="1575" y="2788"/>
                  </a:cubicBezTo>
                  <a:lnTo>
                    <a:pt x="1575" y="2788"/>
                  </a:lnTo>
                  <a:cubicBezTo>
                    <a:pt x="1568" y="3001"/>
                    <a:pt x="1596" y="3214"/>
                    <a:pt x="1674" y="3405"/>
                  </a:cubicBezTo>
                  <a:cubicBezTo>
                    <a:pt x="1709" y="3512"/>
                    <a:pt x="1766" y="3618"/>
                    <a:pt x="1858" y="3682"/>
                  </a:cubicBezTo>
                  <a:cubicBezTo>
                    <a:pt x="1913" y="3714"/>
                    <a:pt x="1974" y="3729"/>
                    <a:pt x="2036" y="3729"/>
                  </a:cubicBezTo>
                  <a:cubicBezTo>
                    <a:pt x="2152" y="3729"/>
                    <a:pt x="2269" y="3677"/>
                    <a:pt x="2348" y="3590"/>
                  </a:cubicBezTo>
                  <a:cubicBezTo>
                    <a:pt x="2461" y="3455"/>
                    <a:pt x="2496" y="3263"/>
                    <a:pt x="2475" y="3086"/>
                  </a:cubicBezTo>
                  <a:cubicBezTo>
                    <a:pt x="2461" y="2909"/>
                    <a:pt x="2390" y="2746"/>
                    <a:pt x="2369" y="2533"/>
                  </a:cubicBezTo>
                  <a:lnTo>
                    <a:pt x="2369" y="2533"/>
                  </a:lnTo>
                  <a:cubicBezTo>
                    <a:pt x="2510" y="2751"/>
                    <a:pt x="2775" y="2891"/>
                    <a:pt x="3035" y="2891"/>
                  </a:cubicBezTo>
                  <a:cubicBezTo>
                    <a:pt x="3088" y="2891"/>
                    <a:pt x="3140" y="2885"/>
                    <a:pt x="3191" y="2873"/>
                  </a:cubicBezTo>
                  <a:cubicBezTo>
                    <a:pt x="3305" y="2845"/>
                    <a:pt x="3411" y="2788"/>
                    <a:pt x="3475" y="2696"/>
                  </a:cubicBezTo>
                  <a:cubicBezTo>
                    <a:pt x="3567" y="2554"/>
                    <a:pt x="3518" y="2349"/>
                    <a:pt x="3397" y="2221"/>
                  </a:cubicBezTo>
                  <a:cubicBezTo>
                    <a:pt x="3284" y="2101"/>
                    <a:pt x="3113" y="2037"/>
                    <a:pt x="2957" y="1952"/>
                  </a:cubicBezTo>
                  <a:cubicBezTo>
                    <a:pt x="3170" y="1881"/>
                    <a:pt x="3390" y="1803"/>
                    <a:pt x="3553" y="1654"/>
                  </a:cubicBezTo>
                  <a:cubicBezTo>
                    <a:pt x="3716" y="1498"/>
                    <a:pt x="3808" y="1243"/>
                    <a:pt x="3709" y="1044"/>
                  </a:cubicBezTo>
                  <a:cubicBezTo>
                    <a:pt x="3631" y="895"/>
                    <a:pt x="3468" y="810"/>
                    <a:pt x="3305" y="796"/>
                  </a:cubicBezTo>
                  <a:cubicBezTo>
                    <a:pt x="3296" y="795"/>
                    <a:pt x="3286" y="795"/>
                    <a:pt x="3277" y="795"/>
                  </a:cubicBezTo>
                  <a:cubicBezTo>
                    <a:pt x="3123" y="795"/>
                    <a:pt x="2971" y="851"/>
                    <a:pt x="2844" y="938"/>
                  </a:cubicBezTo>
                  <a:cubicBezTo>
                    <a:pt x="2702" y="1023"/>
                    <a:pt x="2582" y="1136"/>
                    <a:pt x="2468" y="1257"/>
                  </a:cubicBezTo>
                  <a:cubicBezTo>
                    <a:pt x="2532" y="966"/>
                    <a:pt x="2553" y="668"/>
                    <a:pt x="2504" y="377"/>
                  </a:cubicBezTo>
                  <a:cubicBezTo>
                    <a:pt x="2482" y="236"/>
                    <a:pt x="2433" y="80"/>
                    <a:pt x="2298" y="23"/>
                  </a:cubicBezTo>
                  <a:cubicBezTo>
                    <a:pt x="2264" y="7"/>
                    <a:pt x="2228" y="0"/>
                    <a:pt x="2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1"/>
            <p:cNvSpPr/>
            <p:nvPr/>
          </p:nvSpPr>
          <p:spPr>
            <a:xfrm>
              <a:off x="3565770" y="2694545"/>
              <a:ext cx="19433" cy="18065"/>
            </a:xfrm>
            <a:custGeom>
              <a:avLst/>
              <a:gdLst/>
              <a:ahLst/>
              <a:cxnLst/>
              <a:rect l="l" t="t" r="r" b="b"/>
              <a:pathLst>
                <a:path w="611" h="568" fill="none" extrusionOk="0">
                  <a:moveTo>
                    <a:pt x="483" y="99"/>
                  </a:moveTo>
                  <a:cubicBezTo>
                    <a:pt x="390" y="7"/>
                    <a:pt x="227" y="0"/>
                    <a:pt x="128" y="78"/>
                  </a:cubicBezTo>
                  <a:cubicBezTo>
                    <a:pt x="29" y="163"/>
                    <a:pt x="0" y="326"/>
                    <a:pt x="78" y="433"/>
                  </a:cubicBezTo>
                  <a:cubicBezTo>
                    <a:pt x="149" y="539"/>
                    <a:pt x="312" y="567"/>
                    <a:pt x="419" y="497"/>
                  </a:cubicBezTo>
                  <a:cubicBezTo>
                    <a:pt x="525" y="426"/>
                    <a:pt x="610" y="220"/>
                    <a:pt x="483" y="99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1"/>
            <p:cNvSpPr/>
            <p:nvPr/>
          </p:nvSpPr>
          <p:spPr>
            <a:xfrm>
              <a:off x="3653711" y="2895012"/>
              <a:ext cx="71084" cy="431912"/>
            </a:xfrm>
            <a:custGeom>
              <a:avLst/>
              <a:gdLst/>
              <a:ahLst/>
              <a:cxnLst/>
              <a:rect l="l" t="t" r="r" b="b"/>
              <a:pathLst>
                <a:path w="2235" h="13580" extrusionOk="0">
                  <a:moveTo>
                    <a:pt x="589" y="1"/>
                  </a:moveTo>
                  <a:lnTo>
                    <a:pt x="1" y="185"/>
                  </a:lnTo>
                  <a:lnTo>
                    <a:pt x="965" y="3787"/>
                  </a:lnTo>
                  <a:cubicBezTo>
                    <a:pt x="852" y="7049"/>
                    <a:pt x="852" y="10318"/>
                    <a:pt x="972" y="13580"/>
                  </a:cubicBezTo>
                  <a:lnTo>
                    <a:pt x="2234" y="13580"/>
                  </a:lnTo>
                  <a:lnTo>
                    <a:pt x="2234" y="363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1"/>
            <p:cNvSpPr/>
            <p:nvPr/>
          </p:nvSpPr>
          <p:spPr>
            <a:xfrm>
              <a:off x="3681222" y="3121209"/>
              <a:ext cx="3435" cy="205715"/>
            </a:xfrm>
            <a:custGeom>
              <a:avLst/>
              <a:gdLst/>
              <a:ahLst/>
              <a:cxnLst/>
              <a:rect l="l" t="t" r="r" b="b"/>
              <a:pathLst>
                <a:path w="108" h="6468" fill="none" extrusionOk="0">
                  <a:moveTo>
                    <a:pt x="22" y="1"/>
                  </a:moveTo>
                  <a:cubicBezTo>
                    <a:pt x="1" y="2156"/>
                    <a:pt x="29" y="4312"/>
                    <a:pt x="107" y="6468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1"/>
            <p:cNvSpPr/>
            <p:nvPr/>
          </p:nvSpPr>
          <p:spPr>
            <a:xfrm>
              <a:off x="3653711" y="2900896"/>
              <a:ext cx="30724" cy="174132"/>
            </a:xfrm>
            <a:custGeom>
              <a:avLst/>
              <a:gdLst/>
              <a:ahLst/>
              <a:cxnLst/>
              <a:rect l="l" t="t" r="r" b="b"/>
              <a:pathLst>
                <a:path w="966" h="5475" fill="none" extrusionOk="0">
                  <a:moveTo>
                    <a:pt x="1" y="0"/>
                  </a:moveTo>
                  <a:lnTo>
                    <a:pt x="965" y="3602"/>
                  </a:lnTo>
                  <a:cubicBezTo>
                    <a:pt x="944" y="4226"/>
                    <a:pt x="923" y="4850"/>
                    <a:pt x="908" y="5474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1"/>
            <p:cNvSpPr/>
            <p:nvPr/>
          </p:nvSpPr>
          <p:spPr>
            <a:xfrm>
              <a:off x="3688442" y="2930443"/>
              <a:ext cx="25508" cy="56390"/>
            </a:xfrm>
            <a:custGeom>
              <a:avLst/>
              <a:gdLst/>
              <a:ahLst/>
              <a:cxnLst/>
              <a:rect l="l" t="t" r="r" b="b"/>
              <a:pathLst>
                <a:path w="802" h="1773" fill="none" extrusionOk="0">
                  <a:moveTo>
                    <a:pt x="802" y="1773"/>
                  </a:moveTo>
                  <a:lnTo>
                    <a:pt x="1" y="0"/>
                  </a:ln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1"/>
            <p:cNvSpPr/>
            <p:nvPr/>
          </p:nvSpPr>
          <p:spPr>
            <a:xfrm>
              <a:off x="3461131" y="3127093"/>
              <a:ext cx="103303" cy="157212"/>
            </a:xfrm>
            <a:custGeom>
              <a:avLst/>
              <a:gdLst/>
              <a:ahLst/>
              <a:cxnLst/>
              <a:rect l="l" t="t" r="r" b="b"/>
              <a:pathLst>
                <a:path w="3248" h="4943" extrusionOk="0">
                  <a:moveTo>
                    <a:pt x="1603" y="0"/>
                  </a:moveTo>
                  <a:cubicBezTo>
                    <a:pt x="1603" y="0"/>
                    <a:pt x="1603" y="0"/>
                    <a:pt x="1603" y="0"/>
                  </a:cubicBezTo>
                  <a:lnTo>
                    <a:pt x="1603" y="0"/>
                  </a:lnTo>
                  <a:cubicBezTo>
                    <a:pt x="1603" y="0"/>
                    <a:pt x="1603" y="0"/>
                    <a:pt x="1603" y="0"/>
                  </a:cubicBezTo>
                  <a:close/>
                  <a:moveTo>
                    <a:pt x="1603" y="0"/>
                  </a:moveTo>
                  <a:cubicBezTo>
                    <a:pt x="1596" y="1"/>
                    <a:pt x="1234" y="21"/>
                    <a:pt x="1234" y="21"/>
                  </a:cubicBezTo>
                  <a:cubicBezTo>
                    <a:pt x="1270" y="745"/>
                    <a:pt x="1312" y="1468"/>
                    <a:pt x="1355" y="2191"/>
                  </a:cubicBezTo>
                  <a:cubicBezTo>
                    <a:pt x="1354" y="2194"/>
                    <a:pt x="1352" y="2195"/>
                    <a:pt x="1348" y="2195"/>
                  </a:cubicBezTo>
                  <a:cubicBezTo>
                    <a:pt x="1260" y="2195"/>
                    <a:pt x="334" y="1347"/>
                    <a:pt x="334" y="1347"/>
                  </a:cubicBezTo>
                  <a:lnTo>
                    <a:pt x="0" y="1610"/>
                  </a:lnTo>
                  <a:cubicBezTo>
                    <a:pt x="787" y="2723"/>
                    <a:pt x="1574" y="3829"/>
                    <a:pt x="2369" y="4942"/>
                  </a:cubicBezTo>
                  <a:lnTo>
                    <a:pt x="3248" y="4326"/>
                  </a:lnTo>
                  <a:cubicBezTo>
                    <a:pt x="2858" y="3879"/>
                    <a:pt x="2468" y="3439"/>
                    <a:pt x="2085" y="3000"/>
                  </a:cubicBezTo>
                  <a:cubicBezTo>
                    <a:pt x="1872" y="1872"/>
                    <a:pt x="1738" y="936"/>
                    <a:pt x="16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1"/>
            <p:cNvSpPr/>
            <p:nvPr/>
          </p:nvSpPr>
          <p:spPr>
            <a:xfrm>
              <a:off x="3519971" y="3239015"/>
              <a:ext cx="60493" cy="56231"/>
            </a:xfrm>
            <a:custGeom>
              <a:avLst/>
              <a:gdLst/>
              <a:ahLst/>
              <a:cxnLst/>
              <a:rect l="l" t="t" r="r" b="b"/>
              <a:pathLst>
                <a:path w="1902" h="1768" extrusionOk="0">
                  <a:moveTo>
                    <a:pt x="1504" y="0"/>
                  </a:moveTo>
                  <a:cubicBezTo>
                    <a:pt x="1301" y="0"/>
                    <a:pt x="1096" y="72"/>
                    <a:pt x="937" y="204"/>
                  </a:cubicBezTo>
                  <a:cubicBezTo>
                    <a:pt x="738" y="381"/>
                    <a:pt x="625" y="651"/>
                    <a:pt x="646" y="913"/>
                  </a:cubicBezTo>
                  <a:cubicBezTo>
                    <a:pt x="462" y="927"/>
                    <a:pt x="285" y="1019"/>
                    <a:pt x="164" y="1161"/>
                  </a:cubicBezTo>
                  <a:cubicBezTo>
                    <a:pt x="51" y="1303"/>
                    <a:pt x="1" y="1501"/>
                    <a:pt x="29" y="1679"/>
                  </a:cubicBezTo>
                  <a:cubicBezTo>
                    <a:pt x="29" y="1679"/>
                    <a:pt x="198" y="1767"/>
                    <a:pt x="450" y="1767"/>
                  </a:cubicBezTo>
                  <a:cubicBezTo>
                    <a:pt x="677" y="1767"/>
                    <a:pt x="971" y="1695"/>
                    <a:pt x="1270" y="1423"/>
                  </a:cubicBezTo>
                  <a:cubicBezTo>
                    <a:pt x="1901" y="842"/>
                    <a:pt x="1681" y="19"/>
                    <a:pt x="1681" y="19"/>
                  </a:cubicBezTo>
                  <a:cubicBezTo>
                    <a:pt x="1623" y="7"/>
                    <a:pt x="1564" y="0"/>
                    <a:pt x="15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1"/>
            <p:cNvSpPr/>
            <p:nvPr/>
          </p:nvSpPr>
          <p:spPr>
            <a:xfrm>
              <a:off x="3519971" y="3237806"/>
              <a:ext cx="53496" cy="54609"/>
            </a:xfrm>
            <a:custGeom>
              <a:avLst/>
              <a:gdLst/>
              <a:ahLst/>
              <a:cxnLst/>
              <a:rect l="l" t="t" r="r" b="b"/>
              <a:pathLst>
                <a:path w="1682" h="1717" fill="none" extrusionOk="0">
                  <a:moveTo>
                    <a:pt x="1681" y="57"/>
                  </a:moveTo>
                  <a:cubicBezTo>
                    <a:pt x="1426" y="1"/>
                    <a:pt x="1143" y="72"/>
                    <a:pt x="937" y="242"/>
                  </a:cubicBezTo>
                  <a:cubicBezTo>
                    <a:pt x="738" y="419"/>
                    <a:pt x="625" y="689"/>
                    <a:pt x="646" y="951"/>
                  </a:cubicBezTo>
                  <a:cubicBezTo>
                    <a:pt x="462" y="965"/>
                    <a:pt x="285" y="1057"/>
                    <a:pt x="164" y="1199"/>
                  </a:cubicBezTo>
                  <a:cubicBezTo>
                    <a:pt x="51" y="1341"/>
                    <a:pt x="1" y="1539"/>
                    <a:pt x="29" y="1717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1" name="Google Shape;1491;p41"/>
          <p:cNvGrpSpPr/>
          <p:nvPr/>
        </p:nvGrpSpPr>
        <p:grpSpPr>
          <a:xfrm>
            <a:off x="-76281" y="-76222"/>
            <a:ext cx="2018656" cy="2150559"/>
            <a:chOff x="3995392" y="3558051"/>
            <a:chExt cx="904375" cy="963469"/>
          </a:xfrm>
        </p:grpSpPr>
        <p:sp>
          <p:nvSpPr>
            <p:cNvPr id="1492" name="Google Shape;1492;p41"/>
            <p:cNvSpPr/>
            <p:nvPr/>
          </p:nvSpPr>
          <p:spPr>
            <a:xfrm>
              <a:off x="3995392" y="3558051"/>
              <a:ext cx="904375" cy="963469"/>
            </a:xfrm>
            <a:custGeom>
              <a:avLst/>
              <a:gdLst/>
              <a:ahLst/>
              <a:cxnLst/>
              <a:rect l="l" t="t" r="r" b="b"/>
              <a:pathLst>
                <a:path w="28435" h="30293" extrusionOk="0">
                  <a:moveTo>
                    <a:pt x="2837" y="1"/>
                  </a:moveTo>
                  <a:cubicBezTo>
                    <a:pt x="2695" y="1"/>
                    <a:pt x="2553" y="22"/>
                    <a:pt x="2425" y="57"/>
                  </a:cubicBezTo>
                  <a:lnTo>
                    <a:pt x="1418" y="57"/>
                  </a:lnTo>
                  <a:cubicBezTo>
                    <a:pt x="638" y="57"/>
                    <a:pt x="0" y="695"/>
                    <a:pt x="0" y="1475"/>
                  </a:cubicBezTo>
                  <a:lnTo>
                    <a:pt x="0" y="6184"/>
                  </a:lnTo>
                  <a:lnTo>
                    <a:pt x="0" y="8205"/>
                  </a:lnTo>
                  <a:lnTo>
                    <a:pt x="0" y="10857"/>
                  </a:lnTo>
                  <a:lnTo>
                    <a:pt x="0" y="12409"/>
                  </a:lnTo>
                  <a:lnTo>
                    <a:pt x="0" y="13154"/>
                  </a:lnTo>
                  <a:lnTo>
                    <a:pt x="0" y="14735"/>
                  </a:lnTo>
                  <a:lnTo>
                    <a:pt x="0" y="18997"/>
                  </a:lnTo>
                  <a:lnTo>
                    <a:pt x="0" y="20117"/>
                  </a:lnTo>
                  <a:lnTo>
                    <a:pt x="0" y="20528"/>
                  </a:lnTo>
                  <a:lnTo>
                    <a:pt x="0" y="21868"/>
                  </a:lnTo>
                  <a:lnTo>
                    <a:pt x="0" y="22932"/>
                  </a:lnTo>
                  <a:lnTo>
                    <a:pt x="0" y="22960"/>
                  </a:lnTo>
                  <a:lnTo>
                    <a:pt x="0" y="25130"/>
                  </a:lnTo>
                  <a:lnTo>
                    <a:pt x="0" y="28392"/>
                  </a:lnTo>
                  <a:cubicBezTo>
                    <a:pt x="0" y="28973"/>
                    <a:pt x="355" y="29491"/>
                    <a:pt x="894" y="29711"/>
                  </a:cubicBezTo>
                  <a:cubicBezTo>
                    <a:pt x="1149" y="29810"/>
                    <a:pt x="1369" y="29895"/>
                    <a:pt x="1567" y="29959"/>
                  </a:cubicBezTo>
                  <a:cubicBezTo>
                    <a:pt x="2142" y="30143"/>
                    <a:pt x="2709" y="30236"/>
                    <a:pt x="3262" y="30236"/>
                  </a:cubicBezTo>
                  <a:cubicBezTo>
                    <a:pt x="3801" y="30236"/>
                    <a:pt x="4319" y="30150"/>
                    <a:pt x="4794" y="29973"/>
                  </a:cubicBezTo>
                  <a:cubicBezTo>
                    <a:pt x="5538" y="30186"/>
                    <a:pt x="6318" y="30292"/>
                    <a:pt x="7112" y="30292"/>
                  </a:cubicBezTo>
                  <a:cubicBezTo>
                    <a:pt x="8488" y="30292"/>
                    <a:pt x="9842" y="29959"/>
                    <a:pt x="11033" y="29342"/>
                  </a:cubicBezTo>
                  <a:cubicBezTo>
                    <a:pt x="11558" y="29066"/>
                    <a:pt x="12317" y="28605"/>
                    <a:pt x="12806" y="27789"/>
                  </a:cubicBezTo>
                  <a:cubicBezTo>
                    <a:pt x="12842" y="27732"/>
                    <a:pt x="12870" y="27669"/>
                    <a:pt x="12905" y="27612"/>
                  </a:cubicBezTo>
                  <a:cubicBezTo>
                    <a:pt x="12913" y="27591"/>
                    <a:pt x="12927" y="27569"/>
                    <a:pt x="12934" y="27548"/>
                  </a:cubicBezTo>
                  <a:cubicBezTo>
                    <a:pt x="12955" y="27513"/>
                    <a:pt x="12969" y="27470"/>
                    <a:pt x="12991" y="27428"/>
                  </a:cubicBezTo>
                  <a:cubicBezTo>
                    <a:pt x="12998" y="27406"/>
                    <a:pt x="13005" y="27385"/>
                    <a:pt x="13012" y="27364"/>
                  </a:cubicBezTo>
                  <a:cubicBezTo>
                    <a:pt x="13033" y="27328"/>
                    <a:pt x="13047" y="27279"/>
                    <a:pt x="13061" y="27236"/>
                  </a:cubicBezTo>
                  <a:cubicBezTo>
                    <a:pt x="13069" y="27215"/>
                    <a:pt x="13076" y="27201"/>
                    <a:pt x="13083" y="27179"/>
                  </a:cubicBezTo>
                  <a:cubicBezTo>
                    <a:pt x="13097" y="27137"/>
                    <a:pt x="13111" y="27087"/>
                    <a:pt x="13125" y="27038"/>
                  </a:cubicBezTo>
                  <a:cubicBezTo>
                    <a:pt x="13132" y="27023"/>
                    <a:pt x="13132" y="27009"/>
                    <a:pt x="13139" y="26995"/>
                  </a:cubicBezTo>
                  <a:cubicBezTo>
                    <a:pt x="13147" y="26967"/>
                    <a:pt x="13154" y="26938"/>
                    <a:pt x="13154" y="26917"/>
                  </a:cubicBezTo>
                  <a:cubicBezTo>
                    <a:pt x="13678" y="26910"/>
                    <a:pt x="14210" y="26896"/>
                    <a:pt x="14728" y="26860"/>
                  </a:cubicBezTo>
                  <a:lnTo>
                    <a:pt x="14756" y="26860"/>
                  </a:lnTo>
                  <a:cubicBezTo>
                    <a:pt x="15373" y="26818"/>
                    <a:pt x="15990" y="26747"/>
                    <a:pt x="16586" y="26662"/>
                  </a:cubicBezTo>
                  <a:cubicBezTo>
                    <a:pt x="16720" y="26640"/>
                    <a:pt x="16862" y="26619"/>
                    <a:pt x="17018" y="26598"/>
                  </a:cubicBezTo>
                  <a:lnTo>
                    <a:pt x="17110" y="26577"/>
                  </a:lnTo>
                  <a:cubicBezTo>
                    <a:pt x="17273" y="26555"/>
                    <a:pt x="17415" y="26527"/>
                    <a:pt x="17550" y="26499"/>
                  </a:cubicBezTo>
                  <a:cubicBezTo>
                    <a:pt x="18465" y="26321"/>
                    <a:pt x="19259" y="26087"/>
                    <a:pt x="19982" y="25790"/>
                  </a:cubicBezTo>
                  <a:lnTo>
                    <a:pt x="19989" y="25790"/>
                  </a:lnTo>
                  <a:cubicBezTo>
                    <a:pt x="20110" y="25733"/>
                    <a:pt x="20230" y="25683"/>
                    <a:pt x="20358" y="25627"/>
                  </a:cubicBezTo>
                  <a:lnTo>
                    <a:pt x="20400" y="25598"/>
                  </a:lnTo>
                  <a:lnTo>
                    <a:pt x="20422" y="25591"/>
                  </a:lnTo>
                  <a:cubicBezTo>
                    <a:pt x="20521" y="25541"/>
                    <a:pt x="20620" y="25492"/>
                    <a:pt x="20719" y="25442"/>
                  </a:cubicBezTo>
                  <a:cubicBezTo>
                    <a:pt x="20748" y="25428"/>
                    <a:pt x="20783" y="25414"/>
                    <a:pt x="20812" y="25393"/>
                  </a:cubicBezTo>
                  <a:cubicBezTo>
                    <a:pt x="20904" y="25343"/>
                    <a:pt x="20996" y="25293"/>
                    <a:pt x="21088" y="25237"/>
                  </a:cubicBezTo>
                  <a:lnTo>
                    <a:pt x="21109" y="25229"/>
                  </a:lnTo>
                  <a:cubicBezTo>
                    <a:pt x="21131" y="25215"/>
                    <a:pt x="21159" y="25201"/>
                    <a:pt x="21180" y="25187"/>
                  </a:cubicBezTo>
                  <a:cubicBezTo>
                    <a:pt x="21308" y="25109"/>
                    <a:pt x="21428" y="25031"/>
                    <a:pt x="21535" y="24960"/>
                  </a:cubicBezTo>
                  <a:cubicBezTo>
                    <a:pt x="21641" y="24889"/>
                    <a:pt x="21748" y="24811"/>
                    <a:pt x="21847" y="24740"/>
                  </a:cubicBezTo>
                  <a:cubicBezTo>
                    <a:pt x="22336" y="24371"/>
                    <a:pt x="22925" y="23818"/>
                    <a:pt x="23300" y="23088"/>
                  </a:cubicBezTo>
                  <a:cubicBezTo>
                    <a:pt x="23620" y="23003"/>
                    <a:pt x="23924" y="22897"/>
                    <a:pt x="24215" y="22783"/>
                  </a:cubicBezTo>
                  <a:cubicBezTo>
                    <a:pt x="24676" y="22599"/>
                    <a:pt x="25350" y="22287"/>
                    <a:pt x="25889" y="21705"/>
                  </a:cubicBezTo>
                  <a:cubicBezTo>
                    <a:pt x="26555" y="20982"/>
                    <a:pt x="26825" y="20025"/>
                    <a:pt x="26612" y="19153"/>
                  </a:cubicBezTo>
                  <a:cubicBezTo>
                    <a:pt x="26591" y="19053"/>
                    <a:pt x="26555" y="18947"/>
                    <a:pt x="26520" y="18855"/>
                  </a:cubicBezTo>
                  <a:cubicBezTo>
                    <a:pt x="26591" y="18713"/>
                    <a:pt x="26640" y="18557"/>
                    <a:pt x="26676" y="18394"/>
                  </a:cubicBezTo>
                  <a:cubicBezTo>
                    <a:pt x="26697" y="18295"/>
                    <a:pt x="26711" y="18195"/>
                    <a:pt x="26711" y="18089"/>
                  </a:cubicBezTo>
                  <a:cubicBezTo>
                    <a:pt x="27108" y="17529"/>
                    <a:pt x="27066" y="16756"/>
                    <a:pt x="26598" y="16245"/>
                  </a:cubicBezTo>
                  <a:cubicBezTo>
                    <a:pt x="26470" y="15912"/>
                    <a:pt x="26264" y="15614"/>
                    <a:pt x="25995" y="15373"/>
                  </a:cubicBezTo>
                  <a:cubicBezTo>
                    <a:pt x="25754" y="15161"/>
                    <a:pt x="25463" y="14998"/>
                    <a:pt x="25151" y="14898"/>
                  </a:cubicBezTo>
                  <a:cubicBezTo>
                    <a:pt x="27328" y="11466"/>
                    <a:pt x="28434" y="7510"/>
                    <a:pt x="28434" y="3121"/>
                  </a:cubicBezTo>
                  <a:cubicBezTo>
                    <a:pt x="28434" y="2575"/>
                    <a:pt x="28420" y="2000"/>
                    <a:pt x="28399" y="1419"/>
                  </a:cubicBezTo>
                  <a:cubicBezTo>
                    <a:pt x="28363" y="660"/>
                    <a:pt x="27739" y="57"/>
                    <a:pt x="26981" y="57"/>
                  </a:cubicBezTo>
                  <a:lnTo>
                    <a:pt x="23932" y="57"/>
                  </a:lnTo>
                  <a:cubicBezTo>
                    <a:pt x="23797" y="22"/>
                    <a:pt x="23662" y="1"/>
                    <a:pt x="23520" y="1"/>
                  </a:cubicBezTo>
                  <a:cubicBezTo>
                    <a:pt x="23378" y="1"/>
                    <a:pt x="23237" y="22"/>
                    <a:pt x="23102" y="57"/>
                  </a:cubicBezTo>
                  <a:lnTo>
                    <a:pt x="3248" y="57"/>
                  </a:lnTo>
                  <a:cubicBezTo>
                    <a:pt x="3120" y="22"/>
                    <a:pt x="2993" y="1"/>
                    <a:pt x="28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1"/>
            <p:cNvSpPr/>
            <p:nvPr/>
          </p:nvSpPr>
          <p:spPr>
            <a:xfrm>
              <a:off x="4040491" y="3604963"/>
              <a:ext cx="814144" cy="752474"/>
            </a:xfrm>
            <a:custGeom>
              <a:avLst/>
              <a:gdLst/>
              <a:ahLst/>
              <a:cxnLst/>
              <a:rect l="l" t="t" r="r" b="b"/>
              <a:pathLst>
                <a:path w="25598" h="23659" extrusionOk="0">
                  <a:moveTo>
                    <a:pt x="0" y="0"/>
                  </a:moveTo>
                  <a:lnTo>
                    <a:pt x="0" y="23655"/>
                  </a:lnTo>
                  <a:cubicBezTo>
                    <a:pt x="48" y="23655"/>
                    <a:pt x="95" y="23658"/>
                    <a:pt x="142" y="23658"/>
                  </a:cubicBezTo>
                  <a:cubicBezTo>
                    <a:pt x="166" y="23658"/>
                    <a:pt x="189" y="23658"/>
                    <a:pt x="213" y="23655"/>
                  </a:cubicBezTo>
                  <a:cubicBezTo>
                    <a:pt x="11502" y="23606"/>
                    <a:pt x="25598" y="16884"/>
                    <a:pt x="25598" y="1646"/>
                  </a:cubicBezTo>
                  <a:cubicBezTo>
                    <a:pt x="25598" y="1092"/>
                    <a:pt x="25584" y="546"/>
                    <a:pt x="25563" y="0"/>
                  </a:cubicBezTo>
                  <a:close/>
                </a:path>
              </a:pathLst>
            </a:custGeom>
            <a:solidFill>
              <a:srgbClr val="E17D00">
                <a:alpha val="1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1"/>
            <p:cNvSpPr/>
            <p:nvPr/>
          </p:nvSpPr>
          <p:spPr>
            <a:xfrm>
              <a:off x="4040491" y="3604963"/>
              <a:ext cx="649458" cy="606267"/>
            </a:xfrm>
            <a:custGeom>
              <a:avLst/>
              <a:gdLst/>
              <a:ahLst/>
              <a:cxnLst/>
              <a:rect l="l" t="t" r="r" b="b"/>
              <a:pathLst>
                <a:path w="20420" h="19062" extrusionOk="0">
                  <a:moveTo>
                    <a:pt x="0" y="0"/>
                  </a:moveTo>
                  <a:lnTo>
                    <a:pt x="0" y="19053"/>
                  </a:lnTo>
                  <a:cubicBezTo>
                    <a:pt x="179" y="19059"/>
                    <a:pt x="360" y="19061"/>
                    <a:pt x="543" y="19061"/>
                  </a:cubicBezTo>
                  <a:cubicBezTo>
                    <a:pt x="8358" y="19061"/>
                    <a:pt x="20419" y="14139"/>
                    <a:pt x="20315" y="497"/>
                  </a:cubicBezTo>
                  <a:cubicBezTo>
                    <a:pt x="20308" y="334"/>
                    <a:pt x="20308" y="164"/>
                    <a:pt x="20301" y="0"/>
                  </a:cubicBezTo>
                  <a:close/>
                </a:path>
              </a:pathLst>
            </a:custGeom>
            <a:solidFill>
              <a:srgbClr val="E17D00">
                <a:alpha val="1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1"/>
            <p:cNvSpPr/>
            <p:nvPr/>
          </p:nvSpPr>
          <p:spPr>
            <a:xfrm>
              <a:off x="4040491" y="3604963"/>
              <a:ext cx="548795" cy="422339"/>
            </a:xfrm>
            <a:custGeom>
              <a:avLst/>
              <a:gdLst/>
              <a:ahLst/>
              <a:cxnLst/>
              <a:rect l="l" t="t" r="r" b="b"/>
              <a:pathLst>
                <a:path w="17255" h="13279" extrusionOk="0">
                  <a:moveTo>
                    <a:pt x="0" y="0"/>
                  </a:moveTo>
                  <a:lnTo>
                    <a:pt x="0" y="13260"/>
                  </a:lnTo>
                  <a:cubicBezTo>
                    <a:pt x="350" y="13272"/>
                    <a:pt x="698" y="13278"/>
                    <a:pt x="1045" y="13278"/>
                  </a:cubicBezTo>
                  <a:cubicBezTo>
                    <a:pt x="9579" y="13278"/>
                    <a:pt x="17255" y="9628"/>
                    <a:pt x="16969" y="0"/>
                  </a:cubicBezTo>
                  <a:close/>
                </a:path>
              </a:pathLst>
            </a:custGeom>
            <a:solidFill>
              <a:srgbClr val="E17D00">
                <a:alpha val="1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1"/>
            <p:cNvSpPr/>
            <p:nvPr/>
          </p:nvSpPr>
          <p:spPr>
            <a:xfrm>
              <a:off x="4040491" y="3604963"/>
              <a:ext cx="240382" cy="215129"/>
            </a:xfrm>
            <a:custGeom>
              <a:avLst/>
              <a:gdLst/>
              <a:ahLst/>
              <a:cxnLst/>
              <a:rect l="l" t="t" r="r" b="b"/>
              <a:pathLst>
                <a:path w="7558" h="6764" extrusionOk="0">
                  <a:moveTo>
                    <a:pt x="0" y="0"/>
                  </a:moveTo>
                  <a:lnTo>
                    <a:pt x="0" y="6730"/>
                  </a:lnTo>
                  <a:cubicBezTo>
                    <a:pt x="241" y="6752"/>
                    <a:pt x="482" y="6763"/>
                    <a:pt x="723" y="6763"/>
                  </a:cubicBezTo>
                  <a:cubicBezTo>
                    <a:pt x="4194" y="6763"/>
                    <a:pt x="7558" y="4430"/>
                    <a:pt x="7027" y="0"/>
                  </a:cubicBezTo>
                  <a:close/>
                </a:path>
              </a:pathLst>
            </a:custGeom>
            <a:solidFill>
              <a:srgbClr val="E17D00">
                <a:alpha val="1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1"/>
            <p:cNvSpPr/>
            <p:nvPr/>
          </p:nvSpPr>
          <p:spPr>
            <a:xfrm>
              <a:off x="4040491" y="3947122"/>
              <a:ext cx="763638" cy="311784"/>
            </a:xfrm>
            <a:custGeom>
              <a:avLst/>
              <a:gdLst/>
              <a:ahLst/>
              <a:cxnLst/>
              <a:rect l="l" t="t" r="r" b="b"/>
              <a:pathLst>
                <a:path w="24010" h="9803" extrusionOk="0">
                  <a:moveTo>
                    <a:pt x="1772" y="1"/>
                  </a:moveTo>
                  <a:cubicBezTo>
                    <a:pt x="1081" y="1"/>
                    <a:pt x="395" y="381"/>
                    <a:pt x="43" y="978"/>
                  </a:cubicBezTo>
                  <a:cubicBezTo>
                    <a:pt x="29" y="963"/>
                    <a:pt x="15" y="942"/>
                    <a:pt x="0" y="921"/>
                  </a:cubicBezTo>
                  <a:lnTo>
                    <a:pt x="0" y="6764"/>
                  </a:lnTo>
                  <a:cubicBezTo>
                    <a:pt x="837" y="6640"/>
                    <a:pt x="1680" y="6583"/>
                    <a:pt x="2523" y="6583"/>
                  </a:cubicBezTo>
                  <a:cubicBezTo>
                    <a:pt x="3173" y="6583"/>
                    <a:pt x="3822" y="6617"/>
                    <a:pt x="4468" y="6679"/>
                  </a:cubicBezTo>
                  <a:cubicBezTo>
                    <a:pt x="7034" y="6913"/>
                    <a:pt x="9537" y="7572"/>
                    <a:pt x="11998" y="8324"/>
                  </a:cubicBezTo>
                  <a:cubicBezTo>
                    <a:pt x="13678" y="8827"/>
                    <a:pt x="15352" y="9387"/>
                    <a:pt x="17089" y="9650"/>
                  </a:cubicBezTo>
                  <a:cubicBezTo>
                    <a:pt x="17730" y="9746"/>
                    <a:pt x="18382" y="9803"/>
                    <a:pt x="19031" y="9803"/>
                  </a:cubicBezTo>
                  <a:cubicBezTo>
                    <a:pt x="20141" y="9803"/>
                    <a:pt x="21244" y="9638"/>
                    <a:pt x="22272" y="9231"/>
                  </a:cubicBezTo>
                  <a:cubicBezTo>
                    <a:pt x="22698" y="9061"/>
                    <a:pt x="23116" y="8848"/>
                    <a:pt x="23428" y="8508"/>
                  </a:cubicBezTo>
                  <a:cubicBezTo>
                    <a:pt x="23740" y="8175"/>
                    <a:pt x="23925" y="7693"/>
                    <a:pt x="23818" y="7253"/>
                  </a:cubicBezTo>
                  <a:cubicBezTo>
                    <a:pt x="23722" y="6847"/>
                    <a:pt x="23338" y="6505"/>
                    <a:pt x="22933" y="6505"/>
                  </a:cubicBezTo>
                  <a:cubicBezTo>
                    <a:pt x="22892" y="6505"/>
                    <a:pt x="22852" y="6508"/>
                    <a:pt x="22811" y="6516"/>
                  </a:cubicBezTo>
                  <a:cubicBezTo>
                    <a:pt x="23173" y="6232"/>
                    <a:pt x="23570" y="5941"/>
                    <a:pt x="23790" y="5516"/>
                  </a:cubicBezTo>
                  <a:cubicBezTo>
                    <a:pt x="24010" y="5097"/>
                    <a:pt x="23995" y="4516"/>
                    <a:pt x="23641" y="4204"/>
                  </a:cubicBezTo>
                  <a:cubicBezTo>
                    <a:pt x="23447" y="4029"/>
                    <a:pt x="23177" y="3961"/>
                    <a:pt x="22915" y="3961"/>
                  </a:cubicBezTo>
                  <a:cubicBezTo>
                    <a:pt x="22890" y="3961"/>
                    <a:pt x="22865" y="3962"/>
                    <a:pt x="22840" y="3963"/>
                  </a:cubicBezTo>
                  <a:cubicBezTo>
                    <a:pt x="22556" y="3977"/>
                    <a:pt x="22280" y="4062"/>
                    <a:pt x="22010" y="4147"/>
                  </a:cubicBezTo>
                  <a:cubicBezTo>
                    <a:pt x="22124" y="3800"/>
                    <a:pt x="22272" y="3552"/>
                    <a:pt x="22322" y="3275"/>
                  </a:cubicBezTo>
                  <a:cubicBezTo>
                    <a:pt x="22372" y="2998"/>
                    <a:pt x="22315" y="2687"/>
                    <a:pt x="22116" y="2488"/>
                  </a:cubicBezTo>
                  <a:cubicBezTo>
                    <a:pt x="21953" y="2336"/>
                    <a:pt x="21728" y="2269"/>
                    <a:pt x="21507" y="2269"/>
                  </a:cubicBezTo>
                  <a:cubicBezTo>
                    <a:pt x="21449" y="2269"/>
                    <a:pt x="21392" y="2274"/>
                    <a:pt x="21336" y="2282"/>
                  </a:cubicBezTo>
                  <a:cubicBezTo>
                    <a:pt x="21060" y="2325"/>
                    <a:pt x="20805" y="2453"/>
                    <a:pt x="20556" y="2580"/>
                  </a:cubicBezTo>
                  <a:cubicBezTo>
                    <a:pt x="20734" y="2268"/>
                    <a:pt x="20939" y="2006"/>
                    <a:pt x="21032" y="1694"/>
                  </a:cubicBezTo>
                  <a:cubicBezTo>
                    <a:pt x="21117" y="1382"/>
                    <a:pt x="21060" y="1006"/>
                    <a:pt x="20812" y="793"/>
                  </a:cubicBezTo>
                  <a:cubicBezTo>
                    <a:pt x="20666" y="668"/>
                    <a:pt x="20470" y="620"/>
                    <a:pt x="20275" y="620"/>
                  </a:cubicBezTo>
                  <a:cubicBezTo>
                    <a:pt x="20205" y="620"/>
                    <a:pt x="20135" y="626"/>
                    <a:pt x="20067" y="637"/>
                  </a:cubicBezTo>
                  <a:cubicBezTo>
                    <a:pt x="19436" y="744"/>
                    <a:pt x="18961" y="1240"/>
                    <a:pt x="18521" y="1701"/>
                  </a:cubicBezTo>
                  <a:cubicBezTo>
                    <a:pt x="18111" y="1326"/>
                    <a:pt x="17574" y="1133"/>
                    <a:pt x="17044" y="1133"/>
                  </a:cubicBezTo>
                  <a:cubicBezTo>
                    <a:pt x="16741" y="1133"/>
                    <a:pt x="16441" y="1196"/>
                    <a:pt x="16167" y="1325"/>
                  </a:cubicBezTo>
                  <a:cubicBezTo>
                    <a:pt x="15409" y="1673"/>
                    <a:pt x="14905" y="2502"/>
                    <a:pt x="14926" y="3332"/>
                  </a:cubicBezTo>
                  <a:cubicBezTo>
                    <a:pt x="14473" y="2736"/>
                    <a:pt x="13856" y="2403"/>
                    <a:pt x="13225" y="2382"/>
                  </a:cubicBezTo>
                  <a:cubicBezTo>
                    <a:pt x="13203" y="2381"/>
                    <a:pt x="13182" y="2381"/>
                    <a:pt x="13161" y="2381"/>
                  </a:cubicBezTo>
                  <a:cubicBezTo>
                    <a:pt x="12552" y="2381"/>
                    <a:pt x="11949" y="2675"/>
                    <a:pt x="11573" y="3154"/>
                  </a:cubicBezTo>
                  <a:cubicBezTo>
                    <a:pt x="10913" y="1665"/>
                    <a:pt x="9594" y="609"/>
                    <a:pt x="8098" y="290"/>
                  </a:cubicBezTo>
                  <a:cubicBezTo>
                    <a:pt x="7765" y="217"/>
                    <a:pt x="7424" y="182"/>
                    <a:pt x="7084" y="182"/>
                  </a:cubicBezTo>
                  <a:cubicBezTo>
                    <a:pt x="5895" y="182"/>
                    <a:pt x="4705" y="612"/>
                    <a:pt x="3801" y="1389"/>
                  </a:cubicBezTo>
                  <a:cubicBezTo>
                    <a:pt x="3340" y="581"/>
                    <a:pt x="2659" y="70"/>
                    <a:pt x="1915" y="6"/>
                  </a:cubicBezTo>
                  <a:cubicBezTo>
                    <a:pt x="1867" y="3"/>
                    <a:pt x="1820" y="1"/>
                    <a:pt x="17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1"/>
            <p:cNvSpPr/>
            <p:nvPr/>
          </p:nvSpPr>
          <p:spPr>
            <a:xfrm>
              <a:off x="4367256" y="3901736"/>
              <a:ext cx="229632" cy="165450"/>
            </a:xfrm>
            <a:custGeom>
              <a:avLst/>
              <a:gdLst/>
              <a:ahLst/>
              <a:cxnLst/>
              <a:rect l="l" t="t" r="r" b="b"/>
              <a:pathLst>
                <a:path w="7220" h="5202" extrusionOk="0">
                  <a:moveTo>
                    <a:pt x="3221" y="1"/>
                  </a:moveTo>
                  <a:cubicBezTo>
                    <a:pt x="2817" y="1"/>
                    <a:pt x="2421" y="205"/>
                    <a:pt x="2156" y="511"/>
                  </a:cubicBezTo>
                  <a:cubicBezTo>
                    <a:pt x="1887" y="830"/>
                    <a:pt x="1759" y="1249"/>
                    <a:pt x="1774" y="1667"/>
                  </a:cubicBezTo>
                  <a:cubicBezTo>
                    <a:pt x="1743" y="1665"/>
                    <a:pt x="1713" y="1665"/>
                    <a:pt x="1682" y="1665"/>
                  </a:cubicBezTo>
                  <a:cubicBezTo>
                    <a:pt x="879" y="1665"/>
                    <a:pt x="217" y="2290"/>
                    <a:pt x="107" y="3022"/>
                  </a:cubicBezTo>
                  <a:cubicBezTo>
                    <a:pt x="1" y="3780"/>
                    <a:pt x="441" y="4567"/>
                    <a:pt x="1114" y="4936"/>
                  </a:cubicBezTo>
                  <a:cubicBezTo>
                    <a:pt x="1443" y="5116"/>
                    <a:pt x="1813" y="5201"/>
                    <a:pt x="2187" y="5201"/>
                  </a:cubicBezTo>
                  <a:cubicBezTo>
                    <a:pt x="2579" y="5201"/>
                    <a:pt x="2974" y="5107"/>
                    <a:pt x="3326" y="4929"/>
                  </a:cubicBezTo>
                  <a:cubicBezTo>
                    <a:pt x="3894" y="5061"/>
                    <a:pt x="4351" y="5132"/>
                    <a:pt x="4786" y="5132"/>
                  </a:cubicBezTo>
                  <a:cubicBezTo>
                    <a:pt x="4889" y="5132"/>
                    <a:pt x="4991" y="5129"/>
                    <a:pt x="5092" y="5120"/>
                  </a:cubicBezTo>
                  <a:cubicBezTo>
                    <a:pt x="5624" y="5078"/>
                    <a:pt x="6156" y="4915"/>
                    <a:pt x="6560" y="4574"/>
                  </a:cubicBezTo>
                  <a:cubicBezTo>
                    <a:pt x="6964" y="4227"/>
                    <a:pt x="7219" y="3681"/>
                    <a:pt x="7120" y="3156"/>
                  </a:cubicBezTo>
                  <a:cubicBezTo>
                    <a:pt x="7025" y="2662"/>
                    <a:pt x="6568" y="2232"/>
                    <a:pt x="6069" y="2232"/>
                  </a:cubicBezTo>
                  <a:cubicBezTo>
                    <a:pt x="6046" y="2232"/>
                    <a:pt x="6023" y="2233"/>
                    <a:pt x="6000" y="2234"/>
                  </a:cubicBezTo>
                  <a:cubicBezTo>
                    <a:pt x="6219" y="1809"/>
                    <a:pt x="6149" y="1192"/>
                    <a:pt x="5794" y="816"/>
                  </a:cubicBezTo>
                  <a:cubicBezTo>
                    <a:pt x="5568" y="577"/>
                    <a:pt x="5242" y="451"/>
                    <a:pt x="4919" y="451"/>
                  </a:cubicBezTo>
                  <a:cubicBezTo>
                    <a:pt x="4725" y="451"/>
                    <a:pt x="4532" y="496"/>
                    <a:pt x="4362" y="589"/>
                  </a:cubicBezTo>
                  <a:cubicBezTo>
                    <a:pt x="4071" y="221"/>
                    <a:pt x="3660" y="1"/>
                    <a:pt x="3241" y="1"/>
                  </a:cubicBezTo>
                  <a:cubicBezTo>
                    <a:pt x="3234" y="1"/>
                    <a:pt x="3228" y="1"/>
                    <a:pt x="32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1"/>
            <p:cNvSpPr/>
            <p:nvPr/>
          </p:nvSpPr>
          <p:spPr>
            <a:xfrm>
              <a:off x="4453416" y="4023740"/>
              <a:ext cx="38357" cy="110554"/>
            </a:xfrm>
            <a:custGeom>
              <a:avLst/>
              <a:gdLst/>
              <a:ahLst/>
              <a:cxnLst/>
              <a:rect l="l" t="t" r="r" b="b"/>
              <a:pathLst>
                <a:path w="1206" h="3476" extrusionOk="0">
                  <a:moveTo>
                    <a:pt x="242" y="1"/>
                  </a:moveTo>
                  <a:lnTo>
                    <a:pt x="1" y="200"/>
                  </a:lnTo>
                  <a:cubicBezTo>
                    <a:pt x="157" y="490"/>
                    <a:pt x="305" y="781"/>
                    <a:pt x="454" y="1072"/>
                  </a:cubicBezTo>
                  <a:cubicBezTo>
                    <a:pt x="412" y="1866"/>
                    <a:pt x="483" y="2632"/>
                    <a:pt x="561" y="3405"/>
                  </a:cubicBezTo>
                  <a:cubicBezTo>
                    <a:pt x="773" y="3475"/>
                    <a:pt x="993" y="3475"/>
                    <a:pt x="1206" y="3475"/>
                  </a:cubicBezTo>
                  <a:cubicBezTo>
                    <a:pt x="1100" y="2681"/>
                    <a:pt x="993" y="1894"/>
                    <a:pt x="880" y="1100"/>
                  </a:cubicBezTo>
                  <a:cubicBezTo>
                    <a:pt x="859" y="994"/>
                    <a:pt x="1178" y="228"/>
                    <a:pt x="1178" y="228"/>
                  </a:cubicBezTo>
                  <a:lnTo>
                    <a:pt x="859" y="29"/>
                  </a:lnTo>
                  <a:lnTo>
                    <a:pt x="589" y="561"/>
                  </a:lnTo>
                  <a:lnTo>
                    <a:pt x="2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1"/>
            <p:cNvSpPr/>
            <p:nvPr/>
          </p:nvSpPr>
          <p:spPr>
            <a:xfrm>
              <a:off x="4167680" y="3853011"/>
              <a:ext cx="226452" cy="173592"/>
            </a:xfrm>
            <a:custGeom>
              <a:avLst/>
              <a:gdLst/>
              <a:ahLst/>
              <a:cxnLst/>
              <a:rect l="l" t="t" r="r" b="b"/>
              <a:pathLst>
                <a:path w="7120" h="5458" extrusionOk="0">
                  <a:moveTo>
                    <a:pt x="3753" y="0"/>
                  </a:moveTo>
                  <a:cubicBezTo>
                    <a:pt x="3295" y="0"/>
                    <a:pt x="2837" y="178"/>
                    <a:pt x="2482" y="476"/>
                  </a:cubicBezTo>
                  <a:cubicBezTo>
                    <a:pt x="2036" y="845"/>
                    <a:pt x="1759" y="1398"/>
                    <a:pt x="1646" y="1965"/>
                  </a:cubicBezTo>
                  <a:cubicBezTo>
                    <a:pt x="1525" y="1925"/>
                    <a:pt x="1406" y="1906"/>
                    <a:pt x="1291" y="1906"/>
                  </a:cubicBezTo>
                  <a:cubicBezTo>
                    <a:pt x="822" y="1906"/>
                    <a:pt x="415" y="2215"/>
                    <a:pt x="227" y="2625"/>
                  </a:cubicBezTo>
                  <a:cubicBezTo>
                    <a:pt x="1" y="3142"/>
                    <a:pt x="93" y="3774"/>
                    <a:pt x="412" y="4242"/>
                  </a:cubicBezTo>
                  <a:cubicBezTo>
                    <a:pt x="724" y="4702"/>
                    <a:pt x="1241" y="5014"/>
                    <a:pt x="1787" y="5149"/>
                  </a:cubicBezTo>
                  <a:cubicBezTo>
                    <a:pt x="2041" y="5212"/>
                    <a:pt x="2303" y="5239"/>
                    <a:pt x="2565" y="5239"/>
                  </a:cubicBezTo>
                  <a:cubicBezTo>
                    <a:pt x="2868" y="5239"/>
                    <a:pt x="3172" y="5203"/>
                    <a:pt x="3468" y="5142"/>
                  </a:cubicBezTo>
                  <a:cubicBezTo>
                    <a:pt x="3869" y="5358"/>
                    <a:pt x="4288" y="5458"/>
                    <a:pt x="4694" y="5458"/>
                  </a:cubicBezTo>
                  <a:cubicBezTo>
                    <a:pt x="5129" y="5458"/>
                    <a:pt x="5548" y="5344"/>
                    <a:pt x="5914" y="5135"/>
                  </a:cubicBezTo>
                  <a:cubicBezTo>
                    <a:pt x="6205" y="4972"/>
                    <a:pt x="6467" y="4745"/>
                    <a:pt x="6609" y="4440"/>
                  </a:cubicBezTo>
                  <a:cubicBezTo>
                    <a:pt x="6751" y="4142"/>
                    <a:pt x="6744" y="3759"/>
                    <a:pt x="6538" y="3497"/>
                  </a:cubicBezTo>
                  <a:cubicBezTo>
                    <a:pt x="6964" y="3093"/>
                    <a:pt x="7120" y="2412"/>
                    <a:pt x="6864" y="1902"/>
                  </a:cubicBezTo>
                  <a:cubicBezTo>
                    <a:pt x="6657" y="1486"/>
                    <a:pt x="6190" y="1221"/>
                    <a:pt x="5729" y="1221"/>
                  </a:cubicBezTo>
                  <a:cubicBezTo>
                    <a:pt x="5624" y="1221"/>
                    <a:pt x="5519" y="1234"/>
                    <a:pt x="5418" y="1263"/>
                  </a:cubicBezTo>
                  <a:cubicBezTo>
                    <a:pt x="5170" y="625"/>
                    <a:pt x="4673" y="164"/>
                    <a:pt x="4106" y="37"/>
                  </a:cubicBezTo>
                  <a:cubicBezTo>
                    <a:pt x="3990" y="12"/>
                    <a:pt x="3871" y="0"/>
                    <a:pt x="37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1"/>
            <p:cNvSpPr/>
            <p:nvPr/>
          </p:nvSpPr>
          <p:spPr>
            <a:xfrm>
              <a:off x="4266021" y="3970530"/>
              <a:ext cx="41983" cy="135108"/>
            </a:xfrm>
            <a:custGeom>
              <a:avLst/>
              <a:gdLst/>
              <a:ahLst/>
              <a:cxnLst/>
              <a:rect l="l" t="t" r="r" b="b"/>
              <a:pathLst>
                <a:path w="1320" h="4248" extrusionOk="0">
                  <a:moveTo>
                    <a:pt x="14" y="1"/>
                  </a:moveTo>
                  <a:cubicBezTo>
                    <a:pt x="0" y="1419"/>
                    <a:pt x="50" y="2837"/>
                    <a:pt x="170" y="4248"/>
                  </a:cubicBezTo>
                  <a:cubicBezTo>
                    <a:pt x="336" y="4185"/>
                    <a:pt x="481" y="4159"/>
                    <a:pt x="616" y="4159"/>
                  </a:cubicBezTo>
                  <a:cubicBezTo>
                    <a:pt x="695" y="4159"/>
                    <a:pt x="771" y="4168"/>
                    <a:pt x="844" y="4184"/>
                  </a:cubicBezTo>
                  <a:cubicBezTo>
                    <a:pt x="766" y="3362"/>
                    <a:pt x="688" y="2539"/>
                    <a:pt x="617" y="1717"/>
                  </a:cubicBezTo>
                  <a:cubicBezTo>
                    <a:pt x="624" y="1553"/>
                    <a:pt x="1319" y="979"/>
                    <a:pt x="1319" y="979"/>
                  </a:cubicBezTo>
                  <a:lnTo>
                    <a:pt x="1184" y="589"/>
                  </a:lnTo>
                  <a:lnTo>
                    <a:pt x="447" y="1220"/>
                  </a:lnTo>
                  <a:lnTo>
                    <a:pt x="355" y="22"/>
                  </a:lnTo>
                  <a:lnTo>
                    <a:pt x="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1"/>
            <p:cNvSpPr/>
            <p:nvPr/>
          </p:nvSpPr>
          <p:spPr>
            <a:xfrm>
              <a:off x="4050192" y="4037957"/>
              <a:ext cx="654483" cy="330995"/>
            </a:xfrm>
            <a:custGeom>
              <a:avLst/>
              <a:gdLst/>
              <a:ahLst/>
              <a:cxnLst/>
              <a:rect l="l" t="t" r="r" b="b"/>
              <a:pathLst>
                <a:path w="20578" h="10407" extrusionOk="0">
                  <a:moveTo>
                    <a:pt x="4961" y="0"/>
                  </a:moveTo>
                  <a:cubicBezTo>
                    <a:pt x="4262" y="0"/>
                    <a:pt x="3552" y="210"/>
                    <a:pt x="2957" y="582"/>
                  </a:cubicBezTo>
                  <a:cubicBezTo>
                    <a:pt x="1879" y="1263"/>
                    <a:pt x="1149" y="2390"/>
                    <a:pt x="724" y="3589"/>
                  </a:cubicBezTo>
                  <a:cubicBezTo>
                    <a:pt x="305" y="4787"/>
                    <a:pt x="149" y="6063"/>
                    <a:pt x="0" y="7325"/>
                  </a:cubicBezTo>
                  <a:cubicBezTo>
                    <a:pt x="3614" y="9422"/>
                    <a:pt x="7510" y="10406"/>
                    <a:pt x="11370" y="10406"/>
                  </a:cubicBezTo>
                  <a:cubicBezTo>
                    <a:pt x="12471" y="10406"/>
                    <a:pt x="13569" y="10326"/>
                    <a:pt x="14657" y="10169"/>
                  </a:cubicBezTo>
                  <a:cubicBezTo>
                    <a:pt x="16295" y="9935"/>
                    <a:pt x="17954" y="9502"/>
                    <a:pt x="19273" y="8517"/>
                  </a:cubicBezTo>
                  <a:cubicBezTo>
                    <a:pt x="19961" y="7999"/>
                    <a:pt x="20578" y="7247"/>
                    <a:pt x="20542" y="6389"/>
                  </a:cubicBezTo>
                  <a:cubicBezTo>
                    <a:pt x="20500" y="5489"/>
                    <a:pt x="19769" y="4787"/>
                    <a:pt x="19018" y="4291"/>
                  </a:cubicBezTo>
                  <a:cubicBezTo>
                    <a:pt x="17571" y="3326"/>
                    <a:pt x="15855" y="2759"/>
                    <a:pt x="14118" y="2674"/>
                  </a:cubicBezTo>
                  <a:cubicBezTo>
                    <a:pt x="13909" y="2664"/>
                    <a:pt x="13700" y="2660"/>
                    <a:pt x="13490" y="2660"/>
                  </a:cubicBezTo>
                  <a:cubicBezTo>
                    <a:pt x="12852" y="2660"/>
                    <a:pt x="12214" y="2696"/>
                    <a:pt x="11578" y="2696"/>
                  </a:cubicBezTo>
                  <a:cubicBezTo>
                    <a:pt x="11420" y="2696"/>
                    <a:pt x="11262" y="2694"/>
                    <a:pt x="11104" y="2688"/>
                  </a:cubicBezTo>
                  <a:cubicBezTo>
                    <a:pt x="10098" y="2646"/>
                    <a:pt x="9062" y="2454"/>
                    <a:pt x="8247" y="1866"/>
                  </a:cubicBezTo>
                  <a:cubicBezTo>
                    <a:pt x="7651" y="1440"/>
                    <a:pt x="7197" y="823"/>
                    <a:pt x="6573" y="440"/>
                  </a:cubicBezTo>
                  <a:cubicBezTo>
                    <a:pt x="6087" y="139"/>
                    <a:pt x="5528" y="0"/>
                    <a:pt x="49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1"/>
            <p:cNvSpPr/>
            <p:nvPr/>
          </p:nvSpPr>
          <p:spPr>
            <a:xfrm>
              <a:off x="4056966" y="4051029"/>
              <a:ext cx="638931" cy="318018"/>
            </a:xfrm>
            <a:custGeom>
              <a:avLst/>
              <a:gdLst/>
              <a:ahLst/>
              <a:cxnLst/>
              <a:rect l="l" t="t" r="r" b="b"/>
              <a:pathLst>
                <a:path w="20089" h="9999" extrusionOk="0">
                  <a:moveTo>
                    <a:pt x="6311" y="1"/>
                  </a:moveTo>
                  <a:cubicBezTo>
                    <a:pt x="4169" y="575"/>
                    <a:pt x="2184" y="1653"/>
                    <a:pt x="532" y="3128"/>
                  </a:cubicBezTo>
                  <a:cubicBezTo>
                    <a:pt x="525" y="3142"/>
                    <a:pt x="518" y="3163"/>
                    <a:pt x="511" y="3178"/>
                  </a:cubicBezTo>
                  <a:cubicBezTo>
                    <a:pt x="269" y="3865"/>
                    <a:pt x="113" y="4582"/>
                    <a:pt x="0" y="5305"/>
                  </a:cubicBezTo>
                  <a:cubicBezTo>
                    <a:pt x="1893" y="3057"/>
                    <a:pt x="4517" y="1497"/>
                    <a:pt x="7396" y="909"/>
                  </a:cubicBezTo>
                  <a:cubicBezTo>
                    <a:pt x="7070" y="597"/>
                    <a:pt x="6743" y="270"/>
                    <a:pt x="6360" y="29"/>
                  </a:cubicBezTo>
                  <a:cubicBezTo>
                    <a:pt x="6346" y="15"/>
                    <a:pt x="6325" y="8"/>
                    <a:pt x="6311" y="1"/>
                  </a:cubicBezTo>
                  <a:close/>
                  <a:moveTo>
                    <a:pt x="7956" y="1398"/>
                  </a:moveTo>
                  <a:cubicBezTo>
                    <a:pt x="5247" y="2830"/>
                    <a:pt x="3028" y="5135"/>
                    <a:pt x="1716" y="7914"/>
                  </a:cubicBezTo>
                  <a:cubicBezTo>
                    <a:pt x="2063" y="8077"/>
                    <a:pt x="2411" y="8226"/>
                    <a:pt x="2758" y="8368"/>
                  </a:cubicBezTo>
                  <a:cubicBezTo>
                    <a:pt x="4091" y="5574"/>
                    <a:pt x="6424" y="3291"/>
                    <a:pt x="9253" y="2029"/>
                  </a:cubicBezTo>
                  <a:cubicBezTo>
                    <a:pt x="8821" y="1908"/>
                    <a:pt x="8403" y="1717"/>
                    <a:pt x="8034" y="1455"/>
                  </a:cubicBezTo>
                  <a:cubicBezTo>
                    <a:pt x="8005" y="1433"/>
                    <a:pt x="7984" y="1419"/>
                    <a:pt x="7956" y="1398"/>
                  </a:cubicBezTo>
                  <a:close/>
                  <a:moveTo>
                    <a:pt x="19315" y="4255"/>
                  </a:moveTo>
                  <a:cubicBezTo>
                    <a:pt x="18393" y="5681"/>
                    <a:pt x="17769" y="7297"/>
                    <a:pt x="17507" y="8978"/>
                  </a:cubicBezTo>
                  <a:cubicBezTo>
                    <a:pt x="17961" y="8786"/>
                    <a:pt x="18401" y="8559"/>
                    <a:pt x="18805" y="8283"/>
                  </a:cubicBezTo>
                  <a:cubicBezTo>
                    <a:pt x="19074" y="7184"/>
                    <a:pt x="19507" y="6127"/>
                    <a:pt x="20088" y="5163"/>
                  </a:cubicBezTo>
                  <a:cubicBezTo>
                    <a:pt x="19904" y="4816"/>
                    <a:pt x="19627" y="4518"/>
                    <a:pt x="19315" y="4255"/>
                  </a:cubicBezTo>
                  <a:close/>
                  <a:moveTo>
                    <a:pt x="9913" y="2178"/>
                  </a:moveTo>
                  <a:cubicBezTo>
                    <a:pt x="8020" y="4213"/>
                    <a:pt x="6552" y="6680"/>
                    <a:pt x="5666" y="9318"/>
                  </a:cubicBezTo>
                  <a:cubicBezTo>
                    <a:pt x="6041" y="9410"/>
                    <a:pt x="6410" y="9495"/>
                    <a:pt x="6786" y="9566"/>
                  </a:cubicBezTo>
                  <a:cubicBezTo>
                    <a:pt x="7722" y="6829"/>
                    <a:pt x="9331" y="4291"/>
                    <a:pt x="11409" y="2284"/>
                  </a:cubicBezTo>
                  <a:cubicBezTo>
                    <a:pt x="11232" y="2284"/>
                    <a:pt x="11062" y="2284"/>
                    <a:pt x="10891" y="2277"/>
                  </a:cubicBezTo>
                  <a:cubicBezTo>
                    <a:pt x="10565" y="2263"/>
                    <a:pt x="10232" y="2235"/>
                    <a:pt x="9913" y="2178"/>
                  </a:cubicBezTo>
                  <a:close/>
                  <a:moveTo>
                    <a:pt x="17216" y="3029"/>
                  </a:moveTo>
                  <a:cubicBezTo>
                    <a:pt x="15649" y="4979"/>
                    <a:pt x="14572" y="7333"/>
                    <a:pt x="14139" y="9800"/>
                  </a:cubicBezTo>
                  <a:cubicBezTo>
                    <a:pt x="14245" y="9786"/>
                    <a:pt x="14345" y="9772"/>
                    <a:pt x="14444" y="9758"/>
                  </a:cubicBezTo>
                  <a:cubicBezTo>
                    <a:pt x="14742" y="9715"/>
                    <a:pt x="15040" y="9666"/>
                    <a:pt x="15337" y="9609"/>
                  </a:cubicBezTo>
                  <a:cubicBezTo>
                    <a:pt x="15798" y="7389"/>
                    <a:pt x="16812" y="5284"/>
                    <a:pt x="18266" y="3546"/>
                  </a:cubicBezTo>
                  <a:cubicBezTo>
                    <a:pt x="17933" y="3348"/>
                    <a:pt x="17578" y="3178"/>
                    <a:pt x="17216" y="3029"/>
                  </a:cubicBezTo>
                  <a:close/>
                  <a:moveTo>
                    <a:pt x="14820" y="2355"/>
                  </a:moveTo>
                  <a:cubicBezTo>
                    <a:pt x="13465" y="4695"/>
                    <a:pt x="12544" y="7304"/>
                    <a:pt x="12118" y="9978"/>
                  </a:cubicBezTo>
                  <a:cubicBezTo>
                    <a:pt x="12508" y="9963"/>
                    <a:pt x="12898" y="9935"/>
                    <a:pt x="13288" y="9900"/>
                  </a:cubicBezTo>
                  <a:cubicBezTo>
                    <a:pt x="13728" y="7333"/>
                    <a:pt x="14657" y="4830"/>
                    <a:pt x="15997" y="2603"/>
                  </a:cubicBezTo>
                  <a:cubicBezTo>
                    <a:pt x="15607" y="2497"/>
                    <a:pt x="15217" y="2412"/>
                    <a:pt x="14820" y="2355"/>
                  </a:cubicBezTo>
                  <a:close/>
                  <a:moveTo>
                    <a:pt x="13309" y="2249"/>
                  </a:moveTo>
                  <a:cubicBezTo>
                    <a:pt x="12877" y="2249"/>
                    <a:pt x="12437" y="2263"/>
                    <a:pt x="12005" y="2277"/>
                  </a:cubicBezTo>
                  <a:cubicBezTo>
                    <a:pt x="10792" y="4645"/>
                    <a:pt x="10126" y="7319"/>
                    <a:pt x="10097" y="9971"/>
                  </a:cubicBezTo>
                  <a:cubicBezTo>
                    <a:pt x="10473" y="9992"/>
                    <a:pt x="10856" y="9999"/>
                    <a:pt x="11232" y="9999"/>
                  </a:cubicBezTo>
                  <a:cubicBezTo>
                    <a:pt x="11260" y="7304"/>
                    <a:pt x="11990" y="4596"/>
                    <a:pt x="13309" y="2249"/>
                  </a:cubicBezTo>
                  <a:close/>
                </a:path>
              </a:pathLst>
            </a:custGeom>
            <a:solidFill>
              <a:srgbClr val="F2B93A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1"/>
            <p:cNvSpPr/>
            <p:nvPr/>
          </p:nvSpPr>
          <p:spPr>
            <a:xfrm>
              <a:off x="4040491" y="3604963"/>
              <a:ext cx="702986" cy="298395"/>
            </a:xfrm>
            <a:custGeom>
              <a:avLst/>
              <a:gdLst/>
              <a:ahLst/>
              <a:cxnLst/>
              <a:rect l="l" t="t" r="r" b="b"/>
              <a:pathLst>
                <a:path w="22103" h="9382" extrusionOk="0">
                  <a:moveTo>
                    <a:pt x="0" y="0"/>
                  </a:moveTo>
                  <a:lnTo>
                    <a:pt x="0" y="9382"/>
                  </a:lnTo>
                  <a:cubicBezTo>
                    <a:pt x="114" y="9339"/>
                    <a:pt x="220" y="9289"/>
                    <a:pt x="327" y="9240"/>
                  </a:cubicBezTo>
                  <a:cubicBezTo>
                    <a:pt x="451" y="9331"/>
                    <a:pt x="598" y="9373"/>
                    <a:pt x="746" y="9373"/>
                  </a:cubicBezTo>
                  <a:cubicBezTo>
                    <a:pt x="1106" y="9373"/>
                    <a:pt x="1478" y="9131"/>
                    <a:pt x="1589" y="8765"/>
                  </a:cubicBezTo>
                  <a:cubicBezTo>
                    <a:pt x="2043" y="8962"/>
                    <a:pt x="2540" y="9062"/>
                    <a:pt x="3036" y="9062"/>
                  </a:cubicBezTo>
                  <a:cubicBezTo>
                    <a:pt x="3554" y="9062"/>
                    <a:pt x="4071" y="8954"/>
                    <a:pt x="4538" y="8736"/>
                  </a:cubicBezTo>
                  <a:cubicBezTo>
                    <a:pt x="5460" y="8311"/>
                    <a:pt x="6184" y="7481"/>
                    <a:pt x="6481" y="6510"/>
                  </a:cubicBezTo>
                  <a:cubicBezTo>
                    <a:pt x="7344" y="7500"/>
                    <a:pt x="8644" y="8131"/>
                    <a:pt x="9930" y="8131"/>
                  </a:cubicBezTo>
                  <a:cubicBezTo>
                    <a:pt x="10146" y="8131"/>
                    <a:pt x="10360" y="8113"/>
                    <a:pt x="10573" y="8077"/>
                  </a:cubicBezTo>
                  <a:cubicBezTo>
                    <a:pt x="12062" y="7829"/>
                    <a:pt x="13352" y="6666"/>
                    <a:pt x="13756" y="5212"/>
                  </a:cubicBezTo>
                  <a:cubicBezTo>
                    <a:pt x="13813" y="5375"/>
                    <a:pt x="13891" y="5538"/>
                    <a:pt x="14012" y="5666"/>
                  </a:cubicBezTo>
                  <a:cubicBezTo>
                    <a:pt x="14117" y="5765"/>
                    <a:pt x="14260" y="5840"/>
                    <a:pt x="14402" y="5840"/>
                  </a:cubicBezTo>
                  <a:cubicBezTo>
                    <a:pt x="14433" y="5840"/>
                    <a:pt x="14464" y="5837"/>
                    <a:pt x="14494" y="5829"/>
                  </a:cubicBezTo>
                  <a:cubicBezTo>
                    <a:pt x="14678" y="5787"/>
                    <a:pt x="14813" y="5609"/>
                    <a:pt x="14856" y="5418"/>
                  </a:cubicBezTo>
                  <a:cubicBezTo>
                    <a:pt x="14905" y="5226"/>
                    <a:pt x="14877" y="5028"/>
                    <a:pt x="14848" y="4836"/>
                  </a:cubicBezTo>
                  <a:lnTo>
                    <a:pt x="14848" y="4836"/>
                  </a:lnTo>
                  <a:cubicBezTo>
                    <a:pt x="14869" y="4837"/>
                    <a:pt x="14890" y="4837"/>
                    <a:pt x="14910" y="4837"/>
                  </a:cubicBezTo>
                  <a:cubicBezTo>
                    <a:pt x="16066" y="4837"/>
                    <a:pt x="17205" y="4448"/>
                    <a:pt x="18110" y="3744"/>
                  </a:cubicBezTo>
                  <a:cubicBezTo>
                    <a:pt x="19025" y="3028"/>
                    <a:pt x="19684" y="1986"/>
                    <a:pt x="19940" y="851"/>
                  </a:cubicBezTo>
                  <a:cubicBezTo>
                    <a:pt x="19949" y="851"/>
                    <a:pt x="19958" y="851"/>
                    <a:pt x="19967" y="851"/>
                  </a:cubicBezTo>
                  <a:cubicBezTo>
                    <a:pt x="20786" y="851"/>
                    <a:pt x="21562" y="533"/>
                    <a:pt x="22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1"/>
            <p:cNvSpPr/>
            <p:nvPr/>
          </p:nvSpPr>
          <p:spPr>
            <a:xfrm>
              <a:off x="4040491" y="3604963"/>
              <a:ext cx="702986" cy="298395"/>
            </a:xfrm>
            <a:custGeom>
              <a:avLst/>
              <a:gdLst/>
              <a:ahLst/>
              <a:cxnLst/>
              <a:rect l="l" t="t" r="r" b="b"/>
              <a:pathLst>
                <a:path w="22103" h="9382" extrusionOk="0">
                  <a:moveTo>
                    <a:pt x="0" y="0"/>
                  </a:moveTo>
                  <a:lnTo>
                    <a:pt x="0" y="9382"/>
                  </a:lnTo>
                  <a:cubicBezTo>
                    <a:pt x="114" y="9339"/>
                    <a:pt x="220" y="9289"/>
                    <a:pt x="327" y="9240"/>
                  </a:cubicBezTo>
                  <a:cubicBezTo>
                    <a:pt x="451" y="9331"/>
                    <a:pt x="598" y="9373"/>
                    <a:pt x="746" y="9373"/>
                  </a:cubicBezTo>
                  <a:cubicBezTo>
                    <a:pt x="1106" y="9373"/>
                    <a:pt x="1478" y="9131"/>
                    <a:pt x="1589" y="8765"/>
                  </a:cubicBezTo>
                  <a:cubicBezTo>
                    <a:pt x="2043" y="8962"/>
                    <a:pt x="2540" y="9062"/>
                    <a:pt x="3036" y="9062"/>
                  </a:cubicBezTo>
                  <a:cubicBezTo>
                    <a:pt x="3554" y="9062"/>
                    <a:pt x="4071" y="8954"/>
                    <a:pt x="4538" y="8736"/>
                  </a:cubicBezTo>
                  <a:cubicBezTo>
                    <a:pt x="5460" y="8311"/>
                    <a:pt x="6184" y="7481"/>
                    <a:pt x="6481" y="6510"/>
                  </a:cubicBezTo>
                  <a:cubicBezTo>
                    <a:pt x="7344" y="7500"/>
                    <a:pt x="8644" y="8131"/>
                    <a:pt x="9930" y="8131"/>
                  </a:cubicBezTo>
                  <a:cubicBezTo>
                    <a:pt x="10146" y="8131"/>
                    <a:pt x="10360" y="8113"/>
                    <a:pt x="10573" y="8077"/>
                  </a:cubicBezTo>
                  <a:cubicBezTo>
                    <a:pt x="12062" y="7822"/>
                    <a:pt x="13352" y="6666"/>
                    <a:pt x="13756" y="5212"/>
                  </a:cubicBezTo>
                  <a:cubicBezTo>
                    <a:pt x="13813" y="5375"/>
                    <a:pt x="13891" y="5538"/>
                    <a:pt x="14012" y="5666"/>
                  </a:cubicBezTo>
                  <a:cubicBezTo>
                    <a:pt x="14117" y="5765"/>
                    <a:pt x="14260" y="5840"/>
                    <a:pt x="14402" y="5840"/>
                  </a:cubicBezTo>
                  <a:cubicBezTo>
                    <a:pt x="14433" y="5840"/>
                    <a:pt x="14464" y="5837"/>
                    <a:pt x="14494" y="5829"/>
                  </a:cubicBezTo>
                  <a:cubicBezTo>
                    <a:pt x="14678" y="5787"/>
                    <a:pt x="14813" y="5602"/>
                    <a:pt x="14856" y="5418"/>
                  </a:cubicBezTo>
                  <a:cubicBezTo>
                    <a:pt x="14905" y="5226"/>
                    <a:pt x="14877" y="5028"/>
                    <a:pt x="14848" y="4836"/>
                  </a:cubicBezTo>
                  <a:lnTo>
                    <a:pt x="14848" y="4836"/>
                  </a:lnTo>
                  <a:cubicBezTo>
                    <a:pt x="14869" y="4837"/>
                    <a:pt x="14890" y="4837"/>
                    <a:pt x="14910" y="4837"/>
                  </a:cubicBezTo>
                  <a:cubicBezTo>
                    <a:pt x="16066" y="4837"/>
                    <a:pt x="17205" y="4448"/>
                    <a:pt x="18110" y="3744"/>
                  </a:cubicBezTo>
                  <a:cubicBezTo>
                    <a:pt x="19025" y="3028"/>
                    <a:pt x="19684" y="1986"/>
                    <a:pt x="19940" y="851"/>
                  </a:cubicBezTo>
                  <a:cubicBezTo>
                    <a:pt x="19949" y="851"/>
                    <a:pt x="19958" y="851"/>
                    <a:pt x="19967" y="851"/>
                  </a:cubicBezTo>
                  <a:cubicBezTo>
                    <a:pt x="20786" y="851"/>
                    <a:pt x="21562" y="533"/>
                    <a:pt x="22102" y="0"/>
                  </a:cubicBezTo>
                  <a:lnTo>
                    <a:pt x="8538" y="0"/>
                  </a:lnTo>
                  <a:cubicBezTo>
                    <a:pt x="8281" y="449"/>
                    <a:pt x="7862" y="800"/>
                    <a:pt x="7428" y="800"/>
                  </a:cubicBezTo>
                  <a:cubicBezTo>
                    <a:pt x="7382" y="800"/>
                    <a:pt x="7336" y="796"/>
                    <a:pt x="7290" y="788"/>
                  </a:cubicBezTo>
                  <a:cubicBezTo>
                    <a:pt x="6800" y="702"/>
                    <a:pt x="6432" y="249"/>
                    <a:pt x="5942" y="206"/>
                  </a:cubicBezTo>
                  <a:cubicBezTo>
                    <a:pt x="5923" y="205"/>
                    <a:pt x="5904" y="204"/>
                    <a:pt x="5884" y="204"/>
                  </a:cubicBezTo>
                  <a:cubicBezTo>
                    <a:pt x="5311" y="204"/>
                    <a:pt x="4806" y="746"/>
                    <a:pt x="4252" y="746"/>
                  </a:cubicBezTo>
                  <a:cubicBezTo>
                    <a:pt x="4199" y="746"/>
                    <a:pt x="4146" y="742"/>
                    <a:pt x="4092" y="731"/>
                  </a:cubicBezTo>
                  <a:cubicBezTo>
                    <a:pt x="3723" y="653"/>
                    <a:pt x="3510" y="348"/>
                    <a:pt x="33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1"/>
            <p:cNvSpPr/>
            <p:nvPr/>
          </p:nvSpPr>
          <p:spPr>
            <a:xfrm>
              <a:off x="4184822" y="3811982"/>
              <a:ext cx="191943" cy="70862"/>
            </a:xfrm>
            <a:custGeom>
              <a:avLst/>
              <a:gdLst/>
              <a:ahLst/>
              <a:cxnLst/>
              <a:rect l="l" t="t" r="r" b="b"/>
              <a:pathLst>
                <a:path w="6035" h="2228" fill="none" extrusionOk="0">
                  <a:moveTo>
                    <a:pt x="0" y="2227"/>
                  </a:moveTo>
                  <a:cubicBezTo>
                    <a:pt x="922" y="1802"/>
                    <a:pt x="1646" y="972"/>
                    <a:pt x="1943" y="1"/>
                  </a:cubicBezTo>
                  <a:cubicBezTo>
                    <a:pt x="2950" y="1157"/>
                    <a:pt x="4553" y="1823"/>
                    <a:pt x="6035" y="1568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1"/>
            <p:cNvSpPr/>
            <p:nvPr/>
          </p:nvSpPr>
          <p:spPr>
            <a:xfrm>
              <a:off x="4629329" y="3604963"/>
              <a:ext cx="114148" cy="107819"/>
            </a:xfrm>
            <a:custGeom>
              <a:avLst/>
              <a:gdLst/>
              <a:ahLst/>
              <a:cxnLst/>
              <a:rect l="l" t="t" r="r" b="b"/>
              <a:pathLst>
                <a:path w="3589" h="3390" fill="none" extrusionOk="0">
                  <a:moveTo>
                    <a:pt x="0" y="3390"/>
                  </a:moveTo>
                  <a:cubicBezTo>
                    <a:pt x="702" y="2702"/>
                    <a:pt x="1206" y="1809"/>
                    <a:pt x="1426" y="851"/>
                  </a:cubicBezTo>
                  <a:cubicBezTo>
                    <a:pt x="2255" y="858"/>
                    <a:pt x="3042" y="539"/>
                    <a:pt x="3588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1"/>
            <p:cNvSpPr/>
            <p:nvPr/>
          </p:nvSpPr>
          <p:spPr>
            <a:xfrm>
              <a:off x="4464229" y="3754256"/>
              <a:ext cx="89563" cy="47612"/>
            </a:xfrm>
            <a:custGeom>
              <a:avLst/>
              <a:gdLst/>
              <a:ahLst/>
              <a:cxnLst/>
              <a:rect l="l" t="t" r="r" b="b"/>
              <a:pathLst>
                <a:path w="2816" h="1497" fill="none" extrusionOk="0">
                  <a:moveTo>
                    <a:pt x="1" y="1497"/>
                  </a:moveTo>
                  <a:cubicBezTo>
                    <a:pt x="192" y="1192"/>
                    <a:pt x="334" y="866"/>
                    <a:pt x="433" y="518"/>
                  </a:cubicBezTo>
                  <a:cubicBezTo>
                    <a:pt x="490" y="681"/>
                    <a:pt x="568" y="844"/>
                    <a:pt x="689" y="972"/>
                  </a:cubicBezTo>
                  <a:cubicBezTo>
                    <a:pt x="816" y="1093"/>
                    <a:pt x="1001" y="1178"/>
                    <a:pt x="1171" y="1135"/>
                  </a:cubicBezTo>
                  <a:cubicBezTo>
                    <a:pt x="1355" y="1093"/>
                    <a:pt x="1490" y="915"/>
                    <a:pt x="1533" y="724"/>
                  </a:cubicBezTo>
                  <a:cubicBezTo>
                    <a:pt x="1582" y="532"/>
                    <a:pt x="1554" y="334"/>
                    <a:pt x="1525" y="142"/>
                  </a:cubicBezTo>
                  <a:cubicBezTo>
                    <a:pt x="1958" y="149"/>
                    <a:pt x="2391" y="100"/>
                    <a:pt x="2816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1"/>
            <p:cNvSpPr/>
            <p:nvPr/>
          </p:nvSpPr>
          <p:spPr>
            <a:xfrm>
              <a:off x="4409429" y="3824163"/>
              <a:ext cx="37466" cy="27320"/>
            </a:xfrm>
            <a:custGeom>
              <a:avLst/>
              <a:gdLst/>
              <a:ahLst/>
              <a:cxnLst/>
              <a:rect l="l" t="t" r="r" b="b"/>
              <a:pathLst>
                <a:path w="1178" h="859" fill="none" extrusionOk="0">
                  <a:moveTo>
                    <a:pt x="1" y="859"/>
                  </a:moveTo>
                  <a:cubicBezTo>
                    <a:pt x="440" y="646"/>
                    <a:pt x="845" y="348"/>
                    <a:pt x="1178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1"/>
            <p:cNvSpPr/>
            <p:nvPr/>
          </p:nvSpPr>
          <p:spPr>
            <a:xfrm>
              <a:off x="4040491" y="3604963"/>
              <a:ext cx="185868" cy="648631"/>
            </a:xfrm>
            <a:custGeom>
              <a:avLst/>
              <a:gdLst/>
              <a:ahLst/>
              <a:cxnLst/>
              <a:rect l="l" t="t" r="r" b="b"/>
              <a:pathLst>
                <a:path w="5844" h="20394" extrusionOk="0">
                  <a:moveTo>
                    <a:pt x="0" y="0"/>
                  </a:moveTo>
                  <a:lnTo>
                    <a:pt x="0" y="20393"/>
                  </a:lnTo>
                  <a:cubicBezTo>
                    <a:pt x="1078" y="20259"/>
                    <a:pt x="2135" y="19869"/>
                    <a:pt x="3085" y="19301"/>
                  </a:cubicBezTo>
                  <a:lnTo>
                    <a:pt x="2021" y="9098"/>
                  </a:lnTo>
                  <a:cubicBezTo>
                    <a:pt x="2815" y="7077"/>
                    <a:pt x="3695" y="5198"/>
                    <a:pt x="4574" y="3326"/>
                  </a:cubicBezTo>
                  <a:cubicBezTo>
                    <a:pt x="4546" y="3227"/>
                    <a:pt x="5843" y="2539"/>
                    <a:pt x="5843" y="2539"/>
                  </a:cubicBezTo>
                  <a:lnTo>
                    <a:pt x="5701" y="2156"/>
                  </a:lnTo>
                  <a:lnTo>
                    <a:pt x="4503" y="2638"/>
                  </a:lnTo>
                  <a:lnTo>
                    <a:pt x="5623" y="0"/>
                  </a:lnTo>
                  <a:lnTo>
                    <a:pt x="4744" y="0"/>
                  </a:lnTo>
                  <a:cubicBezTo>
                    <a:pt x="3751" y="1752"/>
                    <a:pt x="2759" y="3496"/>
                    <a:pt x="1766" y="5248"/>
                  </a:cubicBezTo>
                  <a:cubicBezTo>
                    <a:pt x="1497" y="3496"/>
                    <a:pt x="1397" y="1752"/>
                    <a:pt x="1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1"/>
            <p:cNvSpPr/>
            <p:nvPr/>
          </p:nvSpPr>
          <p:spPr>
            <a:xfrm>
              <a:off x="4139278" y="3640585"/>
              <a:ext cx="31805" cy="55977"/>
            </a:xfrm>
            <a:custGeom>
              <a:avLst/>
              <a:gdLst/>
              <a:ahLst/>
              <a:cxnLst/>
              <a:rect l="l" t="t" r="r" b="b"/>
              <a:pathLst>
                <a:path w="1000" h="1760" fill="none" extrusionOk="0">
                  <a:moveTo>
                    <a:pt x="1000" y="1"/>
                  </a:moveTo>
                  <a:cubicBezTo>
                    <a:pt x="667" y="589"/>
                    <a:pt x="333" y="1178"/>
                    <a:pt x="0" y="175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1"/>
            <p:cNvSpPr/>
            <p:nvPr/>
          </p:nvSpPr>
          <p:spPr>
            <a:xfrm>
              <a:off x="4132726" y="3652321"/>
              <a:ext cx="93634" cy="174800"/>
            </a:xfrm>
            <a:custGeom>
              <a:avLst/>
              <a:gdLst/>
              <a:ahLst/>
              <a:cxnLst/>
              <a:rect l="l" t="t" r="r" b="b"/>
              <a:pathLst>
                <a:path w="2944" h="5496" fill="none" extrusionOk="0">
                  <a:moveTo>
                    <a:pt x="1" y="5496"/>
                  </a:moveTo>
                  <a:cubicBezTo>
                    <a:pt x="539" y="4248"/>
                    <a:pt x="1107" y="3042"/>
                    <a:pt x="1674" y="1837"/>
                  </a:cubicBezTo>
                  <a:cubicBezTo>
                    <a:pt x="1646" y="1738"/>
                    <a:pt x="2943" y="1050"/>
                    <a:pt x="2943" y="1050"/>
                  </a:cubicBezTo>
                  <a:lnTo>
                    <a:pt x="2801" y="667"/>
                  </a:lnTo>
                  <a:lnTo>
                    <a:pt x="1603" y="1149"/>
                  </a:lnTo>
                  <a:lnTo>
                    <a:pt x="2092" y="1"/>
                  </a:ln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1"/>
            <p:cNvSpPr/>
            <p:nvPr/>
          </p:nvSpPr>
          <p:spPr>
            <a:xfrm>
              <a:off x="4104769" y="3827090"/>
              <a:ext cx="27988" cy="67236"/>
            </a:xfrm>
            <a:custGeom>
              <a:avLst/>
              <a:gdLst/>
              <a:ahLst/>
              <a:cxnLst/>
              <a:rect l="l" t="t" r="r" b="b"/>
              <a:pathLst>
                <a:path w="880" h="2114" fill="none" extrusionOk="0">
                  <a:moveTo>
                    <a:pt x="0" y="2114"/>
                  </a:moveTo>
                  <a:cubicBezTo>
                    <a:pt x="284" y="1391"/>
                    <a:pt x="575" y="689"/>
                    <a:pt x="880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1"/>
            <p:cNvSpPr/>
            <p:nvPr/>
          </p:nvSpPr>
          <p:spPr>
            <a:xfrm>
              <a:off x="4084923" y="3604963"/>
              <a:ext cx="11736" cy="166913"/>
            </a:xfrm>
            <a:custGeom>
              <a:avLst/>
              <a:gdLst/>
              <a:ahLst/>
              <a:cxnLst/>
              <a:rect l="l" t="t" r="r" b="b"/>
              <a:pathLst>
                <a:path w="369" h="5248" fill="none" extrusionOk="0">
                  <a:moveTo>
                    <a:pt x="369" y="5248"/>
                  </a:moveTo>
                  <a:cubicBezTo>
                    <a:pt x="100" y="3496"/>
                    <a:pt x="0" y="1752"/>
                    <a:pt x="22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1"/>
            <p:cNvSpPr/>
            <p:nvPr/>
          </p:nvSpPr>
          <p:spPr>
            <a:xfrm>
              <a:off x="4294645" y="3675761"/>
              <a:ext cx="18988" cy="35908"/>
            </a:xfrm>
            <a:custGeom>
              <a:avLst/>
              <a:gdLst/>
              <a:ahLst/>
              <a:cxnLst/>
              <a:rect l="l" t="t" r="r" b="b"/>
              <a:pathLst>
                <a:path w="597" h="1129" extrusionOk="0">
                  <a:moveTo>
                    <a:pt x="128" y="1"/>
                  </a:moveTo>
                  <a:cubicBezTo>
                    <a:pt x="1" y="171"/>
                    <a:pt x="8" y="419"/>
                    <a:pt x="93" y="618"/>
                  </a:cubicBezTo>
                  <a:cubicBezTo>
                    <a:pt x="185" y="816"/>
                    <a:pt x="341" y="972"/>
                    <a:pt x="490" y="1128"/>
                  </a:cubicBezTo>
                  <a:cubicBezTo>
                    <a:pt x="582" y="901"/>
                    <a:pt x="596" y="675"/>
                    <a:pt x="532" y="476"/>
                  </a:cubicBezTo>
                  <a:cubicBezTo>
                    <a:pt x="462" y="270"/>
                    <a:pt x="320" y="100"/>
                    <a:pt x="1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1"/>
            <p:cNvSpPr/>
            <p:nvPr/>
          </p:nvSpPr>
          <p:spPr>
            <a:xfrm>
              <a:off x="4309085" y="3678942"/>
              <a:ext cx="25953" cy="31360"/>
            </a:xfrm>
            <a:custGeom>
              <a:avLst/>
              <a:gdLst/>
              <a:ahLst/>
              <a:cxnLst/>
              <a:rect l="l" t="t" r="r" b="b"/>
              <a:pathLst>
                <a:path w="816" h="986" extrusionOk="0">
                  <a:moveTo>
                    <a:pt x="816" y="0"/>
                  </a:moveTo>
                  <a:lnTo>
                    <a:pt x="816" y="0"/>
                  </a:lnTo>
                  <a:cubicBezTo>
                    <a:pt x="369" y="50"/>
                    <a:pt x="0" y="475"/>
                    <a:pt x="22" y="986"/>
                  </a:cubicBezTo>
                  <a:cubicBezTo>
                    <a:pt x="227" y="957"/>
                    <a:pt x="426" y="844"/>
                    <a:pt x="561" y="681"/>
                  </a:cubicBezTo>
                  <a:cubicBezTo>
                    <a:pt x="695" y="518"/>
                    <a:pt x="759" y="298"/>
                    <a:pt x="8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1"/>
            <p:cNvSpPr/>
            <p:nvPr/>
          </p:nvSpPr>
          <p:spPr>
            <a:xfrm>
              <a:off x="4249768" y="3702923"/>
              <a:ext cx="100854" cy="83361"/>
            </a:xfrm>
            <a:custGeom>
              <a:avLst/>
              <a:gdLst/>
              <a:ahLst/>
              <a:cxnLst/>
              <a:rect l="l" t="t" r="r" b="b"/>
              <a:pathLst>
                <a:path w="3171" h="2621" extrusionOk="0">
                  <a:moveTo>
                    <a:pt x="1274" y="1"/>
                  </a:moveTo>
                  <a:cubicBezTo>
                    <a:pt x="953" y="1"/>
                    <a:pt x="628" y="130"/>
                    <a:pt x="412" y="367"/>
                  </a:cubicBezTo>
                  <a:cubicBezTo>
                    <a:pt x="29" y="785"/>
                    <a:pt x="1" y="1459"/>
                    <a:pt x="298" y="1934"/>
                  </a:cubicBezTo>
                  <a:cubicBezTo>
                    <a:pt x="572" y="2370"/>
                    <a:pt x="1090" y="2620"/>
                    <a:pt x="1606" y="2620"/>
                  </a:cubicBezTo>
                  <a:cubicBezTo>
                    <a:pt x="1652" y="2620"/>
                    <a:pt x="1699" y="2618"/>
                    <a:pt x="1745" y="2614"/>
                  </a:cubicBezTo>
                  <a:cubicBezTo>
                    <a:pt x="2185" y="2579"/>
                    <a:pt x="2610" y="2352"/>
                    <a:pt x="2858" y="1997"/>
                  </a:cubicBezTo>
                  <a:cubicBezTo>
                    <a:pt x="3113" y="1636"/>
                    <a:pt x="3170" y="1147"/>
                    <a:pt x="2986" y="749"/>
                  </a:cubicBezTo>
                  <a:cubicBezTo>
                    <a:pt x="2828" y="423"/>
                    <a:pt x="2503" y="183"/>
                    <a:pt x="2156" y="183"/>
                  </a:cubicBezTo>
                  <a:cubicBezTo>
                    <a:pt x="2081" y="183"/>
                    <a:pt x="2005" y="194"/>
                    <a:pt x="1929" y="218"/>
                  </a:cubicBezTo>
                  <a:cubicBezTo>
                    <a:pt x="1743" y="70"/>
                    <a:pt x="1510" y="1"/>
                    <a:pt x="1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1"/>
            <p:cNvSpPr/>
            <p:nvPr/>
          </p:nvSpPr>
          <p:spPr>
            <a:xfrm>
              <a:off x="4471004" y="3613074"/>
              <a:ext cx="21468" cy="42651"/>
            </a:xfrm>
            <a:custGeom>
              <a:avLst/>
              <a:gdLst/>
              <a:ahLst/>
              <a:cxnLst/>
              <a:rect l="l" t="t" r="r" b="b"/>
              <a:pathLst>
                <a:path w="675" h="1341" extrusionOk="0">
                  <a:moveTo>
                    <a:pt x="228" y="1"/>
                  </a:moveTo>
                  <a:cubicBezTo>
                    <a:pt x="72" y="199"/>
                    <a:pt x="1" y="476"/>
                    <a:pt x="50" y="731"/>
                  </a:cubicBezTo>
                  <a:cubicBezTo>
                    <a:pt x="100" y="979"/>
                    <a:pt x="256" y="1213"/>
                    <a:pt x="476" y="1341"/>
                  </a:cubicBezTo>
                  <a:cubicBezTo>
                    <a:pt x="674" y="866"/>
                    <a:pt x="568" y="320"/>
                    <a:pt x="2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1"/>
            <p:cNvSpPr/>
            <p:nvPr/>
          </p:nvSpPr>
          <p:spPr>
            <a:xfrm>
              <a:off x="4485221" y="3625255"/>
              <a:ext cx="34318" cy="30755"/>
            </a:xfrm>
            <a:custGeom>
              <a:avLst/>
              <a:gdLst/>
              <a:ahLst/>
              <a:cxnLst/>
              <a:rect l="l" t="t" r="r" b="b"/>
              <a:pathLst>
                <a:path w="1079" h="967" extrusionOk="0">
                  <a:moveTo>
                    <a:pt x="963" y="0"/>
                  </a:moveTo>
                  <a:cubicBezTo>
                    <a:pt x="731" y="0"/>
                    <a:pt x="503" y="90"/>
                    <a:pt x="327" y="242"/>
                  </a:cubicBezTo>
                  <a:cubicBezTo>
                    <a:pt x="128" y="419"/>
                    <a:pt x="0" y="681"/>
                    <a:pt x="29" y="965"/>
                  </a:cubicBezTo>
                  <a:cubicBezTo>
                    <a:pt x="45" y="966"/>
                    <a:pt x="62" y="966"/>
                    <a:pt x="79" y="966"/>
                  </a:cubicBezTo>
                  <a:cubicBezTo>
                    <a:pt x="311" y="966"/>
                    <a:pt x="544" y="876"/>
                    <a:pt x="709" y="717"/>
                  </a:cubicBezTo>
                  <a:cubicBezTo>
                    <a:pt x="894" y="547"/>
                    <a:pt x="1000" y="298"/>
                    <a:pt x="1078" y="8"/>
                  </a:cubicBezTo>
                  <a:cubicBezTo>
                    <a:pt x="1040" y="3"/>
                    <a:pt x="1001" y="0"/>
                    <a:pt x="9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1"/>
            <p:cNvSpPr/>
            <p:nvPr/>
          </p:nvSpPr>
          <p:spPr>
            <a:xfrm>
              <a:off x="4432901" y="3644274"/>
              <a:ext cx="98341" cy="74837"/>
            </a:xfrm>
            <a:custGeom>
              <a:avLst/>
              <a:gdLst/>
              <a:ahLst/>
              <a:cxnLst/>
              <a:rect l="l" t="t" r="r" b="b"/>
              <a:pathLst>
                <a:path w="3092" h="2353" extrusionOk="0">
                  <a:moveTo>
                    <a:pt x="1084" y="1"/>
                  </a:moveTo>
                  <a:cubicBezTo>
                    <a:pt x="892" y="1"/>
                    <a:pt x="699" y="55"/>
                    <a:pt x="539" y="161"/>
                  </a:cubicBezTo>
                  <a:cubicBezTo>
                    <a:pt x="178" y="402"/>
                    <a:pt x="0" y="878"/>
                    <a:pt x="92" y="1310"/>
                  </a:cubicBezTo>
                  <a:cubicBezTo>
                    <a:pt x="178" y="1735"/>
                    <a:pt x="511" y="2090"/>
                    <a:pt x="915" y="2253"/>
                  </a:cubicBezTo>
                  <a:cubicBezTo>
                    <a:pt x="1089" y="2320"/>
                    <a:pt x="1276" y="2352"/>
                    <a:pt x="1463" y="2352"/>
                  </a:cubicBezTo>
                  <a:cubicBezTo>
                    <a:pt x="1710" y="2352"/>
                    <a:pt x="1959" y="2297"/>
                    <a:pt x="2184" y="2196"/>
                  </a:cubicBezTo>
                  <a:cubicBezTo>
                    <a:pt x="2518" y="2040"/>
                    <a:pt x="2815" y="1778"/>
                    <a:pt x="2950" y="1431"/>
                  </a:cubicBezTo>
                  <a:cubicBezTo>
                    <a:pt x="3092" y="1090"/>
                    <a:pt x="3049" y="665"/>
                    <a:pt x="2801" y="388"/>
                  </a:cubicBezTo>
                  <a:cubicBezTo>
                    <a:pt x="2656" y="218"/>
                    <a:pt x="2437" y="117"/>
                    <a:pt x="2204" y="117"/>
                  </a:cubicBezTo>
                  <a:cubicBezTo>
                    <a:pt x="2049" y="117"/>
                    <a:pt x="1888" y="161"/>
                    <a:pt x="1738" y="261"/>
                  </a:cubicBezTo>
                  <a:cubicBezTo>
                    <a:pt x="1567" y="87"/>
                    <a:pt x="1327" y="1"/>
                    <a:pt x="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1"/>
            <p:cNvSpPr/>
            <p:nvPr/>
          </p:nvSpPr>
          <p:spPr>
            <a:xfrm>
              <a:off x="4040491" y="4163459"/>
              <a:ext cx="333793" cy="312898"/>
            </a:xfrm>
            <a:custGeom>
              <a:avLst/>
              <a:gdLst/>
              <a:ahLst/>
              <a:cxnLst/>
              <a:rect l="l" t="t" r="r" b="b"/>
              <a:pathLst>
                <a:path w="10495" h="9838" extrusionOk="0">
                  <a:moveTo>
                    <a:pt x="3134" y="0"/>
                  </a:moveTo>
                  <a:cubicBezTo>
                    <a:pt x="2725" y="0"/>
                    <a:pt x="2301" y="144"/>
                    <a:pt x="1965" y="380"/>
                  </a:cubicBezTo>
                  <a:cubicBezTo>
                    <a:pt x="1369" y="805"/>
                    <a:pt x="979" y="1451"/>
                    <a:pt x="610" y="2082"/>
                  </a:cubicBezTo>
                  <a:cubicBezTo>
                    <a:pt x="731" y="1834"/>
                    <a:pt x="717" y="1557"/>
                    <a:pt x="575" y="1359"/>
                  </a:cubicBezTo>
                  <a:cubicBezTo>
                    <a:pt x="451" y="1187"/>
                    <a:pt x="234" y="1082"/>
                    <a:pt x="21" y="1082"/>
                  </a:cubicBezTo>
                  <a:cubicBezTo>
                    <a:pt x="14" y="1082"/>
                    <a:pt x="7" y="1082"/>
                    <a:pt x="0" y="1082"/>
                  </a:cubicBezTo>
                  <a:lnTo>
                    <a:pt x="0" y="9357"/>
                  </a:lnTo>
                  <a:cubicBezTo>
                    <a:pt x="199" y="9435"/>
                    <a:pt x="390" y="9513"/>
                    <a:pt x="589" y="9577"/>
                  </a:cubicBezTo>
                  <a:cubicBezTo>
                    <a:pt x="980" y="9703"/>
                    <a:pt x="1405" y="9784"/>
                    <a:pt x="1835" y="9784"/>
                  </a:cubicBezTo>
                  <a:cubicBezTo>
                    <a:pt x="2327" y="9784"/>
                    <a:pt x="2826" y="9678"/>
                    <a:pt x="3291" y="9414"/>
                  </a:cubicBezTo>
                  <a:cubicBezTo>
                    <a:pt x="4060" y="9697"/>
                    <a:pt x="4879" y="9837"/>
                    <a:pt x="5699" y="9837"/>
                  </a:cubicBezTo>
                  <a:cubicBezTo>
                    <a:pt x="6829" y="9837"/>
                    <a:pt x="7961" y="9571"/>
                    <a:pt x="8963" y="9045"/>
                  </a:cubicBezTo>
                  <a:cubicBezTo>
                    <a:pt x="9438" y="8797"/>
                    <a:pt x="9899" y="8485"/>
                    <a:pt x="10169" y="8024"/>
                  </a:cubicBezTo>
                  <a:cubicBezTo>
                    <a:pt x="10445" y="7563"/>
                    <a:pt x="10495" y="6939"/>
                    <a:pt x="10169" y="6514"/>
                  </a:cubicBezTo>
                  <a:cubicBezTo>
                    <a:pt x="9983" y="6266"/>
                    <a:pt x="9655" y="6133"/>
                    <a:pt x="9321" y="6133"/>
                  </a:cubicBezTo>
                  <a:cubicBezTo>
                    <a:pt x="9082" y="6133"/>
                    <a:pt x="8839" y="6201"/>
                    <a:pt x="8644" y="6343"/>
                  </a:cubicBezTo>
                  <a:cubicBezTo>
                    <a:pt x="8814" y="5960"/>
                    <a:pt x="8991" y="5570"/>
                    <a:pt x="8991" y="5152"/>
                  </a:cubicBezTo>
                  <a:cubicBezTo>
                    <a:pt x="8999" y="4734"/>
                    <a:pt x="8786" y="4287"/>
                    <a:pt x="8389" y="4152"/>
                  </a:cubicBezTo>
                  <a:cubicBezTo>
                    <a:pt x="8303" y="4121"/>
                    <a:pt x="8211" y="4107"/>
                    <a:pt x="8118" y="4107"/>
                  </a:cubicBezTo>
                  <a:cubicBezTo>
                    <a:pt x="7981" y="4107"/>
                    <a:pt x="7842" y="4137"/>
                    <a:pt x="7715" y="4188"/>
                  </a:cubicBezTo>
                  <a:cubicBezTo>
                    <a:pt x="7510" y="4280"/>
                    <a:pt x="7318" y="4422"/>
                    <a:pt x="7155" y="4578"/>
                  </a:cubicBezTo>
                  <a:cubicBezTo>
                    <a:pt x="7261" y="3826"/>
                    <a:pt x="6935" y="3103"/>
                    <a:pt x="6347" y="2798"/>
                  </a:cubicBezTo>
                  <a:cubicBezTo>
                    <a:pt x="6145" y="2692"/>
                    <a:pt x="5919" y="2642"/>
                    <a:pt x="5692" y="2642"/>
                  </a:cubicBezTo>
                  <a:cubicBezTo>
                    <a:pt x="5263" y="2642"/>
                    <a:pt x="4831" y="2821"/>
                    <a:pt x="4553" y="3145"/>
                  </a:cubicBezTo>
                  <a:cubicBezTo>
                    <a:pt x="4546" y="2514"/>
                    <a:pt x="4645" y="2032"/>
                    <a:pt x="4609" y="1550"/>
                  </a:cubicBezTo>
                  <a:cubicBezTo>
                    <a:pt x="4581" y="1068"/>
                    <a:pt x="4390" y="579"/>
                    <a:pt x="4007" y="281"/>
                  </a:cubicBezTo>
                  <a:cubicBezTo>
                    <a:pt x="3756" y="86"/>
                    <a:pt x="3450" y="0"/>
                    <a:pt x="31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1"/>
            <p:cNvSpPr/>
            <p:nvPr/>
          </p:nvSpPr>
          <p:spPr>
            <a:xfrm>
              <a:off x="4040491" y="4287403"/>
              <a:ext cx="7919" cy="922"/>
            </a:xfrm>
            <a:custGeom>
              <a:avLst/>
              <a:gdLst/>
              <a:ahLst/>
              <a:cxnLst/>
              <a:rect l="l" t="t" r="r" b="b"/>
              <a:pathLst>
                <a:path w="249" h="29" extrusionOk="0">
                  <a:moveTo>
                    <a:pt x="0" y="0"/>
                  </a:moveTo>
                  <a:lnTo>
                    <a:pt x="0" y="28"/>
                  </a:lnTo>
                  <a:lnTo>
                    <a:pt x="249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B3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1"/>
            <p:cNvSpPr/>
            <p:nvPr/>
          </p:nvSpPr>
          <p:spPr>
            <a:xfrm>
              <a:off x="4580604" y="3624142"/>
              <a:ext cx="41983" cy="65964"/>
            </a:xfrm>
            <a:custGeom>
              <a:avLst/>
              <a:gdLst/>
              <a:ahLst/>
              <a:cxnLst/>
              <a:rect l="l" t="t" r="r" b="b"/>
              <a:pathLst>
                <a:path w="1320" h="2074" extrusionOk="0">
                  <a:moveTo>
                    <a:pt x="1107" y="0"/>
                  </a:moveTo>
                  <a:cubicBezTo>
                    <a:pt x="632" y="107"/>
                    <a:pt x="221" y="482"/>
                    <a:pt x="79" y="950"/>
                  </a:cubicBezTo>
                  <a:cubicBezTo>
                    <a:pt x="1" y="1220"/>
                    <a:pt x="8" y="1539"/>
                    <a:pt x="171" y="1780"/>
                  </a:cubicBezTo>
                  <a:cubicBezTo>
                    <a:pt x="287" y="1954"/>
                    <a:pt x="497" y="2073"/>
                    <a:pt x="705" y="2073"/>
                  </a:cubicBezTo>
                  <a:cubicBezTo>
                    <a:pt x="777" y="2073"/>
                    <a:pt x="848" y="2059"/>
                    <a:pt x="915" y="2028"/>
                  </a:cubicBezTo>
                  <a:cubicBezTo>
                    <a:pt x="1142" y="1929"/>
                    <a:pt x="1270" y="1688"/>
                    <a:pt x="1291" y="1440"/>
                  </a:cubicBezTo>
                  <a:cubicBezTo>
                    <a:pt x="1320" y="1199"/>
                    <a:pt x="1263" y="957"/>
                    <a:pt x="1213" y="723"/>
                  </a:cubicBezTo>
                  <a:cubicBezTo>
                    <a:pt x="1164" y="482"/>
                    <a:pt x="1114" y="234"/>
                    <a:pt x="11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1"/>
            <p:cNvSpPr/>
            <p:nvPr/>
          </p:nvSpPr>
          <p:spPr>
            <a:xfrm>
              <a:off x="4594821" y="3663612"/>
              <a:ext cx="7697" cy="39025"/>
            </a:xfrm>
            <a:custGeom>
              <a:avLst/>
              <a:gdLst/>
              <a:ahLst/>
              <a:cxnLst/>
              <a:rect l="l" t="t" r="r" b="b"/>
              <a:pathLst>
                <a:path w="242" h="1227" fill="none" extrusionOk="0">
                  <a:moveTo>
                    <a:pt x="242" y="0"/>
                  </a:moveTo>
                  <a:cubicBezTo>
                    <a:pt x="234" y="418"/>
                    <a:pt x="149" y="837"/>
                    <a:pt x="0" y="1227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1"/>
            <p:cNvSpPr/>
            <p:nvPr/>
          </p:nvSpPr>
          <p:spPr>
            <a:xfrm>
              <a:off x="4738039" y="3732438"/>
              <a:ext cx="62274" cy="49838"/>
            </a:xfrm>
            <a:custGeom>
              <a:avLst/>
              <a:gdLst/>
              <a:ahLst/>
              <a:cxnLst/>
              <a:rect l="l" t="t" r="r" b="b"/>
              <a:pathLst>
                <a:path w="1958" h="1567" extrusionOk="0">
                  <a:moveTo>
                    <a:pt x="1240" y="0"/>
                  </a:moveTo>
                  <a:cubicBezTo>
                    <a:pt x="1004" y="0"/>
                    <a:pt x="767" y="59"/>
                    <a:pt x="560" y="176"/>
                  </a:cubicBezTo>
                  <a:cubicBezTo>
                    <a:pt x="305" y="318"/>
                    <a:pt x="99" y="552"/>
                    <a:pt x="50" y="835"/>
                  </a:cubicBezTo>
                  <a:cubicBezTo>
                    <a:pt x="0" y="1119"/>
                    <a:pt x="142" y="1438"/>
                    <a:pt x="418" y="1537"/>
                  </a:cubicBezTo>
                  <a:cubicBezTo>
                    <a:pt x="477" y="1557"/>
                    <a:pt x="537" y="1567"/>
                    <a:pt x="598" y="1567"/>
                  </a:cubicBezTo>
                  <a:cubicBezTo>
                    <a:pt x="775" y="1567"/>
                    <a:pt x="955" y="1489"/>
                    <a:pt x="1092" y="1367"/>
                  </a:cubicBezTo>
                  <a:cubicBezTo>
                    <a:pt x="1276" y="1211"/>
                    <a:pt x="1404" y="999"/>
                    <a:pt x="1532" y="793"/>
                  </a:cubicBezTo>
                  <a:cubicBezTo>
                    <a:pt x="1659" y="580"/>
                    <a:pt x="1801" y="375"/>
                    <a:pt x="1957" y="197"/>
                  </a:cubicBezTo>
                  <a:cubicBezTo>
                    <a:pt x="1742" y="66"/>
                    <a:pt x="1491" y="0"/>
                    <a:pt x="1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1"/>
            <p:cNvSpPr/>
            <p:nvPr/>
          </p:nvSpPr>
          <p:spPr>
            <a:xfrm>
              <a:off x="4730819" y="3758104"/>
              <a:ext cx="32505" cy="23027"/>
            </a:xfrm>
            <a:custGeom>
              <a:avLst/>
              <a:gdLst/>
              <a:ahLst/>
              <a:cxnLst/>
              <a:rect l="l" t="t" r="r" b="b"/>
              <a:pathLst>
                <a:path w="1022" h="724" fill="none" extrusionOk="0">
                  <a:moveTo>
                    <a:pt x="1021" y="0"/>
                  </a:moveTo>
                  <a:cubicBezTo>
                    <a:pt x="723" y="298"/>
                    <a:pt x="376" y="546"/>
                    <a:pt x="0" y="72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1"/>
            <p:cNvSpPr/>
            <p:nvPr/>
          </p:nvSpPr>
          <p:spPr>
            <a:xfrm>
              <a:off x="4101589" y="4351172"/>
              <a:ext cx="62529" cy="41060"/>
            </a:xfrm>
            <a:custGeom>
              <a:avLst/>
              <a:gdLst/>
              <a:ahLst/>
              <a:cxnLst/>
              <a:rect l="l" t="t" r="r" b="b"/>
              <a:pathLst>
                <a:path w="1966" h="1291" extrusionOk="0">
                  <a:moveTo>
                    <a:pt x="859" y="1"/>
                  </a:moveTo>
                  <a:cubicBezTo>
                    <a:pt x="665" y="1"/>
                    <a:pt x="475" y="60"/>
                    <a:pt x="327" y="186"/>
                  </a:cubicBezTo>
                  <a:cubicBezTo>
                    <a:pt x="72" y="399"/>
                    <a:pt x="1" y="810"/>
                    <a:pt x="200" y="1058"/>
                  </a:cubicBezTo>
                  <a:cubicBezTo>
                    <a:pt x="333" y="1223"/>
                    <a:pt x="546" y="1291"/>
                    <a:pt x="762" y="1291"/>
                  </a:cubicBezTo>
                  <a:cubicBezTo>
                    <a:pt x="880" y="1291"/>
                    <a:pt x="999" y="1271"/>
                    <a:pt x="1107" y="1236"/>
                  </a:cubicBezTo>
                  <a:cubicBezTo>
                    <a:pt x="1419" y="1129"/>
                    <a:pt x="1689" y="931"/>
                    <a:pt x="1965" y="718"/>
                  </a:cubicBezTo>
                  <a:cubicBezTo>
                    <a:pt x="1788" y="441"/>
                    <a:pt x="1554" y="200"/>
                    <a:pt x="1249" y="80"/>
                  </a:cubicBezTo>
                  <a:cubicBezTo>
                    <a:pt x="1125" y="28"/>
                    <a:pt x="991" y="1"/>
                    <a:pt x="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1"/>
            <p:cNvSpPr/>
            <p:nvPr/>
          </p:nvSpPr>
          <p:spPr>
            <a:xfrm>
              <a:off x="4092588" y="4368792"/>
              <a:ext cx="41537" cy="6584"/>
            </a:xfrm>
            <a:custGeom>
              <a:avLst/>
              <a:gdLst/>
              <a:ahLst/>
              <a:cxnLst/>
              <a:rect l="l" t="t" r="r" b="b"/>
              <a:pathLst>
                <a:path w="1306" h="207" fill="none" extrusionOk="0">
                  <a:moveTo>
                    <a:pt x="1305" y="171"/>
                  </a:moveTo>
                  <a:cubicBezTo>
                    <a:pt x="865" y="206"/>
                    <a:pt x="419" y="150"/>
                    <a:pt x="0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1"/>
            <p:cNvSpPr/>
            <p:nvPr/>
          </p:nvSpPr>
          <p:spPr>
            <a:xfrm>
              <a:off x="4535950" y="4179489"/>
              <a:ext cx="61384" cy="48407"/>
            </a:xfrm>
            <a:custGeom>
              <a:avLst/>
              <a:gdLst/>
              <a:ahLst/>
              <a:cxnLst/>
              <a:rect l="l" t="t" r="r" b="b"/>
              <a:pathLst>
                <a:path w="1930" h="1522" extrusionOk="0">
                  <a:moveTo>
                    <a:pt x="1284" y="0"/>
                  </a:moveTo>
                  <a:cubicBezTo>
                    <a:pt x="1009" y="0"/>
                    <a:pt x="734" y="75"/>
                    <a:pt x="504" y="223"/>
                  </a:cubicBezTo>
                  <a:cubicBezTo>
                    <a:pt x="221" y="408"/>
                    <a:pt x="1" y="748"/>
                    <a:pt x="86" y="1074"/>
                  </a:cubicBezTo>
                  <a:cubicBezTo>
                    <a:pt x="162" y="1339"/>
                    <a:pt x="444" y="1521"/>
                    <a:pt x="722" y="1521"/>
                  </a:cubicBezTo>
                  <a:cubicBezTo>
                    <a:pt x="728" y="1521"/>
                    <a:pt x="733" y="1521"/>
                    <a:pt x="738" y="1521"/>
                  </a:cubicBezTo>
                  <a:cubicBezTo>
                    <a:pt x="1022" y="1507"/>
                    <a:pt x="1284" y="1323"/>
                    <a:pt x="1433" y="1081"/>
                  </a:cubicBezTo>
                  <a:cubicBezTo>
                    <a:pt x="1603" y="798"/>
                    <a:pt x="1660" y="429"/>
                    <a:pt x="1929" y="153"/>
                  </a:cubicBezTo>
                  <a:cubicBezTo>
                    <a:pt x="1732" y="50"/>
                    <a:pt x="1508" y="0"/>
                    <a:pt x="12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1"/>
            <p:cNvSpPr/>
            <p:nvPr/>
          </p:nvSpPr>
          <p:spPr>
            <a:xfrm>
              <a:off x="4523323" y="4202134"/>
              <a:ext cx="37466" cy="20101"/>
            </a:xfrm>
            <a:custGeom>
              <a:avLst/>
              <a:gdLst/>
              <a:ahLst/>
              <a:cxnLst/>
              <a:rect l="l" t="t" r="r" b="b"/>
              <a:pathLst>
                <a:path w="1178" h="632" fill="none" extrusionOk="0">
                  <a:moveTo>
                    <a:pt x="1178" y="1"/>
                  </a:moveTo>
                  <a:cubicBezTo>
                    <a:pt x="852" y="313"/>
                    <a:pt x="440" y="540"/>
                    <a:pt x="1" y="632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1"/>
            <p:cNvSpPr/>
            <p:nvPr/>
          </p:nvSpPr>
          <p:spPr>
            <a:xfrm>
              <a:off x="4637439" y="3925876"/>
              <a:ext cx="42205" cy="72229"/>
            </a:xfrm>
            <a:custGeom>
              <a:avLst/>
              <a:gdLst/>
              <a:ahLst/>
              <a:cxnLst/>
              <a:rect l="l" t="t" r="r" b="b"/>
              <a:pathLst>
                <a:path w="1327" h="2271" extrusionOk="0">
                  <a:moveTo>
                    <a:pt x="759" y="1"/>
                  </a:moveTo>
                  <a:cubicBezTo>
                    <a:pt x="327" y="362"/>
                    <a:pt x="50" y="894"/>
                    <a:pt x="15" y="1454"/>
                  </a:cubicBezTo>
                  <a:cubicBezTo>
                    <a:pt x="1" y="1610"/>
                    <a:pt x="8" y="1766"/>
                    <a:pt x="64" y="1908"/>
                  </a:cubicBezTo>
                  <a:cubicBezTo>
                    <a:pt x="114" y="2050"/>
                    <a:pt x="213" y="2177"/>
                    <a:pt x="355" y="2234"/>
                  </a:cubicBezTo>
                  <a:cubicBezTo>
                    <a:pt x="413" y="2259"/>
                    <a:pt x="474" y="2270"/>
                    <a:pt x="534" y="2270"/>
                  </a:cubicBezTo>
                  <a:cubicBezTo>
                    <a:pt x="730" y="2270"/>
                    <a:pt x="925" y="2150"/>
                    <a:pt x="1050" y="1993"/>
                  </a:cubicBezTo>
                  <a:cubicBezTo>
                    <a:pt x="1277" y="1709"/>
                    <a:pt x="1327" y="1312"/>
                    <a:pt x="1249" y="958"/>
                  </a:cubicBezTo>
                  <a:cubicBezTo>
                    <a:pt x="1178" y="603"/>
                    <a:pt x="979" y="291"/>
                    <a:pt x="7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1"/>
            <p:cNvSpPr/>
            <p:nvPr/>
          </p:nvSpPr>
          <p:spPr>
            <a:xfrm>
              <a:off x="4653692" y="3972343"/>
              <a:ext cx="6552" cy="43096"/>
            </a:xfrm>
            <a:custGeom>
              <a:avLst/>
              <a:gdLst/>
              <a:ahLst/>
              <a:cxnLst/>
              <a:rect l="l" t="t" r="r" b="b"/>
              <a:pathLst>
                <a:path w="206" h="1355" fill="none" extrusionOk="0">
                  <a:moveTo>
                    <a:pt x="99" y="0"/>
                  </a:moveTo>
                  <a:cubicBezTo>
                    <a:pt x="0" y="447"/>
                    <a:pt x="36" y="929"/>
                    <a:pt x="206" y="1355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1"/>
            <p:cNvSpPr/>
            <p:nvPr/>
          </p:nvSpPr>
          <p:spPr>
            <a:xfrm>
              <a:off x="4727193" y="4101503"/>
              <a:ext cx="69049" cy="42269"/>
            </a:xfrm>
            <a:custGeom>
              <a:avLst/>
              <a:gdLst/>
              <a:ahLst/>
              <a:cxnLst/>
              <a:rect l="l" t="t" r="r" b="b"/>
              <a:pathLst>
                <a:path w="2171" h="1329" extrusionOk="0">
                  <a:moveTo>
                    <a:pt x="1342" y="0"/>
                  </a:moveTo>
                  <a:cubicBezTo>
                    <a:pt x="1223" y="0"/>
                    <a:pt x="1102" y="22"/>
                    <a:pt x="986" y="59"/>
                  </a:cubicBezTo>
                  <a:cubicBezTo>
                    <a:pt x="511" y="201"/>
                    <a:pt x="121" y="612"/>
                    <a:pt x="1" y="1094"/>
                  </a:cubicBezTo>
                  <a:cubicBezTo>
                    <a:pt x="135" y="1101"/>
                    <a:pt x="419" y="1130"/>
                    <a:pt x="681" y="1186"/>
                  </a:cubicBezTo>
                  <a:cubicBezTo>
                    <a:pt x="933" y="1248"/>
                    <a:pt x="1179" y="1329"/>
                    <a:pt x="1437" y="1329"/>
                  </a:cubicBezTo>
                  <a:cubicBezTo>
                    <a:pt x="1447" y="1329"/>
                    <a:pt x="1458" y="1329"/>
                    <a:pt x="1469" y="1328"/>
                  </a:cubicBezTo>
                  <a:cubicBezTo>
                    <a:pt x="1738" y="1321"/>
                    <a:pt x="2022" y="1194"/>
                    <a:pt x="2114" y="938"/>
                  </a:cubicBezTo>
                  <a:cubicBezTo>
                    <a:pt x="2170" y="789"/>
                    <a:pt x="2149" y="619"/>
                    <a:pt x="2078" y="470"/>
                  </a:cubicBezTo>
                  <a:cubicBezTo>
                    <a:pt x="2007" y="307"/>
                    <a:pt x="1873" y="165"/>
                    <a:pt x="1710" y="80"/>
                  </a:cubicBezTo>
                  <a:cubicBezTo>
                    <a:pt x="1595" y="25"/>
                    <a:pt x="1470" y="0"/>
                    <a:pt x="1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1"/>
            <p:cNvSpPr/>
            <p:nvPr/>
          </p:nvSpPr>
          <p:spPr>
            <a:xfrm>
              <a:off x="4761924" y="4106306"/>
              <a:ext cx="44686" cy="19878"/>
            </a:xfrm>
            <a:custGeom>
              <a:avLst/>
              <a:gdLst/>
              <a:ahLst/>
              <a:cxnLst/>
              <a:rect l="l" t="t" r="r" b="b"/>
              <a:pathLst>
                <a:path w="1405" h="625" fill="none" extrusionOk="0">
                  <a:moveTo>
                    <a:pt x="1" y="624"/>
                  </a:moveTo>
                  <a:cubicBezTo>
                    <a:pt x="533" y="624"/>
                    <a:pt x="1050" y="390"/>
                    <a:pt x="1405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1"/>
            <p:cNvSpPr/>
            <p:nvPr/>
          </p:nvSpPr>
          <p:spPr>
            <a:xfrm>
              <a:off x="4176012" y="4294687"/>
              <a:ext cx="67490" cy="43255"/>
            </a:xfrm>
            <a:custGeom>
              <a:avLst/>
              <a:gdLst/>
              <a:ahLst/>
              <a:cxnLst/>
              <a:rect l="l" t="t" r="r" b="b"/>
              <a:pathLst>
                <a:path w="2122" h="1360" extrusionOk="0">
                  <a:moveTo>
                    <a:pt x="1194" y="0"/>
                  </a:moveTo>
                  <a:cubicBezTo>
                    <a:pt x="1062" y="0"/>
                    <a:pt x="929" y="21"/>
                    <a:pt x="802" y="55"/>
                  </a:cubicBezTo>
                  <a:cubicBezTo>
                    <a:pt x="519" y="140"/>
                    <a:pt x="256" y="296"/>
                    <a:pt x="1" y="452"/>
                  </a:cubicBezTo>
                  <a:cubicBezTo>
                    <a:pt x="313" y="657"/>
                    <a:pt x="511" y="962"/>
                    <a:pt x="781" y="1154"/>
                  </a:cubicBezTo>
                  <a:cubicBezTo>
                    <a:pt x="947" y="1280"/>
                    <a:pt x="1150" y="1359"/>
                    <a:pt x="1356" y="1359"/>
                  </a:cubicBezTo>
                  <a:cubicBezTo>
                    <a:pt x="1405" y="1359"/>
                    <a:pt x="1455" y="1355"/>
                    <a:pt x="1504" y="1345"/>
                  </a:cubicBezTo>
                  <a:cubicBezTo>
                    <a:pt x="1759" y="1303"/>
                    <a:pt x="1993" y="1118"/>
                    <a:pt x="2050" y="863"/>
                  </a:cubicBezTo>
                  <a:cubicBezTo>
                    <a:pt x="2121" y="572"/>
                    <a:pt x="1944" y="260"/>
                    <a:pt x="1681" y="118"/>
                  </a:cubicBezTo>
                  <a:cubicBezTo>
                    <a:pt x="1533" y="34"/>
                    <a:pt x="1365" y="0"/>
                    <a:pt x="11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1"/>
            <p:cNvSpPr/>
            <p:nvPr/>
          </p:nvSpPr>
          <p:spPr>
            <a:xfrm>
              <a:off x="4216405" y="4317173"/>
              <a:ext cx="36321" cy="27988"/>
            </a:xfrm>
            <a:custGeom>
              <a:avLst/>
              <a:gdLst/>
              <a:ahLst/>
              <a:cxnLst/>
              <a:rect l="l" t="t" r="r" b="b"/>
              <a:pathLst>
                <a:path w="1142" h="880" fill="none" extrusionOk="0">
                  <a:moveTo>
                    <a:pt x="0" y="0"/>
                  </a:moveTo>
                  <a:cubicBezTo>
                    <a:pt x="497" y="71"/>
                    <a:pt x="950" y="418"/>
                    <a:pt x="1142" y="87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1"/>
            <p:cNvSpPr/>
            <p:nvPr/>
          </p:nvSpPr>
          <p:spPr>
            <a:xfrm>
              <a:off x="4583784" y="3792199"/>
              <a:ext cx="57313" cy="49139"/>
            </a:xfrm>
            <a:custGeom>
              <a:avLst/>
              <a:gdLst/>
              <a:ahLst/>
              <a:cxnLst/>
              <a:rect l="l" t="t" r="r" b="b"/>
              <a:pathLst>
                <a:path w="1802" h="1545" extrusionOk="0">
                  <a:moveTo>
                    <a:pt x="1106" y="0"/>
                  </a:moveTo>
                  <a:cubicBezTo>
                    <a:pt x="1014" y="0"/>
                    <a:pt x="922" y="16"/>
                    <a:pt x="837" y="48"/>
                  </a:cubicBezTo>
                  <a:cubicBezTo>
                    <a:pt x="560" y="155"/>
                    <a:pt x="347" y="403"/>
                    <a:pt x="227" y="679"/>
                  </a:cubicBezTo>
                  <a:cubicBezTo>
                    <a:pt x="99" y="949"/>
                    <a:pt x="50" y="1247"/>
                    <a:pt x="0" y="1545"/>
                  </a:cubicBezTo>
                  <a:cubicBezTo>
                    <a:pt x="369" y="1445"/>
                    <a:pt x="723" y="1488"/>
                    <a:pt x="1042" y="1410"/>
                  </a:cubicBezTo>
                  <a:cubicBezTo>
                    <a:pt x="1298" y="1353"/>
                    <a:pt x="1532" y="1204"/>
                    <a:pt x="1666" y="984"/>
                  </a:cubicBezTo>
                  <a:cubicBezTo>
                    <a:pt x="1794" y="757"/>
                    <a:pt x="1801" y="460"/>
                    <a:pt x="1652" y="254"/>
                  </a:cubicBezTo>
                  <a:cubicBezTo>
                    <a:pt x="1528" y="86"/>
                    <a:pt x="1318" y="0"/>
                    <a:pt x="1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1"/>
            <p:cNvSpPr/>
            <p:nvPr/>
          </p:nvSpPr>
          <p:spPr>
            <a:xfrm>
              <a:off x="4616257" y="3801614"/>
              <a:ext cx="44909" cy="14249"/>
            </a:xfrm>
            <a:custGeom>
              <a:avLst/>
              <a:gdLst/>
              <a:ahLst/>
              <a:cxnLst/>
              <a:rect l="l" t="t" r="r" b="b"/>
              <a:pathLst>
                <a:path w="1412" h="448" fill="none" extrusionOk="0">
                  <a:moveTo>
                    <a:pt x="0" y="447"/>
                  </a:moveTo>
                  <a:cubicBezTo>
                    <a:pt x="376" y="114"/>
                    <a:pt x="936" y="1"/>
                    <a:pt x="1411" y="14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1"/>
            <p:cNvSpPr/>
            <p:nvPr/>
          </p:nvSpPr>
          <p:spPr>
            <a:xfrm>
              <a:off x="4185045" y="3919456"/>
              <a:ext cx="45577" cy="66695"/>
            </a:xfrm>
            <a:custGeom>
              <a:avLst/>
              <a:gdLst/>
              <a:ahLst/>
              <a:cxnLst/>
              <a:rect l="l" t="t" r="r" b="b"/>
              <a:pathLst>
                <a:path w="1433" h="2097" extrusionOk="0">
                  <a:moveTo>
                    <a:pt x="758" y="1"/>
                  </a:moveTo>
                  <a:cubicBezTo>
                    <a:pt x="484" y="1"/>
                    <a:pt x="226" y="202"/>
                    <a:pt x="114" y="459"/>
                  </a:cubicBezTo>
                  <a:cubicBezTo>
                    <a:pt x="1" y="735"/>
                    <a:pt x="43" y="1054"/>
                    <a:pt x="157" y="1338"/>
                  </a:cubicBezTo>
                  <a:cubicBezTo>
                    <a:pt x="270" y="1614"/>
                    <a:pt x="447" y="1855"/>
                    <a:pt x="632" y="2096"/>
                  </a:cubicBezTo>
                  <a:cubicBezTo>
                    <a:pt x="809" y="1756"/>
                    <a:pt x="1085" y="1529"/>
                    <a:pt x="1249" y="1246"/>
                  </a:cubicBezTo>
                  <a:cubicBezTo>
                    <a:pt x="1376" y="1019"/>
                    <a:pt x="1433" y="749"/>
                    <a:pt x="1362" y="501"/>
                  </a:cubicBezTo>
                  <a:cubicBezTo>
                    <a:pt x="1291" y="253"/>
                    <a:pt x="1078" y="40"/>
                    <a:pt x="823" y="5"/>
                  </a:cubicBezTo>
                  <a:cubicBezTo>
                    <a:pt x="801" y="2"/>
                    <a:pt x="779" y="1"/>
                    <a:pt x="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1"/>
            <p:cNvSpPr/>
            <p:nvPr/>
          </p:nvSpPr>
          <p:spPr>
            <a:xfrm>
              <a:off x="4208740" y="3905843"/>
              <a:ext cx="23917" cy="39025"/>
            </a:xfrm>
            <a:custGeom>
              <a:avLst/>
              <a:gdLst/>
              <a:ahLst/>
              <a:cxnLst/>
              <a:rect l="l" t="t" r="r" b="b"/>
              <a:pathLst>
                <a:path w="752" h="1227" fill="none" extrusionOk="0">
                  <a:moveTo>
                    <a:pt x="0" y="1227"/>
                  </a:moveTo>
                  <a:cubicBezTo>
                    <a:pt x="21" y="731"/>
                    <a:pt x="319" y="241"/>
                    <a:pt x="752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1"/>
            <p:cNvSpPr/>
            <p:nvPr/>
          </p:nvSpPr>
          <p:spPr>
            <a:xfrm>
              <a:off x="4370659" y="4257825"/>
              <a:ext cx="55722" cy="55977"/>
            </a:xfrm>
            <a:custGeom>
              <a:avLst/>
              <a:gdLst/>
              <a:ahLst/>
              <a:cxnLst/>
              <a:rect l="l" t="t" r="r" b="b"/>
              <a:pathLst>
                <a:path w="1752" h="1760" extrusionOk="0">
                  <a:moveTo>
                    <a:pt x="749" y="0"/>
                  </a:moveTo>
                  <a:cubicBezTo>
                    <a:pt x="637" y="0"/>
                    <a:pt x="526" y="23"/>
                    <a:pt x="426" y="72"/>
                  </a:cubicBezTo>
                  <a:cubicBezTo>
                    <a:pt x="163" y="200"/>
                    <a:pt x="0" y="512"/>
                    <a:pt x="71" y="795"/>
                  </a:cubicBezTo>
                  <a:cubicBezTo>
                    <a:pt x="149" y="1100"/>
                    <a:pt x="461" y="1277"/>
                    <a:pt x="759" y="1405"/>
                  </a:cubicBezTo>
                  <a:cubicBezTo>
                    <a:pt x="1050" y="1533"/>
                    <a:pt x="1369" y="1653"/>
                    <a:pt x="1645" y="1760"/>
                  </a:cubicBezTo>
                  <a:cubicBezTo>
                    <a:pt x="1716" y="1476"/>
                    <a:pt x="1752" y="1178"/>
                    <a:pt x="1695" y="895"/>
                  </a:cubicBezTo>
                  <a:cubicBezTo>
                    <a:pt x="1645" y="611"/>
                    <a:pt x="1496" y="334"/>
                    <a:pt x="1255" y="164"/>
                  </a:cubicBezTo>
                  <a:cubicBezTo>
                    <a:pt x="1111" y="59"/>
                    <a:pt x="929" y="0"/>
                    <a:pt x="7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1"/>
            <p:cNvSpPr/>
            <p:nvPr/>
          </p:nvSpPr>
          <p:spPr>
            <a:xfrm>
              <a:off x="4358478" y="4251305"/>
              <a:ext cx="39724" cy="30247"/>
            </a:xfrm>
            <a:custGeom>
              <a:avLst/>
              <a:gdLst/>
              <a:ahLst/>
              <a:cxnLst/>
              <a:rect l="l" t="t" r="r" b="b"/>
              <a:pathLst>
                <a:path w="1249" h="951" fill="none" extrusionOk="0">
                  <a:moveTo>
                    <a:pt x="1248" y="951"/>
                  </a:moveTo>
                  <a:cubicBezTo>
                    <a:pt x="965" y="497"/>
                    <a:pt x="511" y="157"/>
                    <a:pt x="0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1"/>
            <p:cNvSpPr/>
            <p:nvPr/>
          </p:nvSpPr>
          <p:spPr>
            <a:xfrm>
              <a:off x="4243216" y="4349169"/>
              <a:ext cx="53719" cy="54800"/>
            </a:xfrm>
            <a:custGeom>
              <a:avLst/>
              <a:gdLst/>
              <a:ahLst/>
              <a:cxnLst/>
              <a:rect l="l" t="t" r="r" b="b"/>
              <a:pathLst>
                <a:path w="1689" h="1723" extrusionOk="0">
                  <a:moveTo>
                    <a:pt x="1540" y="1"/>
                  </a:moveTo>
                  <a:lnTo>
                    <a:pt x="1540" y="1"/>
                  </a:lnTo>
                  <a:cubicBezTo>
                    <a:pt x="1199" y="29"/>
                    <a:pt x="809" y="107"/>
                    <a:pt x="504" y="334"/>
                  </a:cubicBezTo>
                  <a:cubicBezTo>
                    <a:pt x="200" y="561"/>
                    <a:pt x="1" y="958"/>
                    <a:pt x="100" y="1327"/>
                  </a:cubicBezTo>
                  <a:cubicBezTo>
                    <a:pt x="150" y="1483"/>
                    <a:pt x="249" y="1632"/>
                    <a:pt x="398" y="1688"/>
                  </a:cubicBezTo>
                  <a:cubicBezTo>
                    <a:pt x="453" y="1712"/>
                    <a:pt x="511" y="1723"/>
                    <a:pt x="569" y="1723"/>
                  </a:cubicBezTo>
                  <a:cubicBezTo>
                    <a:pt x="735" y="1723"/>
                    <a:pt x="905" y="1637"/>
                    <a:pt x="1036" y="1533"/>
                  </a:cubicBezTo>
                  <a:cubicBezTo>
                    <a:pt x="1483" y="1178"/>
                    <a:pt x="1689" y="547"/>
                    <a:pt x="15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1"/>
            <p:cNvSpPr/>
            <p:nvPr/>
          </p:nvSpPr>
          <p:spPr>
            <a:xfrm>
              <a:off x="4244139" y="4376457"/>
              <a:ext cx="27098" cy="39057"/>
            </a:xfrm>
            <a:custGeom>
              <a:avLst/>
              <a:gdLst/>
              <a:ahLst/>
              <a:cxnLst/>
              <a:rect l="l" t="t" r="r" b="b"/>
              <a:pathLst>
                <a:path w="852" h="1228" fill="none" extrusionOk="0">
                  <a:moveTo>
                    <a:pt x="851" y="1"/>
                  </a:moveTo>
                  <a:cubicBezTo>
                    <a:pt x="390" y="235"/>
                    <a:pt x="57" y="710"/>
                    <a:pt x="0" y="1228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1"/>
            <p:cNvSpPr/>
            <p:nvPr/>
          </p:nvSpPr>
          <p:spPr>
            <a:xfrm>
              <a:off x="4385948" y="3913313"/>
              <a:ext cx="67681" cy="43255"/>
            </a:xfrm>
            <a:custGeom>
              <a:avLst/>
              <a:gdLst/>
              <a:ahLst/>
              <a:cxnLst/>
              <a:rect l="l" t="t" r="r" b="b"/>
              <a:pathLst>
                <a:path w="2128" h="1360" extrusionOk="0">
                  <a:moveTo>
                    <a:pt x="1195" y="1"/>
                  </a:moveTo>
                  <a:cubicBezTo>
                    <a:pt x="1064" y="1"/>
                    <a:pt x="932" y="21"/>
                    <a:pt x="808" y="55"/>
                  </a:cubicBezTo>
                  <a:cubicBezTo>
                    <a:pt x="518" y="140"/>
                    <a:pt x="255" y="296"/>
                    <a:pt x="0" y="452"/>
                  </a:cubicBezTo>
                  <a:cubicBezTo>
                    <a:pt x="312" y="658"/>
                    <a:pt x="511" y="963"/>
                    <a:pt x="780" y="1154"/>
                  </a:cubicBezTo>
                  <a:cubicBezTo>
                    <a:pt x="946" y="1280"/>
                    <a:pt x="1153" y="1360"/>
                    <a:pt x="1358" y="1360"/>
                  </a:cubicBezTo>
                  <a:cubicBezTo>
                    <a:pt x="1407" y="1360"/>
                    <a:pt x="1455" y="1355"/>
                    <a:pt x="1503" y="1346"/>
                  </a:cubicBezTo>
                  <a:cubicBezTo>
                    <a:pt x="1759" y="1303"/>
                    <a:pt x="1993" y="1119"/>
                    <a:pt x="2056" y="864"/>
                  </a:cubicBezTo>
                  <a:cubicBezTo>
                    <a:pt x="2127" y="573"/>
                    <a:pt x="1943" y="261"/>
                    <a:pt x="1681" y="119"/>
                  </a:cubicBezTo>
                  <a:cubicBezTo>
                    <a:pt x="1533" y="35"/>
                    <a:pt x="1364" y="1"/>
                    <a:pt x="11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1"/>
            <p:cNvSpPr/>
            <p:nvPr/>
          </p:nvSpPr>
          <p:spPr>
            <a:xfrm>
              <a:off x="4426308" y="3935799"/>
              <a:ext cx="36321" cy="27988"/>
            </a:xfrm>
            <a:custGeom>
              <a:avLst/>
              <a:gdLst/>
              <a:ahLst/>
              <a:cxnLst/>
              <a:rect l="l" t="t" r="r" b="b"/>
              <a:pathLst>
                <a:path w="1142" h="880" fill="none" extrusionOk="0">
                  <a:moveTo>
                    <a:pt x="0" y="1"/>
                  </a:moveTo>
                  <a:cubicBezTo>
                    <a:pt x="504" y="71"/>
                    <a:pt x="950" y="419"/>
                    <a:pt x="1142" y="88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54501A6B-D43E-1423-E734-BACA4E1C9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332688" y="325206"/>
            <a:ext cx="2875774" cy="19171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Botão de ação: Retornar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FF579A5-9EE4-AC71-6591-1D82D8D784A0}"/>
              </a:ext>
            </a:extLst>
          </p:cNvPr>
          <p:cNvSpPr/>
          <p:nvPr/>
        </p:nvSpPr>
        <p:spPr>
          <a:xfrm>
            <a:off x="6770575" y="4513494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42"/>
          <p:cNvSpPr txBox="1">
            <a:spLocks noGrp="1"/>
          </p:cNvSpPr>
          <p:nvPr>
            <p:ph type="title"/>
          </p:nvPr>
        </p:nvSpPr>
        <p:spPr>
          <a:xfrm>
            <a:off x="1407736" y="1971112"/>
            <a:ext cx="214896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Outono</a:t>
            </a:r>
            <a:endParaRPr dirty="0"/>
          </a:p>
        </p:txBody>
      </p:sp>
      <p:sp>
        <p:nvSpPr>
          <p:cNvPr id="1553" name="Google Shape;1553;p42"/>
          <p:cNvSpPr txBox="1">
            <a:spLocks noGrp="1"/>
          </p:cNvSpPr>
          <p:nvPr>
            <p:ph type="subTitle" idx="2"/>
          </p:nvPr>
        </p:nvSpPr>
        <p:spPr>
          <a:xfrm>
            <a:off x="720000" y="2826004"/>
            <a:ext cx="7232232" cy="1151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pt-BR" sz="1600" dirty="0">
                <a:latin typeface="+mj-lt"/>
              </a:rPr>
              <a:t>É considerado um período de transição e caracteriza-se pelo declínio das temperaturas, com exceção das regiões que se localizam próximo ao Equador. Nesse período, as folhas das árvores apresentam tons amarelados e costumam cair, indicando mudança de estação.</a:t>
            </a:r>
            <a:endParaRPr sz="1600" dirty="0">
              <a:latin typeface="+mj-lt"/>
            </a:endParaRPr>
          </a:p>
        </p:txBody>
      </p:sp>
      <p:grpSp>
        <p:nvGrpSpPr>
          <p:cNvPr id="4" name="Google Shape;1491;p41">
            <a:extLst>
              <a:ext uri="{FF2B5EF4-FFF2-40B4-BE49-F238E27FC236}">
                <a16:creationId xmlns:a16="http://schemas.microsoft.com/office/drawing/2014/main" id="{21C58EE5-01C8-AFEB-2C89-A78354110D7C}"/>
              </a:ext>
            </a:extLst>
          </p:cNvPr>
          <p:cNvGrpSpPr/>
          <p:nvPr/>
        </p:nvGrpSpPr>
        <p:grpSpPr>
          <a:xfrm>
            <a:off x="-76281" y="-76222"/>
            <a:ext cx="2018656" cy="2150559"/>
            <a:chOff x="3995392" y="3558051"/>
            <a:chExt cx="904375" cy="963469"/>
          </a:xfrm>
        </p:grpSpPr>
        <p:sp>
          <p:nvSpPr>
            <p:cNvPr id="5" name="Google Shape;1492;p41">
              <a:extLst>
                <a:ext uri="{FF2B5EF4-FFF2-40B4-BE49-F238E27FC236}">
                  <a16:creationId xmlns:a16="http://schemas.microsoft.com/office/drawing/2014/main" id="{0069A535-70E7-F9D9-6532-C66547EF747D}"/>
                </a:ext>
              </a:extLst>
            </p:cNvPr>
            <p:cNvSpPr/>
            <p:nvPr/>
          </p:nvSpPr>
          <p:spPr>
            <a:xfrm>
              <a:off x="3995392" y="3558051"/>
              <a:ext cx="904375" cy="963469"/>
            </a:xfrm>
            <a:custGeom>
              <a:avLst/>
              <a:gdLst/>
              <a:ahLst/>
              <a:cxnLst/>
              <a:rect l="l" t="t" r="r" b="b"/>
              <a:pathLst>
                <a:path w="28435" h="30293" extrusionOk="0">
                  <a:moveTo>
                    <a:pt x="2837" y="1"/>
                  </a:moveTo>
                  <a:cubicBezTo>
                    <a:pt x="2695" y="1"/>
                    <a:pt x="2553" y="22"/>
                    <a:pt x="2425" y="57"/>
                  </a:cubicBezTo>
                  <a:lnTo>
                    <a:pt x="1418" y="57"/>
                  </a:lnTo>
                  <a:cubicBezTo>
                    <a:pt x="638" y="57"/>
                    <a:pt x="0" y="695"/>
                    <a:pt x="0" y="1475"/>
                  </a:cubicBezTo>
                  <a:lnTo>
                    <a:pt x="0" y="6184"/>
                  </a:lnTo>
                  <a:lnTo>
                    <a:pt x="0" y="8205"/>
                  </a:lnTo>
                  <a:lnTo>
                    <a:pt x="0" y="10857"/>
                  </a:lnTo>
                  <a:lnTo>
                    <a:pt x="0" y="12409"/>
                  </a:lnTo>
                  <a:lnTo>
                    <a:pt x="0" y="13154"/>
                  </a:lnTo>
                  <a:lnTo>
                    <a:pt x="0" y="14735"/>
                  </a:lnTo>
                  <a:lnTo>
                    <a:pt x="0" y="18997"/>
                  </a:lnTo>
                  <a:lnTo>
                    <a:pt x="0" y="20117"/>
                  </a:lnTo>
                  <a:lnTo>
                    <a:pt x="0" y="20528"/>
                  </a:lnTo>
                  <a:lnTo>
                    <a:pt x="0" y="21868"/>
                  </a:lnTo>
                  <a:lnTo>
                    <a:pt x="0" y="22932"/>
                  </a:lnTo>
                  <a:lnTo>
                    <a:pt x="0" y="22960"/>
                  </a:lnTo>
                  <a:lnTo>
                    <a:pt x="0" y="25130"/>
                  </a:lnTo>
                  <a:lnTo>
                    <a:pt x="0" y="28392"/>
                  </a:lnTo>
                  <a:cubicBezTo>
                    <a:pt x="0" y="28973"/>
                    <a:pt x="355" y="29491"/>
                    <a:pt x="894" y="29711"/>
                  </a:cubicBezTo>
                  <a:cubicBezTo>
                    <a:pt x="1149" y="29810"/>
                    <a:pt x="1369" y="29895"/>
                    <a:pt x="1567" y="29959"/>
                  </a:cubicBezTo>
                  <a:cubicBezTo>
                    <a:pt x="2142" y="30143"/>
                    <a:pt x="2709" y="30236"/>
                    <a:pt x="3262" y="30236"/>
                  </a:cubicBezTo>
                  <a:cubicBezTo>
                    <a:pt x="3801" y="30236"/>
                    <a:pt x="4319" y="30150"/>
                    <a:pt x="4794" y="29973"/>
                  </a:cubicBezTo>
                  <a:cubicBezTo>
                    <a:pt x="5538" y="30186"/>
                    <a:pt x="6318" y="30292"/>
                    <a:pt x="7112" y="30292"/>
                  </a:cubicBezTo>
                  <a:cubicBezTo>
                    <a:pt x="8488" y="30292"/>
                    <a:pt x="9842" y="29959"/>
                    <a:pt x="11033" y="29342"/>
                  </a:cubicBezTo>
                  <a:cubicBezTo>
                    <a:pt x="11558" y="29066"/>
                    <a:pt x="12317" y="28605"/>
                    <a:pt x="12806" y="27789"/>
                  </a:cubicBezTo>
                  <a:cubicBezTo>
                    <a:pt x="12842" y="27732"/>
                    <a:pt x="12870" y="27669"/>
                    <a:pt x="12905" y="27612"/>
                  </a:cubicBezTo>
                  <a:cubicBezTo>
                    <a:pt x="12913" y="27591"/>
                    <a:pt x="12927" y="27569"/>
                    <a:pt x="12934" y="27548"/>
                  </a:cubicBezTo>
                  <a:cubicBezTo>
                    <a:pt x="12955" y="27513"/>
                    <a:pt x="12969" y="27470"/>
                    <a:pt x="12991" y="27428"/>
                  </a:cubicBezTo>
                  <a:cubicBezTo>
                    <a:pt x="12998" y="27406"/>
                    <a:pt x="13005" y="27385"/>
                    <a:pt x="13012" y="27364"/>
                  </a:cubicBezTo>
                  <a:cubicBezTo>
                    <a:pt x="13033" y="27328"/>
                    <a:pt x="13047" y="27279"/>
                    <a:pt x="13061" y="27236"/>
                  </a:cubicBezTo>
                  <a:cubicBezTo>
                    <a:pt x="13069" y="27215"/>
                    <a:pt x="13076" y="27201"/>
                    <a:pt x="13083" y="27179"/>
                  </a:cubicBezTo>
                  <a:cubicBezTo>
                    <a:pt x="13097" y="27137"/>
                    <a:pt x="13111" y="27087"/>
                    <a:pt x="13125" y="27038"/>
                  </a:cubicBezTo>
                  <a:cubicBezTo>
                    <a:pt x="13132" y="27023"/>
                    <a:pt x="13132" y="27009"/>
                    <a:pt x="13139" y="26995"/>
                  </a:cubicBezTo>
                  <a:cubicBezTo>
                    <a:pt x="13147" y="26967"/>
                    <a:pt x="13154" y="26938"/>
                    <a:pt x="13154" y="26917"/>
                  </a:cubicBezTo>
                  <a:cubicBezTo>
                    <a:pt x="13678" y="26910"/>
                    <a:pt x="14210" y="26896"/>
                    <a:pt x="14728" y="26860"/>
                  </a:cubicBezTo>
                  <a:lnTo>
                    <a:pt x="14756" y="26860"/>
                  </a:lnTo>
                  <a:cubicBezTo>
                    <a:pt x="15373" y="26818"/>
                    <a:pt x="15990" y="26747"/>
                    <a:pt x="16586" y="26662"/>
                  </a:cubicBezTo>
                  <a:cubicBezTo>
                    <a:pt x="16720" y="26640"/>
                    <a:pt x="16862" y="26619"/>
                    <a:pt x="17018" y="26598"/>
                  </a:cubicBezTo>
                  <a:lnTo>
                    <a:pt x="17110" y="26577"/>
                  </a:lnTo>
                  <a:cubicBezTo>
                    <a:pt x="17273" y="26555"/>
                    <a:pt x="17415" y="26527"/>
                    <a:pt x="17550" y="26499"/>
                  </a:cubicBezTo>
                  <a:cubicBezTo>
                    <a:pt x="18465" y="26321"/>
                    <a:pt x="19259" y="26087"/>
                    <a:pt x="19982" y="25790"/>
                  </a:cubicBezTo>
                  <a:lnTo>
                    <a:pt x="19989" y="25790"/>
                  </a:lnTo>
                  <a:cubicBezTo>
                    <a:pt x="20110" y="25733"/>
                    <a:pt x="20230" y="25683"/>
                    <a:pt x="20358" y="25627"/>
                  </a:cubicBezTo>
                  <a:lnTo>
                    <a:pt x="20400" y="25598"/>
                  </a:lnTo>
                  <a:lnTo>
                    <a:pt x="20422" y="25591"/>
                  </a:lnTo>
                  <a:cubicBezTo>
                    <a:pt x="20521" y="25541"/>
                    <a:pt x="20620" y="25492"/>
                    <a:pt x="20719" y="25442"/>
                  </a:cubicBezTo>
                  <a:cubicBezTo>
                    <a:pt x="20748" y="25428"/>
                    <a:pt x="20783" y="25414"/>
                    <a:pt x="20812" y="25393"/>
                  </a:cubicBezTo>
                  <a:cubicBezTo>
                    <a:pt x="20904" y="25343"/>
                    <a:pt x="20996" y="25293"/>
                    <a:pt x="21088" y="25237"/>
                  </a:cubicBezTo>
                  <a:lnTo>
                    <a:pt x="21109" y="25229"/>
                  </a:lnTo>
                  <a:cubicBezTo>
                    <a:pt x="21131" y="25215"/>
                    <a:pt x="21159" y="25201"/>
                    <a:pt x="21180" y="25187"/>
                  </a:cubicBezTo>
                  <a:cubicBezTo>
                    <a:pt x="21308" y="25109"/>
                    <a:pt x="21428" y="25031"/>
                    <a:pt x="21535" y="24960"/>
                  </a:cubicBezTo>
                  <a:cubicBezTo>
                    <a:pt x="21641" y="24889"/>
                    <a:pt x="21748" y="24811"/>
                    <a:pt x="21847" y="24740"/>
                  </a:cubicBezTo>
                  <a:cubicBezTo>
                    <a:pt x="22336" y="24371"/>
                    <a:pt x="22925" y="23818"/>
                    <a:pt x="23300" y="23088"/>
                  </a:cubicBezTo>
                  <a:cubicBezTo>
                    <a:pt x="23620" y="23003"/>
                    <a:pt x="23924" y="22897"/>
                    <a:pt x="24215" y="22783"/>
                  </a:cubicBezTo>
                  <a:cubicBezTo>
                    <a:pt x="24676" y="22599"/>
                    <a:pt x="25350" y="22287"/>
                    <a:pt x="25889" y="21705"/>
                  </a:cubicBezTo>
                  <a:cubicBezTo>
                    <a:pt x="26555" y="20982"/>
                    <a:pt x="26825" y="20025"/>
                    <a:pt x="26612" y="19153"/>
                  </a:cubicBezTo>
                  <a:cubicBezTo>
                    <a:pt x="26591" y="19053"/>
                    <a:pt x="26555" y="18947"/>
                    <a:pt x="26520" y="18855"/>
                  </a:cubicBezTo>
                  <a:cubicBezTo>
                    <a:pt x="26591" y="18713"/>
                    <a:pt x="26640" y="18557"/>
                    <a:pt x="26676" y="18394"/>
                  </a:cubicBezTo>
                  <a:cubicBezTo>
                    <a:pt x="26697" y="18295"/>
                    <a:pt x="26711" y="18195"/>
                    <a:pt x="26711" y="18089"/>
                  </a:cubicBezTo>
                  <a:cubicBezTo>
                    <a:pt x="27108" y="17529"/>
                    <a:pt x="27066" y="16756"/>
                    <a:pt x="26598" y="16245"/>
                  </a:cubicBezTo>
                  <a:cubicBezTo>
                    <a:pt x="26470" y="15912"/>
                    <a:pt x="26264" y="15614"/>
                    <a:pt x="25995" y="15373"/>
                  </a:cubicBezTo>
                  <a:cubicBezTo>
                    <a:pt x="25754" y="15161"/>
                    <a:pt x="25463" y="14998"/>
                    <a:pt x="25151" y="14898"/>
                  </a:cubicBezTo>
                  <a:cubicBezTo>
                    <a:pt x="27328" y="11466"/>
                    <a:pt x="28434" y="7510"/>
                    <a:pt x="28434" y="3121"/>
                  </a:cubicBezTo>
                  <a:cubicBezTo>
                    <a:pt x="28434" y="2575"/>
                    <a:pt x="28420" y="2000"/>
                    <a:pt x="28399" y="1419"/>
                  </a:cubicBezTo>
                  <a:cubicBezTo>
                    <a:pt x="28363" y="660"/>
                    <a:pt x="27739" y="57"/>
                    <a:pt x="26981" y="57"/>
                  </a:cubicBezTo>
                  <a:lnTo>
                    <a:pt x="23932" y="57"/>
                  </a:lnTo>
                  <a:cubicBezTo>
                    <a:pt x="23797" y="22"/>
                    <a:pt x="23662" y="1"/>
                    <a:pt x="23520" y="1"/>
                  </a:cubicBezTo>
                  <a:cubicBezTo>
                    <a:pt x="23378" y="1"/>
                    <a:pt x="23237" y="22"/>
                    <a:pt x="23102" y="57"/>
                  </a:cubicBezTo>
                  <a:lnTo>
                    <a:pt x="3248" y="57"/>
                  </a:lnTo>
                  <a:cubicBezTo>
                    <a:pt x="3120" y="22"/>
                    <a:pt x="2993" y="1"/>
                    <a:pt x="28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493;p41">
              <a:extLst>
                <a:ext uri="{FF2B5EF4-FFF2-40B4-BE49-F238E27FC236}">
                  <a16:creationId xmlns:a16="http://schemas.microsoft.com/office/drawing/2014/main" id="{FBB75120-11BA-EC9C-1E8E-D4CA9897695B}"/>
                </a:ext>
              </a:extLst>
            </p:cNvPr>
            <p:cNvSpPr/>
            <p:nvPr/>
          </p:nvSpPr>
          <p:spPr>
            <a:xfrm>
              <a:off x="4040491" y="3604963"/>
              <a:ext cx="814144" cy="752474"/>
            </a:xfrm>
            <a:custGeom>
              <a:avLst/>
              <a:gdLst/>
              <a:ahLst/>
              <a:cxnLst/>
              <a:rect l="l" t="t" r="r" b="b"/>
              <a:pathLst>
                <a:path w="25598" h="23659" extrusionOk="0">
                  <a:moveTo>
                    <a:pt x="0" y="0"/>
                  </a:moveTo>
                  <a:lnTo>
                    <a:pt x="0" y="23655"/>
                  </a:lnTo>
                  <a:cubicBezTo>
                    <a:pt x="48" y="23655"/>
                    <a:pt x="95" y="23658"/>
                    <a:pt x="142" y="23658"/>
                  </a:cubicBezTo>
                  <a:cubicBezTo>
                    <a:pt x="166" y="23658"/>
                    <a:pt x="189" y="23658"/>
                    <a:pt x="213" y="23655"/>
                  </a:cubicBezTo>
                  <a:cubicBezTo>
                    <a:pt x="11502" y="23606"/>
                    <a:pt x="25598" y="16884"/>
                    <a:pt x="25598" y="1646"/>
                  </a:cubicBezTo>
                  <a:cubicBezTo>
                    <a:pt x="25598" y="1092"/>
                    <a:pt x="25584" y="546"/>
                    <a:pt x="25563" y="0"/>
                  </a:cubicBezTo>
                  <a:close/>
                </a:path>
              </a:pathLst>
            </a:custGeom>
            <a:solidFill>
              <a:srgbClr val="E17D00">
                <a:alpha val="1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94;p41">
              <a:extLst>
                <a:ext uri="{FF2B5EF4-FFF2-40B4-BE49-F238E27FC236}">
                  <a16:creationId xmlns:a16="http://schemas.microsoft.com/office/drawing/2014/main" id="{96AC8EB8-EB7C-C91F-28EF-533A3D18F303}"/>
                </a:ext>
              </a:extLst>
            </p:cNvPr>
            <p:cNvSpPr/>
            <p:nvPr/>
          </p:nvSpPr>
          <p:spPr>
            <a:xfrm>
              <a:off x="4040491" y="3604963"/>
              <a:ext cx="649458" cy="606267"/>
            </a:xfrm>
            <a:custGeom>
              <a:avLst/>
              <a:gdLst/>
              <a:ahLst/>
              <a:cxnLst/>
              <a:rect l="l" t="t" r="r" b="b"/>
              <a:pathLst>
                <a:path w="20420" h="19062" extrusionOk="0">
                  <a:moveTo>
                    <a:pt x="0" y="0"/>
                  </a:moveTo>
                  <a:lnTo>
                    <a:pt x="0" y="19053"/>
                  </a:lnTo>
                  <a:cubicBezTo>
                    <a:pt x="179" y="19059"/>
                    <a:pt x="360" y="19061"/>
                    <a:pt x="543" y="19061"/>
                  </a:cubicBezTo>
                  <a:cubicBezTo>
                    <a:pt x="8358" y="19061"/>
                    <a:pt x="20419" y="14139"/>
                    <a:pt x="20315" y="497"/>
                  </a:cubicBezTo>
                  <a:cubicBezTo>
                    <a:pt x="20308" y="334"/>
                    <a:pt x="20308" y="164"/>
                    <a:pt x="20301" y="0"/>
                  </a:cubicBezTo>
                  <a:close/>
                </a:path>
              </a:pathLst>
            </a:custGeom>
            <a:solidFill>
              <a:srgbClr val="E17D00">
                <a:alpha val="1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95;p41">
              <a:extLst>
                <a:ext uri="{FF2B5EF4-FFF2-40B4-BE49-F238E27FC236}">
                  <a16:creationId xmlns:a16="http://schemas.microsoft.com/office/drawing/2014/main" id="{2810BA7E-0010-01D7-019D-EEF1C03C7776}"/>
                </a:ext>
              </a:extLst>
            </p:cNvPr>
            <p:cNvSpPr/>
            <p:nvPr/>
          </p:nvSpPr>
          <p:spPr>
            <a:xfrm>
              <a:off x="4040491" y="3604963"/>
              <a:ext cx="548795" cy="422339"/>
            </a:xfrm>
            <a:custGeom>
              <a:avLst/>
              <a:gdLst/>
              <a:ahLst/>
              <a:cxnLst/>
              <a:rect l="l" t="t" r="r" b="b"/>
              <a:pathLst>
                <a:path w="17255" h="13279" extrusionOk="0">
                  <a:moveTo>
                    <a:pt x="0" y="0"/>
                  </a:moveTo>
                  <a:lnTo>
                    <a:pt x="0" y="13260"/>
                  </a:lnTo>
                  <a:cubicBezTo>
                    <a:pt x="350" y="13272"/>
                    <a:pt x="698" y="13278"/>
                    <a:pt x="1045" y="13278"/>
                  </a:cubicBezTo>
                  <a:cubicBezTo>
                    <a:pt x="9579" y="13278"/>
                    <a:pt x="17255" y="9628"/>
                    <a:pt x="16969" y="0"/>
                  </a:cubicBezTo>
                  <a:close/>
                </a:path>
              </a:pathLst>
            </a:custGeom>
            <a:solidFill>
              <a:srgbClr val="E17D00">
                <a:alpha val="1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96;p41">
              <a:extLst>
                <a:ext uri="{FF2B5EF4-FFF2-40B4-BE49-F238E27FC236}">
                  <a16:creationId xmlns:a16="http://schemas.microsoft.com/office/drawing/2014/main" id="{2E6F8845-A248-29C1-760B-5FBAE84490B5}"/>
                </a:ext>
              </a:extLst>
            </p:cNvPr>
            <p:cNvSpPr/>
            <p:nvPr/>
          </p:nvSpPr>
          <p:spPr>
            <a:xfrm>
              <a:off x="4040491" y="3604963"/>
              <a:ext cx="240382" cy="215129"/>
            </a:xfrm>
            <a:custGeom>
              <a:avLst/>
              <a:gdLst/>
              <a:ahLst/>
              <a:cxnLst/>
              <a:rect l="l" t="t" r="r" b="b"/>
              <a:pathLst>
                <a:path w="7558" h="6764" extrusionOk="0">
                  <a:moveTo>
                    <a:pt x="0" y="0"/>
                  </a:moveTo>
                  <a:lnTo>
                    <a:pt x="0" y="6730"/>
                  </a:lnTo>
                  <a:cubicBezTo>
                    <a:pt x="241" y="6752"/>
                    <a:pt x="482" y="6763"/>
                    <a:pt x="723" y="6763"/>
                  </a:cubicBezTo>
                  <a:cubicBezTo>
                    <a:pt x="4194" y="6763"/>
                    <a:pt x="7558" y="4430"/>
                    <a:pt x="7027" y="0"/>
                  </a:cubicBezTo>
                  <a:close/>
                </a:path>
              </a:pathLst>
            </a:custGeom>
            <a:solidFill>
              <a:srgbClr val="E17D00">
                <a:alpha val="1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497;p41">
              <a:extLst>
                <a:ext uri="{FF2B5EF4-FFF2-40B4-BE49-F238E27FC236}">
                  <a16:creationId xmlns:a16="http://schemas.microsoft.com/office/drawing/2014/main" id="{0485B458-8A76-A5E6-5183-DBABB91A77EB}"/>
                </a:ext>
              </a:extLst>
            </p:cNvPr>
            <p:cNvSpPr/>
            <p:nvPr/>
          </p:nvSpPr>
          <p:spPr>
            <a:xfrm>
              <a:off x="4040491" y="3947122"/>
              <a:ext cx="763638" cy="311784"/>
            </a:xfrm>
            <a:custGeom>
              <a:avLst/>
              <a:gdLst/>
              <a:ahLst/>
              <a:cxnLst/>
              <a:rect l="l" t="t" r="r" b="b"/>
              <a:pathLst>
                <a:path w="24010" h="9803" extrusionOk="0">
                  <a:moveTo>
                    <a:pt x="1772" y="1"/>
                  </a:moveTo>
                  <a:cubicBezTo>
                    <a:pt x="1081" y="1"/>
                    <a:pt x="395" y="381"/>
                    <a:pt x="43" y="978"/>
                  </a:cubicBezTo>
                  <a:cubicBezTo>
                    <a:pt x="29" y="963"/>
                    <a:pt x="15" y="942"/>
                    <a:pt x="0" y="921"/>
                  </a:cubicBezTo>
                  <a:lnTo>
                    <a:pt x="0" y="6764"/>
                  </a:lnTo>
                  <a:cubicBezTo>
                    <a:pt x="837" y="6640"/>
                    <a:pt x="1680" y="6583"/>
                    <a:pt x="2523" y="6583"/>
                  </a:cubicBezTo>
                  <a:cubicBezTo>
                    <a:pt x="3173" y="6583"/>
                    <a:pt x="3822" y="6617"/>
                    <a:pt x="4468" y="6679"/>
                  </a:cubicBezTo>
                  <a:cubicBezTo>
                    <a:pt x="7034" y="6913"/>
                    <a:pt x="9537" y="7572"/>
                    <a:pt x="11998" y="8324"/>
                  </a:cubicBezTo>
                  <a:cubicBezTo>
                    <a:pt x="13678" y="8827"/>
                    <a:pt x="15352" y="9387"/>
                    <a:pt x="17089" y="9650"/>
                  </a:cubicBezTo>
                  <a:cubicBezTo>
                    <a:pt x="17730" y="9746"/>
                    <a:pt x="18382" y="9803"/>
                    <a:pt x="19031" y="9803"/>
                  </a:cubicBezTo>
                  <a:cubicBezTo>
                    <a:pt x="20141" y="9803"/>
                    <a:pt x="21244" y="9638"/>
                    <a:pt x="22272" y="9231"/>
                  </a:cubicBezTo>
                  <a:cubicBezTo>
                    <a:pt x="22698" y="9061"/>
                    <a:pt x="23116" y="8848"/>
                    <a:pt x="23428" y="8508"/>
                  </a:cubicBezTo>
                  <a:cubicBezTo>
                    <a:pt x="23740" y="8175"/>
                    <a:pt x="23925" y="7693"/>
                    <a:pt x="23818" y="7253"/>
                  </a:cubicBezTo>
                  <a:cubicBezTo>
                    <a:pt x="23722" y="6847"/>
                    <a:pt x="23338" y="6505"/>
                    <a:pt x="22933" y="6505"/>
                  </a:cubicBezTo>
                  <a:cubicBezTo>
                    <a:pt x="22892" y="6505"/>
                    <a:pt x="22852" y="6508"/>
                    <a:pt x="22811" y="6516"/>
                  </a:cubicBezTo>
                  <a:cubicBezTo>
                    <a:pt x="23173" y="6232"/>
                    <a:pt x="23570" y="5941"/>
                    <a:pt x="23790" y="5516"/>
                  </a:cubicBezTo>
                  <a:cubicBezTo>
                    <a:pt x="24010" y="5097"/>
                    <a:pt x="23995" y="4516"/>
                    <a:pt x="23641" y="4204"/>
                  </a:cubicBezTo>
                  <a:cubicBezTo>
                    <a:pt x="23447" y="4029"/>
                    <a:pt x="23177" y="3961"/>
                    <a:pt x="22915" y="3961"/>
                  </a:cubicBezTo>
                  <a:cubicBezTo>
                    <a:pt x="22890" y="3961"/>
                    <a:pt x="22865" y="3962"/>
                    <a:pt x="22840" y="3963"/>
                  </a:cubicBezTo>
                  <a:cubicBezTo>
                    <a:pt x="22556" y="3977"/>
                    <a:pt x="22280" y="4062"/>
                    <a:pt x="22010" y="4147"/>
                  </a:cubicBezTo>
                  <a:cubicBezTo>
                    <a:pt x="22124" y="3800"/>
                    <a:pt x="22272" y="3552"/>
                    <a:pt x="22322" y="3275"/>
                  </a:cubicBezTo>
                  <a:cubicBezTo>
                    <a:pt x="22372" y="2998"/>
                    <a:pt x="22315" y="2687"/>
                    <a:pt x="22116" y="2488"/>
                  </a:cubicBezTo>
                  <a:cubicBezTo>
                    <a:pt x="21953" y="2336"/>
                    <a:pt x="21728" y="2269"/>
                    <a:pt x="21507" y="2269"/>
                  </a:cubicBezTo>
                  <a:cubicBezTo>
                    <a:pt x="21449" y="2269"/>
                    <a:pt x="21392" y="2274"/>
                    <a:pt x="21336" y="2282"/>
                  </a:cubicBezTo>
                  <a:cubicBezTo>
                    <a:pt x="21060" y="2325"/>
                    <a:pt x="20805" y="2453"/>
                    <a:pt x="20556" y="2580"/>
                  </a:cubicBezTo>
                  <a:cubicBezTo>
                    <a:pt x="20734" y="2268"/>
                    <a:pt x="20939" y="2006"/>
                    <a:pt x="21032" y="1694"/>
                  </a:cubicBezTo>
                  <a:cubicBezTo>
                    <a:pt x="21117" y="1382"/>
                    <a:pt x="21060" y="1006"/>
                    <a:pt x="20812" y="793"/>
                  </a:cubicBezTo>
                  <a:cubicBezTo>
                    <a:pt x="20666" y="668"/>
                    <a:pt x="20470" y="620"/>
                    <a:pt x="20275" y="620"/>
                  </a:cubicBezTo>
                  <a:cubicBezTo>
                    <a:pt x="20205" y="620"/>
                    <a:pt x="20135" y="626"/>
                    <a:pt x="20067" y="637"/>
                  </a:cubicBezTo>
                  <a:cubicBezTo>
                    <a:pt x="19436" y="744"/>
                    <a:pt x="18961" y="1240"/>
                    <a:pt x="18521" y="1701"/>
                  </a:cubicBezTo>
                  <a:cubicBezTo>
                    <a:pt x="18111" y="1326"/>
                    <a:pt x="17574" y="1133"/>
                    <a:pt x="17044" y="1133"/>
                  </a:cubicBezTo>
                  <a:cubicBezTo>
                    <a:pt x="16741" y="1133"/>
                    <a:pt x="16441" y="1196"/>
                    <a:pt x="16167" y="1325"/>
                  </a:cubicBezTo>
                  <a:cubicBezTo>
                    <a:pt x="15409" y="1673"/>
                    <a:pt x="14905" y="2502"/>
                    <a:pt x="14926" y="3332"/>
                  </a:cubicBezTo>
                  <a:cubicBezTo>
                    <a:pt x="14473" y="2736"/>
                    <a:pt x="13856" y="2403"/>
                    <a:pt x="13225" y="2382"/>
                  </a:cubicBezTo>
                  <a:cubicBezTo>
                    <a:pt x="13203" y="2381"/>
                    <a:pt x="13182" y="2381"/>
                    <a:pt x="13161" y="2381"/>
                  </a:cubicBezTo>
                  <a:cubicBezTo>
                    <a:pt x="12552" y="2381"/>
                    <a:pt x="11949" y="2675"/>
                    <a:pt x="11573" y="3154"/>
                  </a:cubicBezTo>
                  <a:cubicBezTo>
                    <a:pt x="10913" y="1665"/>
                    <a:pt x="9594" y="609"/>
                    <a:pt x="8098" y="290"/>
                  </a:cubicBezTo>
                  <a:cubicBezTo>
                    <a:pt x="7765" y="217"/>
                    <a:pt x="7424" y="182"/>
                    <a:pt x="7084" y="182"/>
                  </a:cubicBezTo>
                  <a:cubicBezTo>
                    <a:pt x="5895" y="182"/>
                    <a:pt x="4705" y="612"/>
                    <a:pt x="3801" y="1389"/>
                  </a:cubicBezTo>
                  <a:cubicBezTo>
                    <a:pt x="3340" y="581"/>
                    <a:pt x="2659" y="70"/>
                    <a:pt x="1915" y="6"/>
                  </a:cubicBezTo>
                  <a:cubicBezTo>
                    <a:pt x="1867" y="3"/>
                    <a:pt x="1820" y="1"/>
                    <a:pt x="17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498;p41">
              <a:extLst>
                <a:ext uri="{FF2B5EF4-FFF2-40B4-BE49-F238E27FC236}">
                  <a16:creationId xmlns:a16="http://schemas.microsoft.com/office/drawing/2014/main" id="{8ED0CDD8-F820-5C7F-B3A4-06EE4BC9F712}"/>
                </a:ext>
              </a:extLst>
            </p:cNvPr>
            <p:cNvSpPr/>
            <p:nvPr/>
          </p:nvSpPr>
          <p:spPr>
            <a:xfrm>
              <a:off x="4367256" y="3901736"/>
              <a:ext cx="229632" cy="165450"/>
            </a:xfrm>
            <a:custGeom>
              <a:avLst/>
              <a:gdLst/>
              <a:ahLst/>
              <a:cxnLst/>
              <a:rect l="l" t="t" r="r" b="b"/>
              <a:pathLst>
                <a:path w="7220" h="5202" extrusionOk="0">
                  <a:moveTo>
                    <a:pt x="3221" y="1"/>
                  </a:moveTo>
                  <a:cubicBezTo>
                    <a:pt x="2817" y="1"/>
                    <a:pt x="2421" y="205"/>
                    <a:pt x="2156" y="511"/>
                  </a:cubicBezTo>
                  <a:cubicBezTo>
                    <a:pt x="1887" y="830"/>
                    <a:pt x="1759" y="1249"/>
                    <a:pt x="1774" y="1667"/>
                  </a:cubicBezTo>
                  <a:cubicBezTo>
                    <a:pt x="1743" y="1665"/>
                    <a:pt x="1713" y="1665"/>
                    <a:pt x="1682" y="1665"/>
                  </a:cubicBezTo>
                  <a:cubicBezTo>
                    <a:pt x="879" y="1665"/>
                    <a:pt x="217" y="2290"/>
                    <a:pt x="107" y="3022"/>
                  </a:cubicBezTo>
                  <a:cubicBezTo>
                    <a:pt x="1" y="3780"/>
                    <a:pt x="441" y="4567"/>
                    <a:pt x="1114" y="4936"/>
                  </a:cubicBezTo>
                  <a:cubicBezTo>
                    <a:pt x="1443" y="5116"/>
                    <a:pt x="1813" y="5201"/>
                    <a:pt x="2187" y="5201"/>
                  </a:cubicBezTo>
                  <a:cubicBezTo>
                    <a:pt x="2579" y="5201"/>
                    <a:pt x="2974" y="5107"/>
                    <a:pt x="3326" y="4929"/>
                  </a:cubicBezTo>
                  <a:cubicBezTo>
                    <a:pt x="3894" y="5061"/>
                    <a:pt x="4351" y="5132"/>
                    <a:pt x="4786" y="5132"/>
                  </a:cubicBezTo>
                  <a:cubicBezTo>
                    <a:pt x="4889" y="5132"/>
                    <a:pt x="4991" y="5129"/>
                    <a:pt x="5092" y="5120"/>
                  </a:cubicBezTo>
                  <a:cubicBezTo>
                    <a:pt x="5624" y="5078"/>
                    <a:pt x="6156" y="4915"/>
                    <a:pt x="6560" y="4574"/>
                  </a:cubicBezTo>
                  <a:cubicBezTo>
                    <a:pt x="6964" y="4227"/>
                    <a:pt x="7219" y="3681"/>
                    <a:pt x="7120" y="3156"/>
                  </a:cubicBezTo>
                  <a:cubicBezTo>
                    <a:pt x="7025" y="2662"/>
                    <a:pt x="6568" y="2232"/>
                    <a:pt x="6069" y="2232"/>
                  </a:cubicBezTo>
                  <a:cubicBezTo>
                    <a:pt x="6046" y="2232"/>
                    <a:pt x="6023" y="2233"/>
                    <a:pt x="6000" y="2234"/>
                  </a:cubicBezTo>
                  <a:cubicBezTo>
                    <a:pt x="6219" y="1809"/>
                    <a:pt x="6149" y="1192"/>
                    <a:pt x="5794" y="816"/>
                  </a:cubicBezTo>
                  <a:cubicBezTo>
                    <a:pt x="5568" y="577"/>
                    <a:pt x="5242" y="451"/>
                    <a:pt x="4919" y="451"/>
                  </a:cubicBezTo>
                  <a:cubicBezTo>
                    <a:pt x="4725" y="451"/>
                    <a:pt x="4532" y="496"/>
                    <a:pt x="4362" y="589"/>
                  </a:cubicBezTo>
                  <a:cubicBezTo>
                    <a:pt x="4071" y="221"/>
                    <a:pt x="3660" y="1"/>
                    <a:pt x="3241" y="1"/>
                  </a:cubicBezTo>
                  <a:cubicBezTo>
                    <a:pt x="3234" y="1"/>
                    <a:pt x="3228" y="1"/>
                    <a:pt x="32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499;p41">
              <a:extLst>
                <a:ext uri="{FF2B5EF4-FFF2-40B4-BE49-F238E27FC236}">
                  <a16:creationId xmlns:a16="http://schemas.microsoft.com/office/drawing/2014/main" id="{12F78907-7A8F-E972-E923-EC5FDC84BF06}"/>
                </a:ext>
              </a:extLst>
            </p:cNvPr>
            <p:cNvSpPr/>
            <p:nvPr/>
          </p:nvSpPr>
          <p:spPr>
            <a:xfrm>
              <a:off x="4453416" y="4023740"/>
              <a:ext cx="38357" cy="110554"/>
            </a:xfrm>
            <a:custGeom>
              <a:avLst/>
              <a:gdLst/>
              <a:ahLst/>
              <a:cxnLst/>
              <a:rect l="l" t="t" r="r" b="b"/>
              <a:pathLst>
                <a:path w="1206" h="3476" extrusionOk="0">
                  <a:moveTo>
                    <a:pt x="242" y="1"/>
                  </a:moveTo>
                  <a:lnTo>
                    <a:pt x="1" y="200"/>
                  </a:lnTo>
                  <a:cubicBezTo>
                    <a:pt x="157" y="490"/>
                    <a:pt x="305" y="781"/>
                    <a:pt x="454" y="1072"/>
                  </a:cubicBezTo>
                  <a:cubicBezTo>
                    <a:pt x="412" y="1866"/>
                    <a:pt x="483" y="2632"/>
                    <a:pt x="561" y="3405"/>
                  </a:cubicBezTo>
                  <a:cubicBezTo>
                    <a:pt x="773" y="3475"/>
                    <a:pt x="993" y="3475"/>
                    <a:pt x="1206" y="3475"/>
                  </a:cubicBezTo>
                  <a:cubicBezTo>
                    <a:pt x="1100" y="2681"/>
                    <a:pt x="993" y="1894"/>
                    <a:pt x="880" y="1100"/>
                  </a:cubicBezTo>
                  <a:cubicBezTo>
                    <a:pt x="859" y="994"/>
                    <a:pt x="1178" y="228"/>
                    <a:pt x="1178" y="228"/>
                  </a:cubicBezTo>
                  <a:lnTo>
                    <a:pt x="859" y="29"/>
                  </a:lnTo>
                  <a:lnTo>
                    <a:pt x="589" y="561"/>
                  </a:lnTo>
                  <a:lnTo>
                    <a:pt x="2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00;p41">
              <a:extLst>
                <a:ext uri="{FF2B5EF4-FFF2-40B4-BE49-F238E27FC236}">
                  <a16:creationId xmlns:a16="http://schemas.microsoft.com/office/drawing/2014/main" id="{51B7FCEC-6228-2A53-AD58-6BCB49A1EB38}"/>
                </a:ext>
              </a:extLst>
            </p:cNvPr>
            <p:cNvSpPr/>
            <p:nvPr/>
          </p:nvSpPr>
          <p:spPr>
            <a:xfrm>
              <a:off x="4167680" y="3853011"/>
              <a:ext cx="226452" cy="173592"/>
            </a:xfrm>
            <a:custGeom>
              <a:avLst/>
              <a:gdLst/>
              <a:ahLst/>
              <a:cxnLst/>
              <a:rect l="l" t="t" r="r" b="b"/>
              <a:pathLst>
                <a:path w="7120" h="5458" extrusionOk="0">
                  <a:moveTo>
                    <a:pt x="3753" y="0"/>
                  </a:moveTo>
                  <a:cubicBezTo>
                    <a:pt x="3295" y="0"/>
                    <a:pt x="2837" y="178"/>
                    <a:pt x="2482" y="476"/>
                  </a:cubicBezTo>
                  <a:cubicBezTo>
                    <a:pt x="2036" y="845"/>
                    <a:pt x="1759" y="1398"/>
                    <a:pt x="1646" y="1965"/>
                  </a:cubicBezTo>
                  <a:cubicBezTo>
                    <a:pt x="1525" y="1925"/>
                    <a:pt x="1406" y="1906"/>
                    <a:pt x="1291" y="1906"/>
                  </a:cubicBezTo>
                  <a:cubicBezTo>
                    <a:pt x="822" y="1906"/>
                    <a:pt x="415" y="2215"/>
                    <a:pt x="227" y="2625"/>
                  </a:cubicBezTo>
                  <a:cubicBezTo>
                    <a:pt x="1" y="3142"/>
                    <a:pt x="93" y="3774"/>
                    <a:pt x="412" y="4242"/>
                  </a:cubicBezTo>
                  <a:cubicBezTo>
                    <a:pt x="724" y="4702"/>
                    <a:pt x="1241" y="5014"/>
                    <a:pt x="1787" y="5149"/>
                  </a:cubicBezTo>
                  <a:cubicBezTo>
                    <a:pt x="2041" y="5212"/>
                    <a:pt x="2303" y="5239"/>
                    <a:pt x="2565" y="5239"/>
                  </a:cubicBezTo>
                  <a:cubicBezTo>
                    <a:pt x="2868" y="5239"/>
                    <a:pt x="3172" y="5203"/>
                    <a:pt x="3468" y="5142"/>
                  </a:cubicBezTo>
                  <a:cubicBezTo>
                    <a:pt x="3869" y="5358"/>
                    <a:pt x="4288" y="5458"/>
                    <a:pt x="4694" y="5458"/>
                  </a:cubicBezTo>
                  <a:cubicBezTo>
                    <a:pt x="5129" y="5458"/>
                    <a:pt x="5548" y="5344"/>
                    <a:pt x="5914" y="5135"/>
                  </a:cubicBezTo>
                  <a:cubicBezTo>
                    <a:pt x="6205" y="4972"/>
                    <a:pt x="6467" y="4745"/>
                    <a:pt x="6609" y="4440"/>
                  </a:cubicBezTo>
                  <a:cubicBezTo>
                    <a:pt x="6751" y="4142"/>
                    <a:pt x="6744" y="3759"/>
                    <a:pt x="6538" y="3497"/>
                  </a:cubicBezTo>
                  <a:cubicBezTo>
                    <a:pt x="6964" y="3093"/>
                    <a:pt x="7120" y="2412"/>
                    <a:pt x="6864" y="1902"/>
                  </a:cubicBezTo>
                  <a:cubicBezTo>
                    <a:pt x="6657" y="1486"/>
                    <a:pt x="6190" y="1221"/>
                    <a:pt x="5729" y="1221"/>
                  </a:cubicBezTo>
                  <a:cubicBezTo>
                    <a:pt x="5624" y="1221"/>
                    <a:pt x="5519" y="1234"/>
                    <a:pt x="5418" y="1263"/>
                  </a:cubicBezTo>
                  <a:cubicBezTo>
                    <a:pt x="5170" y="625"/>
                    <a:pt x="4673" y="164"/>
                    <a:pt x="4106" y="37"/>
                  </a:cubicBezTo>
                  <a:cubicBezTo>
                    <a:pt x="3990" y="12"/>
                    <a:pt x="3871" y="0"/>
                    <a:pt x="37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01;p41">
              <a:extLst>
                <a:ext uri="{FF2B5EF4-FFF2-40B4-BE49-F238E27FC236}">
                  <a16:creationId xmlns:a16="http://schemas.microsoft.com/office/drawing/2014/main" id="{419DC355-0E53-1045-E2AA-911C343AE32D}"/>
                </a:ext>
              </a:extLst>
            </p:cNvPr>
            <p:cNvSpPr/>
            <p:nvPr/>
          </p:nvSpPr>
          <p:spPr>
            <a:xfrm>
              <a:off x="4266021" y="3970530"/>
              <a:ext cx="41983" cy="135108"/>
            </a:xfrm>
            <a:custGeom>
              <a:avLst/>
              <a:gdLst/>
              <a:ahLst/>
              <a:cxnLst/>
              <a:rect l="l" t="t" r="r" b="b"/>
              <a:pathLst>
                <a:path w="1320" h="4248" extrusionOk="0">
                  <a:moveTo>
                    <a:pt x="14" y="1"/>
                  </a:moveTo>
                  <a:cubicBezTo>
                    <a:pt x="0" y="1419"/>
                    <a:pt x="50" y="2837"/>
                    <a:pt x="170" y="4248"/>
                  </a:cubicBezTo>
                  <a:cubicBezTo>
                    <a:pt x="336" y="4185"/>
                    <a:pt x="481" y="4159"/>
                    <a:pt x="616" y="4159"/>
                  </a:cubicBezTo>
                  <a:cubicBezTo>
                    <a:pt x="695" y="4159"/>
                    <a:pt x="771" y="4168"/>
                    <a:pt x="844" y="4184"/>
                  </a:cubicBezTo>
                  <a:cubicBezTo>
                    <a:pt x="766" y="3362"/>
                    <a:pt x="688" y="2539"/>
                    <a:pt x="617" y="1717"/>
                  </a:cubicBezTo>
                  <a:cubicBezTo>
                    <a:pt x="624" y="1553"/>
                    <a:pt x="1319" y="979"/>
                    <a:pt x="1319" y="979"/>
                  </a:cubicBezTo>
                  <a:lnTo>
                    <a:pt x="1184" y="589"/>
                  </a:lnTo>
                  <a:lnTo>
                    <a:pt x="447" y="1220"/>
                  </a:lnTo>
                  <a:lnTo>
                    <a:pt x="355" y="22"/>
                  </a:lnTo>
                  <a:lnTo>
                    <a:pt x="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02;p41">
              <a:extLst>
                <a:ext uri="{FF2B5EF4-FFF2-40B4-BE49-F238E27FC236}">
                  <a16:creationId xmlns:a16="http://schemas.microsoft.com/office/drawing/2014/main" id="{43F5CB53-8F26-B114-3120-05FAF2D4D4C8}"/>
                </a:ext>
              </a:extLst>
            </p:cNvPr>
            <p:cNvSpPr/>
            <p:nvPr/>
          </p:nvSpPr>
          <p:spPr>
            <a:xfrm>
              <a:off x="4050192" y="4037957"/>
              <a:ext cx="654483" cy="330995"/>
            </a:xfrm>
            <a:custGeom>
              <a:avLst/>
              <a:gdLst/>
              <a:ahLst/>
              <a:cxnLst/>
              <a:rect l="l" t="t" r="r" b="b"/>
              <a:pathLst>
                <a:path w="20578" h="10407" extrusionOk="0">
                  <a:moveTo>
                    <a:pt x="4961" y="0"/>
                  </a:moveTo>
                  <a:cubicBezTo>
                    <a:pt x="4262" y="0"/>
                    <a:pt x="3552" y="210"/>
                    <a:pt x="2957" y="582"/>
                  </a:cubicBezTo>
                  <a:cubicBezTo>
                    <a:pt x="1879" y="1263"/>
                    <a:pt x="1149" y="2390"/>
                    <a:pt x="724" y="3589"/>
                  </a:cubicBezTo>
                  <a:cubicBezTo>
                    <a:pt x="305" y="4787"/>
                    <a:pt x="149" y="6063"/>
                    <a:pt x="0" y="7325"/>
                  </a:cubicBezTo>
                  <a:cubicBezTo>
                    <a:pt x="3614" y="9422"/>
                    <a:pt x="7510" y="10406"/>
                    <a:pt x="11370" y="10406"/>
                  </a:cubicBezTo>
                  <a:cubicBezTo>
                    <a:pt x="12471" y="10406"/>
                    <a:pt x="13569" y="10326"/>
                    <a:pt x="14657" y="10169"/>
                  </a:cubicBezTo>
                  <a:cubicBezTo>
                    <a:pt x="16295" y="9935"/>
                    <a:pt x="17954" y="9502"/>
                    <a:pt x="19273" y="8517"/>
                  </a:cubicBezTo>
                  <a:cubicBezTo>
                    <a:pt x="19961" y="7999"/>
                    <a:pt x="20578" y="7247"/>
                    <a:pt x="20542" y="6389"/>
                  </a:cubicBezTo>
                  <a:cubicBezTo>
                    <a:pt x="20500" y="5489"/>
                    <a:pt x="19769" y="4787"/>
                    <a:pt x="19018" y="4291"/>
                  </a:cubicBezTo>
                  <a:cubicBezTo>
                    <a:pt x="17571" y="3326"/>
                    <a:pt x="15855" y="2759"/>
                    <a:pt x="14118" y="2674"/>
                  </a:cubicBezTo>
                  <a:cubicBezTo>
                    <a:pt x="13909" y="2664"/>
                    <a:pt x="13700" y="2660"/>
                    <a:pt x="13490" y="2660"/>
                  </a:cubicBezTo>
                  <a:cubicBezTo>
                    <a:pt x="12852" y="2660"/>
                    <a:pt x="12214" y="2696"/>
                    <a:pt x="11578" y="2696"/>
                  </a:cubicBezTo>
                  <a:cubicBezTo>
                    <a:pt x="11420" y="2696"/>
                    <a:pt x="11262" y="2694"/>
                    <a:pt x="11104" y="2688"/>
                  </a:cubicBezTo>
                  <a:cubicBezTo>
                    <a:pt x="10098" y="2646"/>
                    <a:pt x="9062" y="2454"/>
                    <a:pt x="8247" y="1866"/>
                  </a:cubicBezTo>
                  <a:cubicBezTo>
                    <a:pt x="7651" y="1440"/>
                    <a:pt x="7197" y="823"/>
                    <a:pt x="6573" y="440"/>
                  </a:cubicBezTo>
                  <a:cubicBezTo>
                    <a:pt x="6087" y="139"/>
                    <a:pt x="5528" y="0"/>
                    <a:pt x="49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03;p41">
              <a:extLst>
                <a:ext uri="{FF2B5EF4-FFF2-40B4-BE49-F238E27FC236}">
                  <a16:creationId xmlns:a16="http://schemas.microsoft.com/office/drawing/2014/main" id="{C2C3858C-F4DE-7CA8-89DD-A282314238F5}"/>
                </a:ext>
              </a:extLst>
            </p:cNvPr>
            <p:cNvSpPr/>
            <p:nvPr/>
          </p:nvSpPr>
          <p:spPr>
            <a:xfrm>
              <a:off x="4056966" y="4051029"/>
              <a:ext cx="638931" cy="318018"/>
            </a:xfrm>
            <a:custGeom>
              <a:avLst/>
              <a:gdLst/>
              <a:ahLst/>
              <a:cxnLst/>
              <a:rect l="l" t="t" r="r" b="b"/>
              <a:pathLst>
                <a:path w="20089" h="9999" extrusionOk="0">
                  <a:moveTo>
                    <a:pt x="6311" y="1"/>
                  </a:moveTo>
                  <a:cubicBezTo>
                    <a:pt x="4169" y="575"/>
                    <a:pt x="2184" y="1653"/>
                    <a:pt x="532" y="3128"/>
                  </a:cubicBezTo>
                  <a:cubicBezTo>
                    <a:pt x="525" y="3142"/>
                    <a:pt x="518" y="3163"/>
                    <a:pt x="511" y="3178"/>
                  </a:cubicBezTo>
                  <a:cubicBezTo>
                    <a:pt x="269" y="3865"/>
                    <a:pt x="113" y="4582"/>
                    <a:pt x="0" y="5305"/>
                  </a:cubicBezTo>
                  <a:cubicBezTo>
                    <a:pt x="1893" y="3057"/>
                    <a:pt x="4517" y="1497"/>
                    <a:pt x="7396" y="909"/>
                  </a:cubicBezTo>
                  <a:cubicBezTo>
                    <a:pt x="7070" y="597"/>
                    <a:pt x="6743" y="270"/>
                    <a:pt x="6360" y="29"/>
                  </a:cubicBezTo>
                  <a:cubicBezTo>
                    <a:pt x="6346" y="15"/>
                    <a:pt x="6325" y="8"/>
                    <a:pt x="6311" y="1"/>
                  </a:cubicBezTo>
                  <a:close/>
                  <a:moveTo>
                    <a:pt x="7956" y="1398"/>
                  </a:moveTo>
                  <a:cubicBezTo>
                    <a:pt x="5247" y="2830"/>
                    <a:pt x="3028" y="5135"/>
                    <a:pt x="1716" y="7914"/>
                  </a:cubicBezTo>
                  <a:cubicBezTo>
                    <a:pt x="2063" y="8077"/>
                    <a:pt x="2411" y="8226"/>
                    <a:pt x="2758" y="8368"/>
                  </a:cubicBezTo>
                  <a:cubicBezTo>
                    <a:pt x="4091" y="5574"/>
                    <a:pt x="6424" y="3291"/>
                    <a:pt x="9253" y="2029"/>
                  </a:cubicBezTo>
                  <a:cubicBezTo>
                    <a:pt x="8821" y="1908"/>
                    <a:pt x="8403" y="1717"/>
                    <a:pt x="8034" y="1455"/>
                  </a:cubicBezTo>
                  <a:cubicBezTo>
                    <a:pt x="8005" y="1433"/>
                    <a:pt x="7984" y="1419"/>
                    <a:pt x="7956" y="1398"/>
                  </a:cubicBezTo>
                  <a:close/>
                  <a:moveTo>
                    <a:pt x="19315" y="4255"/>
                  </a:moveTo>
                  <a:cubicBezTo>
                    <a:pt x="18393" y="5681"/>
                    <a:pt x="17769" y="7297"/>
                    <a:pt x="17507" y="8978"/>
                  </a:cubicBezTo>
                  <a:cubicBezTo>
                    <a:pt x="17961" y="8786"/>
                    <a:pt x="18401" y="8559"/>
                    <a:pt x="18805" y="8283"/>
                  </a:cubicBezTo>
                  <a:cubicBezTo>
                    <a:pt x="19074" y="7184"/>
                    <a:pt x="19507" y="6127"/>
                    <a:pt x="20088" y="5163"/>
                  </a:cubicBezTo>
                  <a:cubicBezTo>
                    <a:pt x="19904" y="4816"/>
                    <a:pt x="19627" y="4518"/>
                    <a:pt x="19315" y="4255"/>
                  </a:cubicBezTo>
                  <a:close/>
                  <a:moveTo>
                    <a:pt x="9913" y="2178"/>
                  </a:moveTo>
                  <a:cubicBezTo>
                    <a:pt x="8020" y="4213"/>
                    <a:pt x="6552" y="6680"/>
                    <a:pt x="5666" y="9318"/>
                  </a:cubicBezTo>
                  <a:cubicBezTo>
                    <a:pt x="6041" y="9410"/>
                    <a:pt x="6410" y="9495"/>
                    <a:pt x="6786" y="9566"/>
                  </a:cubicBezTo>
                  <a:cubicBezTo>
                    <a:pt x="7722" y="6829"/>
                    <a:pt x="9331" y="4291"/>
                    <a:pt x="11409" y="2284"/>
                  </a:cubicBezTo>
                  <a:cubicBezTo>
                    <a:pt x="11232" y="2284"/>
                    <a:pt x="11062" y="2284"/>
                    <a:pt x="10891" y="2277"/>
                  </a:cubicBezTo>
                  <a:cubicBezTo>
                    <a:pt x="10565" y="2263"/>
                    <a:pt x="10232" y="2235"/>
                    <a:pt x="9913" y="2178"/>
                  </a:cubicBezTo>
                  <a:close/>
                  <a:moveTo>
                    <a:pt x="17216" y="3029"/>
                  </a:moveTo>
                  <a:cubicBezTo>
                    <a:pt x="15649" y="4979"/>
                    <a:pt x="14572" y="7333"/>
                    <a:pt x="14139" y="9800"/>
                  </a:cubicBezTo>
                  <a:cubicBezTo>
                    <a:pt x="14245" y="9786"/>
                    <a:pt x="14345" y="9772"/>
                    <a:pt x="14444" y="9758"/>
                  </a:cubicBezTo>
                  <a:cubicBezTo>
                    <a:pt x="14742" y="9715"/>
                    <a:pt x="15040" y="9666"/>
                    <a:pt x="15337" y="9609"/>
                  </a:cubicBezTo>
                  <a:cubicBezTo>
                    <a:pt x="15798" y="7389"/>
                    <a:pt x="16812" y="5284"/>
                    <a:pt x="18266" y="3546"/>
                  </a:cubicBezTo>
                  <a:cubicBezTo>
                    <a:pt x="17933" y="3348"/>
                    <a:pt x="17578" y="3178"/>
                    <a:pt x="17216" y="3029"/>
                  </a:cubicBezTo>
                  <a:close/>
                  <a:moveTo>
                    <a:pt x="14820" y="2355"/>
                  </a:moveTo>
                  <a:cubicBezTo>
                    <a:pt x="13465" y="4695"/>
                    <a:pt x="12544" y="7304"/>
                    <a:pt x="12118" y="9978"/>
                  </a:cubicBezTo>
                  <a:cubicBezTo>
                    <a:pt x="12508" y="9963"/>
                    <a:pt x="12898" y="9935"/>
                    <a:pt x="13288" y="9900"/>
                  </a:cubicBezTo>
                  <a:cubicBezTo>
                    <a:pt x="13728" y="7333"/>
                    <a:pt x="14657" y="4830"/>
                    <a:pt x="15997" y="2603"/>
                  </a:cubicBezTo>
                  <a:cubicBezTo>
                    <a:pt x="15607" y="2497"/>
                    <a:pt x="15217" y="2412"/>
                    <a:pt x="14820" y="2355"/>
                  </a:cubicBezTo>
                  <a:close/>
                  <a:moveTo>
                    <a:pt x="13309" y="2249"/>
                  </a:moveTo>
                  <a:cubicBezTo>
                    <a:pt x="12877" y="2249"/>
                    <a:pt x="12437" y="2263"/>
                    <a:pt x="12005" y="2277"/>
                  </a:cubicBezTo>
                  <a:cubicBezTo>
                    <a:pt x="10792" y="4645"/>
                    <a:pt x="10126" y="7319"/>
                    <a:pt x="10097" y="9971"/>
                  </a:cubicBezTo>
                  <a:cubicBezTo>
                    <a:pt x="10473" y="9992"/>
                    <a:pt x="10856" y="9999"/>
                    <a:pt x="11232" y="9999"/>
                  </a:cubicBezTo>
                  <a:cubicBezTo>
                    <a:pt x="11260" y="7304"/>
                    <a:pt x="11990" y="4596"/>
                    <a:pt x="13309" y="2249"/>
                  </a:cubicBezTo>
                  <a:close/>
                </a:path>
              </a:pathLst>
            </a:custGeom>
            <a:solidFill>
              <a:srgbClr val="F2B93A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04;p41">
              <a:extLst>
                <a:ext uri="{FF2B5EF4-FFF2-40B4-BE49-F238E27FC236}">
                  <a16:creationId xmlns:a16="http://schemas.microsoft.com/office/drawing/2014/main" id="{F4F6DD61-6C20-C25E-F6A1-0CCF9873FA50}"/>
                </a:ext>
              </a:extLst>
            </p:cNvPr>
            <p:cNvSpPr/>
            <p:nvPr/>
          </p:nvSpPr>
          <p:spPr>
            <a:xfrm>
              <a:off x="4040491" y="3604963"/>
              <a:ext cx="702986" cy="298395"/>
            </a:xfrm>
            <a:custGeom>
              <a:avLst/>
              <a:gdLst/>
              <a:ahLst/>
              <a:cxnLst/>
              <a:rect l="l" t="t" r="r" b="b"/>
              <a:pathLst>
                <a:path w="22103" h="9382" extrusionOk="0">
                  <a:moveTo>
                    <a:pt x="0" y="0"/>
                  </a:moveTo>
                  <a:lnTo>
                    <a:pt x="0" y="9382"/>
                  </a:lnTo>
                  <a:cubicBezTo>
                    <a:pt x="114" y="9339"/>
                    <a:pt x="220" y="9289"/>
                    <a:pt x="327" y="9240"/>
                  </a:cubicBezTo>
                  <a:cubicBezTo>
                    <a:pt x="451" y="9331"/>
                    <a:pt x="598" y="9373"/>
                    <a:pt x="746" y="9373"/>
                  </a:cubicBezTo>
                  <a:cubicBezTo>
                    <a:pt x="1106" y="9373"/>
                    <a:pt x="1478" y="9131"/>
                    <a:pt x="1589" y="8765"/>
                  </a:cubicBezTo>
                  <a:cubicBezTo>
                    <a:pt x="2043" y="8962"/>
                    <a:pt x="2540" y="9062"/>
                    <a:pt x="3036" y="9062"/>
                  </a:cubicBezTo>
                  <a:cubicBezTo>
                    <a:pt x="3554" y="9062"/>
                    <a:pt x="4071" y="8954"/>
                    <a:pt x="4538" y="8736"/>
                  </a:cubicBezTo>
                  <a:cubicBezTo>
                    <a:pt x="5460" y="8311"/>
                    <a:pt x="6184" y="7481"/>
                    <a:pt x="6481" y="6510"/>
                  </a:cubicBezTo>
                  <a:cubicBezTo>
                    <a:pt x="7344" y="7500"/>
                    <a:pt x="8644" y="8131"/>
                    <a:pt x="9930" y="8131"/>
                  </a:cubicBezTo>
                  <a:cubicBezTo>
                    <a:pt x="10146" y="8131"/>
                    <a:pt x="10360" y="8113"/>
                    <a:pt x="10573" y="8077"/>
                  </a:cubicBezTo>
                  <a:cubicBezTo>
                    <a:pt x="12062" y="7829"/>
                    <a:pt x="13352" y="6666"/>
                    <a:pt x="13756" y="5212"/>
                  </a:cubicBezTo>
                  <a:cubicBezTo>
                    <a:pt x="13813" y="5375"/>
                    <a:pt x="13891" y="5538"/>
                    <a:pt x="14012" y="5666"/>
                  </a:cubicBezTo>
                  <a:cubicBezTo>
                    <a:pt x="14117" y="5765"/>
                    <a:pt x="14260" y="5840"/>
                    <a:pt x="14402" y="5840"/>
                  </a:cubicBezTo>
                  <a:cubicBezTo>
                    <a:pt x="14433" y="5840"/>
                    <a:pt x="14464" y="5837"/>
                    <a:pt x="14494" y="5829"/>
                  </a:cubicBezTo>
                  <a:cubicBezTo>
                    <a:pt x="14678" y="5787"/>
                    <a:pt x="14813" y="5609"/>
                    <a:pt x="14856" y="5418"/>
                  </a:cubicBezTo>
                  <a:cubicBezTo>
                    <a:pt x="14905" y="5226"/>
                    <a:pt x="14877" y="5028"/>
                    <a:pt x="14848" y="4836"/>
                  </a:cubicBezTo>
                  <a:lnTo>
                    <a:pt x="14848" y="4836"/>
                  </a:lnTo>
                  <a:cubicBezTo>
                    <a:pt x="14869" y="4837"/>
                    <a:pt x="14890" y="4837"/>
                    <a:pt x="14910" y="4837"/>
                  </a:cubicBezTo>
                  <a:cubicBezTo>
                    <a:pt x="16066" y="4837"/>
                    <a:pt x="17205" y="4448"/>
                    <a:pt x="18110" y="3744"/>
                  </a:cubicBezTo>
                  <a:cubicBezTo>
                    <a:pt x="19025" y="3028"/>
                    <a:pt x="19684" y="1986"/>
                    <a:pt x="19940" y="851"/>
                  </a:cubicBezTo>
                  <a:cubicBezTo>
                    <a:pt x="19949" y="851"/>
                    <a:pt x="19958" y="851"/>
                    <a:pt x="19967" y="851"/>
                  </a:cubicBezTo>
                  <a:cubicBezTo>
                    <a:pt x="20786" y="851"/>
                    <a:pt x="21562" y="533"/>
                    <a:pt x="22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505;p41">
              <a:extLst>
                <a:ext uri="{FF2B5EF4-FFF2-40B4-BE49-F238E27FC236}">
                  <a16:creationId xmlns:a16="http://schemas.microsoft.com/office/drawing/2014/main" id="{0520204B-4932-E7A3-3580-3737D39AF6F3}"/>
                </a:ext>
              </a:extLst>
            </p:cNvPr>
            <p:cNvSpPr/>
            <p:nvPr/>
          </p:nvSpPr>
          <p:spPr>
            <a:xfrm>
              <a:off x="4040491" y="3604963"/>
              <a:ext cx="702986" cy="298395"/>
            </a:xfrm>
            <a:custGeom>
              <a:avLst/>
              <a:gdLst/>
              <a:ahLst/>
              <a:cxnLst/>
              <a:rect l="l" t="t" r="r" b="b"/>
              <a:pathLst>
                <a:path w="22103" h="9382" extrusionOk="0">
                  <a:moveTo>
                    <a:pt x="0" y="0"/>
                  </a:moveTo>
                  <a:lnTo>
                    <a:pt x="0" y="9382"/>
                  </a:lnTo>
                  <a:cubicBezTo>
                    <a:pt x="114" y="9339"/>
                    <a:pt x="220" y="9289"/>
                    <a:pt x="327" y="9240"/>
                  </a:cubicBezTo>
                  <a:cubicBezTo>
                    <a:pt x="451" y="9331"/>
                    <a:pt x="598" y="9373"/>
                    <a:pt x="746" y="9373"/>
                  </a:cubicBezTo>
                  <a:cubicBezTo>
                    <a:pt x="1106" y="9373"/>
                    <a:pt x="1478" y="9131"/>
                    <a:pt x="1589" y="8765"/>
                  </a:cubicBezTo>
                  <a:cubicBezTo>
                    <a:pt x="2043" y="8962"/>
                    <a:pt x="2540" y="9062"/>
                    <a:pt x="3036" y="9062"/>
                  </a:cubicBezTo>
                  <a:cubicBezTo>
                    <a:pt x="3554" y="9062"/>
                    <a:pt x="4071" y="8954"/>
                    <a:pt x="4538" y="8736"/>
                  </a:cubicBezTo>
                  <a:cubicBezTo>
                    <a:pt x="5460" y="8311"/>
                    <a:pt x="6184" y="7481"/>
                    <a:pt x="6481" y="6510"/>
                  </a:cubicBezTo>
                  <a:cubicBezTo>
                    <a:pt x="7344" y="7500"/>
                    <a:pt x="8644" y="8131"/>
                    <a:pt x="9930" y="8131"/>
                  </a:cubicBezTo>
                  <a:cubicBezTo>
                    <a:pt x="10146" y="8131"/>
                    <a:pt x="10360" y="8113"/>
                    <a:pt x="10573" y="8077"/>
                  </a:cubicBezTo>
                  <a:cubicBezTo>
                    <a:pt x="12062" y="7822"/>
                    <a:pt x="13352" y="6666"/>
                    <a:pt x="13756" y="5212"/>
                  </a:cubicBezTo>
                  <a:cubicBezTo>
                    <a:pt x="13813" y="5375"/>
                    <a:pt x="13891" y="5538"/>
                    <a:pt x="14012" y="5666"/>
                  </a:cubicBezTo>
                  <a:cubicBezTo>
                    <a:pt x="14117" y="5765"/>
                    <a:pt x="14260" y="5840"/>
                    <a:pt x="14402" y="5840"/>
                  </a:cubicBezTo>
                  <a:cubicBezTo>
                    <a:pt x="14433" y="5840"/>
                    <a:pt x="14464" y="5837"/>
                    <a:pt x="14494" y="5829"/>
                  </a:cubicBezTo>
                  <a:cubicBezTo>
                    <a:pt x="14678" y="5787"/>
                    <a:pt x="14813" y="5602"/>
                    <a:pt x="14856" y="5418"/>
                  </a:cubicBezTo>
                  <a:cubicBezTo>
                    <a:pt x="14905" y="5226"/>
                    <a:pt x="14877" y="5028"/>
                    <a:pt x="14848" y="4836"/>
                  </a:cubicBezTo>
                  <a:lnTo>
                    <a:pt x="14848" y="4836"/>
                  </a:lnTo>
                  <a:cubicBezTo>
                    <a:pt x="14869" y="4837"/>
                    <a:pt x="14890" y="4837"/>
                    <a:pt x="14910" y="4837"/>
                  </a:cubicBezTo>
                  <a:cubicBezTo>
                    <a:pt x="16066" y="4837"/>
                    <a:pt x="17205" y="4448"/>
                    <a:pt x="18110" y="3744"/>
                  </a:cubicBezTo>
                  <a:cubicBezTo>
                    <a:pt x="19025" y="3028"/>
                    <a:pt x="19684" y="1986"/>
                    <a:pt x="19940" y="851"/>
                  </a:cubicBezTo>
                  <a:cubicBezTo>
                    <a:pt x="19949" y="851"/>
                    <a:pt x="19958" y="851"/>
                    <a:pt x="19967" y="851"/>
                  </a:cubicBezTo>
                  <a:cubicBezTo>
                    <a:pt x="20786" y="851"/>
                    <a:pt x="21562" y="533"/>
                    <a:pt x="22102" y="0"/>
                  </a:cubicBezTo>
                  <a:lnTo>
                    <a:pt x="8538" y="0"/>
                  </a:lnTo>
                  <a:cubicBezTo>
                    <a:pt x="8281" y="449"/>
                    <a:pt x="7862" y="800"/>
                    <a:pt x="7428" y="800"/>
                  </a:cubicBezTo>
                  <a:cubicBezTo>
                    <a:pt x="7382" y="800"/>
                    <a:pt x="7336" y="796"/>
                    <a:pt x="7290" y="788"/>
                  </a:cubicBezTo>
                  <a:cubicBezTo>
                    <a:pt x="6800" y="702"/>
                    <a:pt x="6432" y="249"/>
                    <a:pt x="5942" y="206"/>
                  </a:cubicBezTo>
                  <a:cubicBezTo>
                    <a:pt x="5923" y="205"/>
                    <a:pt x="5904" y="204"/>
                    <a:pt x="5884" y="204"/>
                  </a:cubicBezTo>
                  <a:cubicBezTo>
                    <a:pt x="5311" y="204"/>
                    <a:pt x="4806" y="746"/>
                    <a:pt x="4252" y="746"/>
                  </a:cubicBezTo>
                  <a:cubicBezTo>
                    <a:pt x="4199" y="746"/>
                    <a:pt x="4146" y="742"/>
                    <a:pt x="4092" y="731"/>
                  </a:cubicBezTo>
                  <a:cubicBezTo>
                    <a:pt x="3723" y="653"/>
                    <a:pt x="3510" y="348"/>
                    <a:pt x="33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506;p41">
              <a:extLst>
                <a:ext uri="{FF2B5EF4-FFF2-40B4-BE49-F238E27FC236}">
                  <a16:creationId xmlns:a16="http://schemas.microsoft.com/office/drawing/2014/main" id="{B53C2F53-CD9C-5D32-E775-AB60B9B36E88}"/>
                </a:ext>
              </a:extLst>
            </p:cNvPr>
            <p:cNvSpPr/>
            <p:nvPr/>
          </p:nvSpPr>
          <p:spPr>
            <a:xfrm>
              <a:off x="4184822" y="3811982"/>
              <a:ext cx="191943" cy="70862"/>
            </a:xfrm>
            <a:custGeom>
              <a:avLst/>
              <a:gdLst/>
              <a:ahLst/>
              <a:cxnLst/>
              <a:rect l="l" t="t" r="r" b="b"/>
              <a:pathLst>
                <a:path w="6035" h="2228" fill="none" extrusionOk="0">
                  <a:moveTo>
                    <a:pt x="0" y="2227"/>
                  </a:moveTo>
                  <a:cubicBezTo>
                    <a:pt x="922" y="1802"/>
                    <a:pt x="1646" y="972"/>
                    <a:pt x="1943" y="1"/>
                  </a:cubicBezTo>
                  <a:cubicBezTo>
                    <a:pt x="2950" y="1157"/>
                    <a:pt x="4553" y="1823"/>
                    <a:pt x="6035" y="1568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507;p41">
              <a:extLst>
                <a:ext uri="{FF2B5EF4-FFF2-40B4-BE49-F238E27FC236}">
                  <a16:creationId xmlns:a16="http://schemas.microsoft.com/office/drawing/2014/main" id="{3850C6FF-9CD7-4E0D-097A-842F858CBA6D}"/>
                </a:ext>
              </a:extLst>
            </p:cNvPr>
            <p:cNvSpPr/>
            <p:nvPr/>
          </p:nvSpPr>
          <p:spPr>
            <a:xfrm>
              <a:off x="4629329" y="3604963"/>
              <a:ext cx="114148" cy="107819"/>
            </a:xfrm>
            <a:custGeom>
              <a:avLst/>
              <a:gdLst/>
              <a:ahLst/>
              <a:cxnLst/>
              <a:rect l="l" t="t" r="r" b="b"/>
              <a:pathLst>
                <a:path w="3589" h="3390" fill="none" extrusionOk="0">
                  <a:moveTo>
                    <a:pt x="0" y="3390"/>
                  </a:moveTo>
                  <a:cubicBezTo>
                    <a:pt x="702" y="2702"/>
                    <a:pt x="1206" y="1809"/>
                    <a:pt x="1426" y="851"/>
                  </a:cubicBezTo>
                  <a:cubicBezTo>
                    <a:pt x="2255" y="858"/>
                    <a:pt x="3042" y="539"/>
                    <a:pt x="3588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508;p41">
              <a:extLst>
                <a:ext uri="{FF2B5EF4-FFF2-40B4-BE49-F238E27FC236}">
                  <a16:creationId xmlns:a16="http://schemas.microsoft.com/office/drawing/2014/main" id="{428F8079-1498-52CD-F60D-19803DFEA535}"/>
                </a:ext>
              </a:extLst>
            </p:cNvPr>
            <p:cNvSpPr/>
            <p:nvPr/>
          </p:nvSpPr>
          <p:spPr>
            <a:xfrm>
              <a:off x="4464229" y="3754256"/>
              <a:ext cx="89563" cy="47612"/>
            </a:xfrm>
            <a:custGeom>
              <a:avLst/>
              <a:gdLst/>
              <a:ahLst/>
              <a:cxnLst/>
              <a:rect l="l" t="t" r="r" b="b"/>
              <a:pathLst>
                <a:path w="2816" h="1497" fill="none" extrusionOk="0">
                  <a:moveTo>
                    <a:pt x="1" y="1497"/>
                  </a:moveTo>
                  <a:cubicBezTo>
                    <a:pt x="192" y="1192"/>
                    <a:pt x="334" y="866"/>
                    <a:pt x="433" y="518"/>
                  </a:cubicBezTo>
                  <a:cubicBezTo>
                    <a:pt x="490" y="681"/>
                    <a:pt x="568" y="844"/>
                    <a:pt x="689" y="972"/>
                  </a:cubicBezTo>
                  <a:cubicBezTo>
                    <a:pt x="816" y="1093"/>
                    <a:pt x="1001" y="1178"/>
                    <a:pt x="1171" y="1135"/>
                  </a:cubicBezTo>
                  <a:cubicBezTo>
                    <a:pt x="1355" y="1093"/>
                    <a:pt x="1490" y="915"/>
                    <a:pt x="1533" y="724"/>
                  </a:cubicBezTo>
                  <a:cubicBezTo>
                    <a:pt x="1582" y="532"/>
                    <a:pt x="1554" y="334"/>
                    <a:pt x="1525" y="142"/>
                  </a:cubicBezTo>
                  <a:cubicBezTo>
                    <a:pt x="1958" y="149"/>
                    <a:pt x="2391" y="100"/>
                    <a:pt x="2816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509;p41">
              <a:extLst>
                <a:ext uri="{FF2B5EF4-FFF2-40B4-BE49-F238E27FC236}">
                  <a16:creationId xmlns:a16="http://schemas.microsoft.com/office/drawing/2014/main" id="{58103D19-37C3-D903-9FF8-EC02860934A6}"/>
                </a:ext>
              </a:extLst>
            </p:cNvPr>
            <p:cNvSpPr/>
            <p:nvPr/>
          </p:nvSpPr>
          <p:spPr>
            <a:xfrm>
              <a:off x="4409429" y="3824163"/>
              <a:ext cx="37466" cy="27320"/>
            </a:xfrm>
            <a:custGeom>
              <a:avLst/>
              <a:gdLst/>
              <a:ahLst/>
              <a:cxnLst/>
              <a:rect l="l" t="t" r="r" b="b"/>
              <a:pathLst>
                <a:path w="1178" h="859" fill="none" extrusionOk="0">
                  <a:moveTo>
                    <a:pt x="1" y="859"/>
                  </a:moveTo>
                  <a:cubicBezTo>
                    <a:pt x="440" y="646"/>
                    <a:pt x="845" y="348"/>
                    <a:pt x="1178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510;p41">
              <a:extLst>
                <a:ext uri="{FF2B5EF4-FFF2-40B4-BE49-F238E27FC236}">
                  <a16:creationId xmlns:a16="http://schemas.microsoft.com/office/drawing/2014/main" id="{F341054C-51AB-111D-0840-351D2AD00B3A}"/>
                </a:ext>
              </a:extLst>
            </p:cNvPr>
            <p:cNvSpPr/>
            <p:nvPr/>
          </p:nvSpPr>
          <p:spPr>
            <a:xfrm>
              <a:off x="4040491" y="3604963"/>
              <a:ext cx="185868" cy="648631"/>
            </a:xfrm>
            <a:custGeom>
              <a:avLst/>
              <a:gdLst/>
              <a:ahLst/>
              <a:cxnLst/>
              <a:rect l="l" t="t" r="r" b="b"/>
              <a:pathLst>
                <a:path w="5844" h="20394" extrusionOk="0">
                  <a:moveTo>
                    <a:pt x="0" y="0"/>
                  </a:moveTo>
                  <a:lnTo>
                    <a:pt x="0" y="20393"/>
                  </a:lnTo>
                  <a:cubicBezTo>
                    <a:pt x="1078" y="20259"/>
                    <a:pt x="2135" y="19869"/>
                    <a:pt x="3085" y="19301"/>
                  </a:cubicBezTo>
                  <a:lnTo>
                    <a:pt x="2021" y="9098"/>
                  </a:lnTo>
                  <a:cubicBezTo>
                    <a:pt x="2815" y="7077"/>
                    <a:pt x="3695" y="5198"/>
                    <a:pt x="4574" y="3326"/>
                  </a:cubicBezTo>
                  <a:cubicBezTo>
                    <a:pt x="4546" y="3227"/>
                    <a:pt x="5843" y="2539"/>
                    <a:pt x="5843" y="2539"/>
                  </a:cubicBezTo>
                  <a:lnTo>
                    <a:pt x="5701" y="2156"/>
                  </a:lnTo>
                  <a:lnTo>
                    <a:pt x="4503" y="2638"/>
                  </a:lnTo>
                  <a:lnTo>
                    <a:pt x="5623" y="0"/>
                  </a:lnTo>
                  <a:lnTo>
                    <a:pt x="4744" y="0"/>
                  </a:lnTo>
                  <a:cubicBezTo>
                    <a:pt x="3751" y="1752"/>
                    <a:pt x="2759" y="3496"/>
                    <a:pt x="1766" y="5248"/>
                  </a:cubicBezTo>
                  <a:cubicBezTo>
                    <a:pt x="1497" y="3496"/>
                    <a:pt x="1397" y="1752"/>
                    <a:pt x="1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511;p41">
              <a:extLst>
                <a:ext uri="{FF2B5EF4-FFF2-40B4-BE49-F238E27FC236}">
                  <a16:creationId xmlns:a16="http://schemas.microsoft.com/office/drawing/2014/main" id="{B2319309-74D1-6FAF-FA9F-C9873E3980E9}"/>
                </a:ext>
              </a:extLst>
            </p:cNvPr>
            <p:cNvSpPr/>
            <p:nvPr/>
          </p:nvSpPr>
          <p:spPr>
            <a:xfrm>
              <a:off x="4139278" y="3640585"/>
              <a:ext cx="31805" cy="55977"/>
            </a:xfrm>
            <a:custGeom>
              <a:avLst/>
              <a:gdLst/>
              <a:ahLst/>
              <a:cxnLst/>
              <a:rect l="l" t="t" r="r" b="b"/>
              <a:pathLst>
                <a:path w="1000" h="1760" fill="none" extrusionOk="0">
                  <a:moveTo>
                    <a:pt x="1000" y="1"/>
                  </a:moveTo>
                  <a:cubicBezTo>
                    <a:pt x="667" y="589"/>
                    <a:pt x="333" y="1178"/>
                    <a:pt x="0" y="175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512;p41">
              <a:extLst>
                <a:ext uri="{FF2B5EF4-FFF2-40B4-BE49-F238E27FC236}">
                  <a16:creationId xmlns:a16="http://schemas.microsoft.com/office/drawing/2014/main" id="{7E48E46C-6C3D-40A7-39BB-CB084D923420}"/>
                </a:ext>
              </a:extLst>
            </p:cNvPr>
            <p:cNvSpPr/>
            <p:nvPr/>
          </p:nvSpPr>
          <p:spPr>
            <a:xfrm>
              <a:off x="4132726" y="3652321"/>
              <a:ext cx="93634" cy="174800"/>
            </a:xfrm>
            <a:custGeom>
              <a:avLst/>
              <a:gdLst/>
              <a:ahLst/>
              <a:cxnLst/>
              <a:rect l="l" t="t" r="r" b="b"/>
              <a:pathLst>
                <a:path w="2944" h="5496" fill="none" extrusionOk="0">
                  <a:moveTo>
                    <a:pt x="1" y="5496"/>
                  </a:moveTo>
                  <a:cubicBezTo>
                    <a:pt x="539" y="4248"/>
                    <a:pt x="1107" y="3042"/>
                    <a:pt x="1674" y="1837"/>
                  </a:cubicBezTo>
                  <a:cubicBezTo>
                    <a:pt x="1646" y="1738"/>
                    <a:pt x="2943" y="1050"/>
                    <a:pt x="2943" y="1050"/>
                  </a:cubicBezTo>
                  <a:lnTo>
                    <a:pt x="2801" y="667"/>
                  </a:lnTo>
                  <a:lnTo>
                    <a:pt x="1603" y="1149"/>
                  </a:lnTo>
                  <a:lnTo>
                    <a:pt x="2092" y="1"/>
                  </a:ln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513;p41">
              <a:extLst>
                <a:ext uri="{FF2B5EF4-FFF2-40B4-BE49-F238E27FC236}">
                  <a16:creationId xmlns:a16="http://schemas.microsoft.com/office/drawing/2014/main" id="{34636C12-4A96-E9CF-B0CE-E992BAD49489}"/>
                </a:ext>
              </a:extLst>
            </p:cNvPr>
            <p:cNvSpPr/>
            <p:nvPr/>
          </p:nvSpPr>
          <p:spPr>
            <a:xfrm>
              <a:off x="4104769" y="3827090"/>
              <a:ext cx="27988" cy="67236"/>
            </a:xfrm>
            <a:custGeom>
              <a:avLst/>
              <a:gdLst/>
              <a:ahLst/>
              <a:cxnLst/>
              <a:rect l="l" t="t" r="r" b="b"/>
              <a:pathLst>
                <a:path w="880" h="2114" fill="none" extrusionOk="0">
                  <a:moveTo>
                    <a:pt x="0" y="2114"/>
                  </a:moveTo>
                  <a:cubicBezTo>
                    <a:pt x="284" y="1391"/>
                    <a:pt x="575" y="689"/>
                    <a:pt x="880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514;p41">
              <a:extLst>
                <a:ext uri="{FF2B5EF4-FFF2-40B4-BE49-F238E27FC236}">
                  <a16:creationId xmlns:a16="http://schemas.microsoft.com/office/drawing/2014/main" id="{8F9BA985-79D6-AB2E-178C-7D55D0B6FCBC}"/>
                </a:ext>
              </a:extLst>
            </p:cNvPr>
            <p:cNvSpPr/>
            <p:nvPr/>
          </p:nvSpPr>
          <p:spPr>
            <a:xfrm>
              <a:off x="4084923" y="3604963"/>
              <a:ext cx="11736" cy="166913"/>
            </a:xfrm>
            <a:custGeom>
              <a:avLst/>
              <a:gdLst/>
              <a:ahLst/>
              <a:cxnLst/>
              <a:rect l="l" t="t" r="r" b="b"/>
              <a:pathLst>
                <a:path w="369" h="5248" fill="none" extrusionOk="0">
                  <a:moveTo>
                    <a:pt x="369" y="5248"/>
                  </a:moveTo>
                  <a:cubicBezTo>
                    <a:pt x="100" y="3496"/>
                    <a:pt x="0" y="1752"/>
                    <a:pt x="22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515;p41">
              <a:extLst>
                <a:ext uri="{FF2B5EF4-FFF2-40B4-BE49-F238E27FC236}">
                  <a16:creationId xmlns:a16="http://schemas.microsoft.com/office/drawing/2014/main" id="{A9AF907C-BF09-2213-C8AA-DE250264FBC9}"/>
                </a:ext>
              </a:extLst>
            </p:cNvPr>
            <p:cNvSpPr/>
            <p:nvPr/>
          </p:nvSpPr>
          <p:spPr>
            <a:xfrm>
              <a:off x="4294645" y="3675761"/>
              <a:ext cx="18988" cy="35908"/>
            </a:xfrm>
            <a:custGeom>
              <a:avLst/>
              <a:gdLst/>
              <a:ahLst/>
              <a:cxnLst/>
              <a:rect l="l" t="t" r="r" b="b"/>
              <a:pathLst>
                <a:path w="597" h="1129" extrusionOk="0">
                  <a:moveTo>
                    <a:pt x="128" y="1"/>
                  </a:moveTo>
                  <a:cubicBezTo>
                    <a:pt x="1" y="171"/>
                    <a:pt x="8" y="419"/>
                    <a:pt x="93" y="618"/>
                  </a:cubicBezTo>
                  <a:cubicBezTo>
                    <a:pt x="185" y="816"/>
                    <a:pt x="341" y="972"/>
                    <a:pt x="490" y="1128"/>
                  </a:cubicBezTo>
                  <a:cubicBezTo>
                    <a:pt x="582" y="901"/>
                    <a:pt x="596" y="675"/>
                    <a:pt x="532" y="476"/>
                  </a:cubicBezTo>
                  <a:cubicBezTo>
                    <a:pt x="462" y="270"/>
                    <a:pt x="320" y="100"/>
                    <a:pt x="1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516;p41">
              <a:extLst>
                <a:ext uri="{FF2B5EF4-FFF2-40B4-BE49-F238E27FC236}">
                  <a16:creationId xmlns:a16="http://schemas.microsoft.com/office/drawing/2014/main" id="{4D0203A6-C2D2-0AFB-A470-454C7262AFFD}"/>
                </a:ext>
              </a:extLst>
            </p:cNvPr>
            <p:cNvSpPr/>
            <p:nvPr/>
          </p:nvSpPr>
          <p:spPr>
            <a:xfrm>
              <a:off x="4309085" y="3678942"/>
              <a:ext cx="25953" cy="31360"/>
            </a:xfrm>
            <a:custGeom>
              <a:avLst/>
              <a:gdLst/>
              <a:ahLst/>
              <a:cxnLst/>
              <a:rect l="l" t="t" r="r" b="b"/>
              <a:pathLst>
                <a:path w="816" h="986" extrusionOk="0">
                  <a:moveTo>
                    <a:pt x="816" y="0"/>
                  </a:moveTo>
                  <a:lnTo>
                    <a:pt x="816" y="0"/>
                  </a:lnTo>
                  <a:cubicBezTo>
                    <a:pt x="369" y="50"/>
                    <a:pt x="0" y="475"/>
                    <a:pt x="22" y="986"/>
                  </a:cubicBezTo>
                  <a:cubicBezTo>
                    <a:pt x="227" y="957"/>
                    <a:pt x="426" y="844"/>
                    <a:pt x="561" y="681"/>
                  </a:cubicBezTo>
                  <a:cubicBezTo>
                    <a:pt x="695" y="518"/>
                    <a:pt x="759" y="298"/>
                    <a:pt x="8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17;p41">
              <a:extLst>
                <a:ext uri="{FF2B5EF4-FFF2-40B4-BE49-F238E27FC236}">
                  <a16:creationId xmlns:a16="http://schemas.microsoft.com/office/drawing/2014/main" id="{254D92D2-B7E1-D459-13E9-B046235B3AEE}"/>
                </a:ext>
              </a:extLst>
            </p:cNvPr>
            <p:cNvSpPr/>
            <p:nvPr/>
          </p:nvSpPr>
          <p:spPr>
            <a:xfrm>
              <a:off x="4249768" y="3702923"/>
              <a:ext cx="100854" cy="83361"/>
            </a:xfrm>
            <a:custGeom>
              <a:avLst/>
              <a:gdLst/>
              <a:ahLst/>
              <a:cxnLst/>
              <a:rect l="l" t="t" r="r" b="b"/>
              <a:pathLst>
                <a:path w="3171" h="2621" extrusionOk="0">
                  <a:moveTo>
                    <a:pt x="1274" y="1"/>
                  </a:moveTo>
                  <a:cubicBezTo>
                    <a:pt x="953" y="1"/>
                    <a:pt x="628" y="130"/>
                    <a:pt x="412" y="367"/>
                  </a:cubicBezTo>
                  <a:cubicBezTo>
                    <a:pt x="29" y="785"/>
                    <a:pt x="1" y="1459"/>
                    <a:pt x="298" y="1934"/>
                  </a:cubicBezTo>
                  <a:cubicBezTo>
                    <a:pt x="572" y="2370"/>
                    <a:pt x="1090" y="2620"/>
                    <a:pt x="1606" y="2620"/>
                  </a:cubicBezTo>
                  <a:cubicBezTo>
                    <a:pt x="1652" y="2620"/>
                    <a:pt x="1699" y="2618"/>
                    <a:pt x="1745" y="2614"/>
                  </a:cubicBezTo>
                  <a:cubicBezTo>
                    <a:pt x="2185" y="2579"/>
                    <a:pt x="2610" y="2352"/>
                    <a:pt x="2858" y="1997"/>
                  </a:cubicBezTo>
                  <a:cubicBezTo>
                    <a:pt x="3113" y="1636"/>
                    <a:pt x="3170" y="1147"/>
                    <a:pt x="2986" y="749"/>
                  </a:cubicBezTo>
                  <a:cubicBezTo>
                    <a:pt x="2828" y="423"/>
                    <a:pt x="2503" y="183"/>
                    <a:pt x="2156" y="183"/>
                  </a:cubicBezTo>
                  <a:cubicBezTo>
                    <a:pt x="2081" y="183"/>
                    <a:pt x="2005" y="194"/>
                    <a:pt x="1929" y="218"/>
                  </a:cubicBezTo>
                  <a:cubicBezTo>
                    <a:pt x="1743" y="70"/>
                    <a:pt x="1510" y="1"/>
                    <a:pt x="1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18;p41">
              <a:extLst>
                <a:ext uri="{FF2B5EF4-FFF2-40B4-BE49-F238E27FC236}">
                  <a16:creationId xmlns:a16="http://schemas.microsoft.com/office/drawing/2014/main" id="{677197C3-223F-0D84-D4E0-B6336B29BB2C}"/>
                </a:ext>
              </a:extLst>
            </p:cNvPr>
            <p:cNvSpPr/>
            <p:nvPr/>
          </p:nvSpPr>
          <p:spPr>
            <a:xfrm>
              <a:off x="4471004" y="3613074"/>
              <a:ext cx="21468" cy="42651"/>
            </a:xfrm>
            <a:custGeom>
              <a:avLst/>
              <a:gdLst/>
              <a:ahLst/>
              <a:cxnLst/>
              <a:rect l="l" t="t" r="r" b="b"/>
              <a:pathLst>
                <a:path w="675" h="1341" extrusionOk="0">
                  <a:moveTo>
                    <a:pt x="228" y="1"/>
                  </a:moveTo>
                  <a:cubicBezTo>
                    <a:pt x="72" y="199"/>
                    <a:pt x="1" y="476"/>
                    <a:pt x="50" y="731"/>
                  </a:cubicBezTo>
                  <a:cubicBezTo>
                    <a:pt x="100" y="979"/>
                    <a:pt x="256" y="1213"/>
                    <a:pt x="476" y="1341"/>
                  </a:cubicBezTo>
                  <a:cubicBezTo>
                    <a:pt x="674" y="866"/>
                    <a:pt x="568" y="320"/>
                    <a:pt x="2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519;p41">
              <a:extLst>
                <a:ext uri="{FF2B5EF4-FFF2-40B4-BE49-F238E27FC236}">
                  <a16:creationId xmlns:a16="http://schemas.microsoft.com/office/drawing/2014/main" id="{F4E77772-0E46-CDF0-5E47-EE331B7A8C2B}"/>
                </a:ext>
              </a:extLst>
            </p:cNvPr>
            <p:cNvSpPr/>
            <p:nvPr/>
          </p:nvSpPr>
          <p:spPr>
            <a:xfrm>
              <a:off x="4485221" y="3625255"/>
              <a:ext cx="34318" cy="30755"/>
            </a:xfrm>
            <a:custGeom>
              <a:avLst/>
              <a:gdLst/>
              <a:ahLst/>
              <a:cxnLst/>
              <a:rect l="l" t="t" r="r" b="b"/>
              <a:pathLst>
                <a:path w="1079" h="967" extrusionOk="0">
                  <a:moveTo>
                    <a:pt x="963" y="0"/>
                  </a:moveTo>
                  <a:cubicBezTo>
                    <a:pt x="731" y="0"/>
                    <a:pt x="503" y="90"/>
                    <a:pt x="327" y="242"/>
                  </a:cubicBezTo>
                  <a:cubicBezTo>
                    <a:pt x="128" y="419"/>
                    <a:pt x="0" y="681"/>
                    <a:pt x="29" y="965"/>
                  </a:cubicBezTo>
                  <a:cubicBezTo>
                    <a:pt x="45" y="966"/>
                    <a:pt x="62" y="966"/>
                    <a:pt x="79" y="966"/>
                  </a:cubicBezTo>
                  <a:cubicBezTo>
                    <a:pt x="311" y="966"/>
                    <a:pt x="544" y="876"/>
                    <a:pt x="709" y="717"/>
                  </a:cubicBezTo>
                  <a:cubicBezTo>
                    <a:pt x="894" y="547"/>
                    <a:pt x="1000" y="298"/>
                    <a:pt x="1078" y="8"/>
                  </a:cubicBezTo>
                  <a:cubicBezTo>
                    <a:pt x="1040" y="3"/>
                    <a:pt x="1001" y="0"/>
                    <a:pt x="9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520;p41">
              <a:extLst>
                <a:ext uri="{FF2B5EF4-FFF2-40B4-BE49-F238E27FC236}">
                  <a16:creationId xmlns:a16="http://schemas.microsoft.com/office/drawing/2014/main" id="{36456D6C-6E9A-0362-744B-C87710D4A624}"/>
                </a:ext>
              </a:extLst>
            </p:cNvPr>
            <p:cNvSpPr/>
            <p:nvPr/>
          </p:nvSpPr>
          <p:spPr>
            <a:xfrm>
              <a:off x="4432901" y="3644274"/>
              <a:ext cx="98341" cy="74837"/>
            </a:xfrm>
            <a:custGeom>
              <a:avLst/>
              <a:gdLst/>
              <a:ahLst/>
              <a:cxnLst/>
              <a:rect l="l" t="t" r="r" b="b"/>
              <a:pathLst>
                <a:path w="3092" h="2353" extrusionOk="0">
                  <a:moveTo>
                    <a:pt x="1084" y="1"/>
                  </a:moveTo>
                  <a:cubicBezTo>
                    <a:pt x="892" y="1"/>
                    <a:pt x="699" y="55"/>
                    <a:pt x="539" y="161"/>
                  </a:cubicBezTo>
                  <a:cubicBezTo>
                    <a:pt x="178" y="402"/>
                    <a:pt x="0" y="878"/>
                    <a:pt x="92" y="1310"/>
                  </a:cubicBezTo>
                  <a:cubicBezTo>
                    <a:pt x="178" y="1735"/>
                    <a:pt x="511" y="2090"/>
                    <a:pt x="915" y="2253"/>
                  </a:cubicBezTo>
                  <a:cubicBezTo>
                    <a:pt x="1089" y="2320"/>
                    <a:pt x="1276" y="2352"/>
                    <a:pt x="1463" y="2352"/>
                  </a:cubicBezTo>
                  <a:cubicBezTo>
                    <a:pt x="1710" y="2352"/>
                    <a:pt x="1959" y="2297"/>
                    <a:pt x="2184" y="2196"/>
                  </a:cubicBezTo>
                  <a:cubicBezTo>
                    <a:pt x="2518" y="2040"/>
                    <a:pt x="2815" y="1778"/>
                    <a:pt x="2950" y="1431"/>
                  </a:cubicBezTo>
                  <a:cubicBezTo>
                    <a:pt x="3092" y="1090"/>
                    <a:pt x="3049" y="665"/>
                    <a:pt x="2801" y="388"/>
                  </a:cubicBezTo>
                  <a:cubicBezTo>
                    <a:pt x="2656" y="218"/>
                    <a:pt x="2437" y="117"/>
                    <a:pt x="2204" y="117"/>
                  </a:cubicBezTo>
                  <a:cubicBezTo>
                    <a:pt x="2049" y="117"/>
                    <a:pt x="1888" y="161"/>
                    <a:pt x="1738" y="261"/>
                  </a:cubicBezTo>
                  <a:cubicBezTo>
                    <a:pt x="1567" y="87"/>
                    <a:pt x="1327" y="1"/>
                    <a:pt x="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21;p41">
              <a:extLst>
                <a:ext uri="{FF2B5EF4-FFF2-40B4-BE49-F238E27FC236}">
                  <a16:creationId xmlns:a16="http://schemas.microsoft.com/office/drawing/2014/main" id="{9F768072-4D29-9E2D-12BA-125885750BEB}"/>
                </a:ext>
              </a:extLst>
            </p:cNvPr>
            <p:cNvSpPr/>
            <p:nvPr/>
          </p:nvSpPr>
          <p:spPr>
            <a:xfrm>
              <a:off x="4040491" y="4163459"/>
              <a:ext cx="333793" cy="312898"/>
            </a:xfrm>
            <a:custGeom>
              <a:avLst/>
              <a:gdLst/>
              <a:ahLst/>
              <a:cxnLst/>
              <a:rect l="l" t="t" r="r" b="b"/>
              <a:pathLst>
                <a:path w="10495" h="9838" extrusionOk="0">
                  <a:moveTo>
                    <a:pt x="3134" y="0"/>
                  </a:moveTo>
                  <a:cubicBezTo>
                    <a:pt x="2725" y="0"/>
                    <a:pt x="2301" y="144"/>
                    <a:pt x="1965" y="380"/>
                  </a:cubicBezTo>
                  <a:cubicBezTo>
                    <a:pt x="1369" y="805"/>
                    <a:pt x="979" y="1451"/>
                    <a:pt x="610" y="2082"/>
                  </a:cubicBezTo>
                  <a:cubicBezTo>
                    <a:pt x="731" y="1834"/>
                    <a:pt x="717" y="1557"/>
                    <a:pt x="575" y="1359"/>
                  </a:cubicBezTo>
                  <a:cubicBezTo>
                    <a:pt x="451" y="1187"/>
                    <a:pt x="234" y="1082"/>
                    <a:pt x="21" y="1082"/>
                  </a:cubicBezTo>
                  <a:cubicBezTo>
                    <a:pt x="14" y="1082"/>
                    <a:pt x="7" y="1082"/>
                    <a:pt x="0" y="1082"/>
                  </a:cubicBezTo>
                  <a:lnTo>
                    <a:pt x="0" y="9357"/>
                  </a:lnTo>
                  <a:cubicBezTo>
                    <a:pt x="199" y="9435"/>
                    <a:pt x="390" y="9513"/>
                    <a:pt x="589" y="9577"/>
                  </a:cubicBezTo>
                  <a:cubicBezTo>
                    <a:pt x="980" y="9703"/>
                    <a:pt x="1405" y="9784"/>
                    <a:pt x="1835" y="9784"/>
                  </a:cubicBezTo>
                  <a:cubicBezTo>
                    <a:pt x="2327" y="9784"/>
                    <a:pt x="2826" y="9678"/>
                    <a:pt x="3291" y="9414"/>
                  </a:cubicBezTo>
                  <a:cubicBezTo>
                    <a:pt x="4060" y="9697"/>
                    <a:pt x="4879" y="9837"/>
                    <a:pt x="5699" y="9837"/>
                  </a:cubicBezTo>
                  <a:cubicBezTo>
                    <a:pt x="6829" y="9837"/>
                    <a:pt x="7961" y="9571"/>
                    <a:pt x="8963" y="9045"/>
                  </a:cubicBezTo>
                  <a:cubicBezTo>
                    <a:pt x="9438" y="8797"/>
                    <a:pt x="9899" y="8485"/>
                    <a:pt x="10169" y="8024"/>
                  </a:cubicBezTo>
                  <a:cubicBezTo>
                    <a:pt x="10445" y="7563"/>
                    <a:pt x="10495" y="6939"/>
                    <a:pt x="10169" y="6514"/>
                  </a:cubicBezTo>
                  <a:cubicBezTo>
                    <a:pt x="9983" y="6266"/>
                    <a:pt x="9655" y="6133"/>
                    <a:pt x="9321" y="6133"/>
                  </a:cubicBezTo>
                  <a:cubicBezTo>
                    <a:pt x="9082" y="6133"/>
                    <a:pt x="8839" y="6201"/>
                    <a:pt x="8644" y="6343"/>
                  </a:cubicBezTo>
                  <a:cubicBezTo>
                    <a:pt x="8814" y="5960"/>
                    <a:pt x="8991" y="5570"/>
                    <a:pt x="8991" y="5152"/>
                  </a:cubicBezTo>
                  <a:cubicBezTo>
                    <a:pt x="8999" y="4734"/>
                    <a:pt x="8786" y="4287"/>
                    <a:pt x="8389" y="4152"/>
                  </a:cubicBezTo>
                  <a:cubicBezTo>
                    <a:pt x="8303" y="4121"/>
                    <a:pt x="8211" y="4107"/>
                    <a:pt x="8118" y="4107"/>
                  </a:cubicBezTo>
                  <a:cubicBezTo>
                    <a:pt x="7981" y="4107"/>
                    <a:pt x="7842" y="4137"/>
                    <a:pt x="7715" y="4188"/>
                  </a:cubicBezTo>
                  <a:cubicBezTo>
                    <a:pt x="7510" y="4280"/>
                    <a:pt x="7318" y="4422"/>
                    <a:pt x="7155" y="4578"/>
                  </a:cubicBezTo>
                  <a:cubicBezTo>
                    <a:pt x="7261" y="3826"/>
                    <a:pt x="6935" y="3103"/>
                    <a:pt x="6347" y="2798"/>
                  </a:cubicBezTo>
                  <a:cubicBezTo>
                    <a:pt x="6145" y="2692"/>
                    <a:pt x="5919" y="2642"/>
                    <a:pt x="5692" y="2642"/>
                  </a:cubicBezTo>
                  <a:cubicBezTo>
                    <a:pt x="5263" y="2642"/>
                    <a:pt x="4831" y="2821"/>
                    <a:pt x="4553" y="3145"/>
                  </a:cubicBezTo>
                  <a:cubicBezTo>
                    <a:pt x="4546" y="2514"/>
                    <a:pt x="4645" y="2032"/>
                    <a:pt x="4609" y="1550"/>
                  </a:cubicBezTo>
                  <a:cubicBezTo>
                    <a:pt x="4581" y="1068"/>
                    <a:pt x="4390" y="579"/>
                    <a:pt x="4007" y="281"/>
                  </a:cubicBezTo>
                  <a:cubicBezTo>
                    <a:pt x="3756" y="86"/>
                    <a:pt x="3450" y="0"/>
                    <a:pt x="31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522;p41">
              <a:extLst>
                <a:ext uri="{FF2B5EF4-FFF2-40B4-BE49-F238E27FC236}">
                  <a16:creationId xmlns:a16="http://schemas.microsoft.com/office/drawing/2014/main" id="{57FE0C54-C358-E5D6-5A05-9356A5396B0E}"/>
                </a:ext>
              </a:extLst>
            </p:cNvPr>
            <p:cNvSpPr/>
            <p:nvPr/>
          </p:nvSpPr>
          <p:spPr>
            <a:xfrm>
              <a:off x="4040491" y="4287403"/>
              <a:ext cx="7919" cy="922"/>
            </a:xfrm>
            <a:custGeom>
              <a:avLst/>
              <a:gdLst/>
              <a:ahLst/>
              <a:cxnLst/>
              <a:rect l="l" t="t" r="r" b="b"/>
              <a:pathLst>
                <a:path w="249" h="29" extrusionOk="0">
                  <a:moveTo>
                    <a:pt x="0" y="0"/>
                  </a:moveTo>
                  <a:lnTo>
                    <a:pt x="0" y="28"/>
                  </a:lnTo>
                  <a:lnTo>
                    <a:pt x="249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B3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523;p41">
              <a:extLst>
                <a:ext uri="{FF2B5EF4-FFF2-40B4-BE49-F238E27FC236}">
                  <a16:creationId xmlns:a16="http://schemas.microsoft.com/office/drawing/2014/main" id="{D56CF980-B590-43F2-6C5F-0CE0CF4F1C57}"/>
                </a:ext>
              </a:extLst>
            </p:cNvPr>
            <p:cNvSpPr/>
            <p:nvPr/>
          </p:nvSpPr>
          <p:spPr>
            <a:xfrm>
              <a:off x="4580604" y="3624142"/>
              <a:ext cx="41983" cy="65964"/>
            </a:xfrm>
            <a:custGeom>
              <a:avLst/>
              <a:gdLst/>
              <a:ahLst/>
              <a:cxnLst/>
              <a:rect l="l" t="t" r="r" b="b"/>
              <a:pathLst>
                <a:path w="1320" h="2074" extrusionOk="0">
                  <a:moveTo>
                    <a:pt x="1107" y="0"/>
                  </a:moveTo>
                  <a:cubicBezTo>
                    <a:pt x="632" y="107"/>
                    <a:pt x="221" y="482"/>
                    <a:pt x="79" y="950"/>
                  </a:cubicBezTo>
                  <a:cubicBezTo>
                    <a:pt x="1" y="1220"/>
                    <a:pt x="8" y="1539"/>
                    <a:pt x="171" y="1780"/>
                  </a:cubicBezTo>
                  <a:cubicBezTo>
                    <a:pt x="287" y="1954"/>
                    <a:pt x="497" y="2073"/>
                    <a:pt x="705" y="2073"/>
                  </a:cubicBezTo>
                  <a:cubicBezTo>
                    <a:pt x="777" y="2073"/>
                    <a:pt x="848" y="2059"/>
                    <a:pt x="915" y="2028"/>
                  </a:cubicBezTo>
                  <a:cubicBezTo>
                    <a:pt x="1142" y="1929"/>
                    <a:pt x="1270" y="1688"/>
                    <a:pt x="1291" y="1440"/>
                  </a:cubicBezTo>
                  <a:cubicBezTo>
                    <a:pt x="1320" y="1199"/>
                    <a:pt x="1263" y="957"/>
                    <a:pt x="1213" y="723"/>
                  </a:cubicBezTo>
                  <a:cubicBezTo>
                    <a:pt x="1164" y="482"/>
                    <a:pt x="1114" y="234"/>
                    <a:pt x="11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24;p41">
              <a:extLst>
                <a:ext uri="{FF2B5EF4-FFF2-40B4-BE49-F238E27FC236}">
                  <a16:creationId xmlns:a16="http://schemas.microsoft.com/office/drawing/2014/main" id="{47B70F0C-B383-D0ED-14A1-05C1D5CF1D64}"/>
                </a:ext>
              </a:extLst>
            </p:cNvPr>
            <p:cNvSpPr/>
            <p:nvPr/>
          </p:nvSpPr>
          <p:spPr>
            <a:xfrm>
              <a:off x="4594821" y="3663612"/>
              <a:ext cx="7697" cy="39025"/>
            </a:xfrm>
            <a:custGeom>
              <a:avLst/>
              <a:gdLst/>
              <a:ahLst/>
              <a:cxnLst/>
              <a:rect l="l" t="t" r="r" b="b"/>
              <a:pathLst>
                <a:path w="242" h="1227" fill="none" extrusionOk="0">
                  <a:moveTo>
                    <a:pt x="242" y="0"/>
                  </a:moveTo>
                  <a:cubicBezTo>
                    <a:pt x="234" y="418"/>
                    <a:pt x="149" y="837"/>
                    <a:pt x="0" y="1227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525;p41">
              <a:extLst>
                <a:ext uri="{FF2B5EF4-FFF2-40B4-BE49-F238E27FC236}">
                  <a16:creationId xmlns:a16="http://schemas.microsoft.com/office/drawing/2014/main" id="{E378AA01-70B3-9DD8-3851-EB4BF04E30DB}"/>
                </a:ext>
              </a:extLst>
            </p:cNvPr>
            <p:cNvSpPr/>
            <p:nvPr/>
          </p:nvSpPr>
          <p:spPr>
            <a:xfrm>
              <a:off x="4738039" y="3732438"/>
              <a:ext cx="62274" cy="49838"/>
            </a:xfrm>
            <a:custGeom>
              <a:avLst/>
              <a:gdLst/>
              <a:ahLst/>
              <a:cxnLst/>
              <a:rect l="l" t="t" r="r" b="b"/>
              <a:pathLst>
                <a:path w="1958" h="1567" extrusionOk="0">
                  <a:moveTo>
                    <a:pt x="1240" y="0"/>
                  </a:moveTo>
                  <a:cubicBezTo>
                    <a:pt x="1004" y="0"/>
                    <a:pt x="767" y="59"/>
                    <a:pt x="560" y="176"/>
                  </a:cubicBezTo>
                  <a:cubicBezTo>
                    <a:pt x="305" y="318"/>
                    <a:pt x="99" y="552"/>
                    <a:pt x="50" y="835"/>
                  </a:cubicBezTo>
                  <a:cubicBezTo>
                    <a:pt x="0" y="1119"/>
                    <a:pt x="142" y="1438"/>
                    <a:pt x="418" y="1537"/>
                  </a:cubicBezTo>
                  <a:cubicBezTo>
                    <a:pt x="477" y="1557"/>
                    <a:pt x="537" y="1567"/>
                    <a:pt x="598" y="1567"/>
                  </a:cubicBezTo>
                  <a:cubicBezTo>
                    <a:pt x="775" y="1567"/>
                    <a:pt x="955" y="1489"/>
                    <a:pt x="1092" y="1367"/>
                  </a:cubicBezTo>
                  <a:cubicBezTo>
                    <a:pt x="1276" y="1211"/>
                    <a:pt x="1404" y="999"/>
                    <a:pt x="1532" y="793"/>
                  </a:cubicBezTo>
                  <a:cubicBezTo>
                    <a:pt x="1659" y="580"/>
                    <a:pt x="1801" y="375"/>
                    <a:pt x="1957" y="197"/>
                  </a:cubicBezTo>
                  <a:cubicBezTo>
                    <a:pt x="1742" y="66"/>
                    <a:pt x="1491" y="0"/>
                    <a:pt x="1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526;p41">
              <a:extLst>
                <a:ext uri="{FF2B5EF4-FFF2-40B4-BE49-F238E27FC236}">
                  <a16:creationId xmlns:a16="http://schemas.microsoft.com/office/drawing/2014/main" id="{F6B7BE60-5F73-743C-98EE-88A260761315}"/>
                </a:ext>
              </a:extLst>
            </p:cNvPr>
            <p:cNvSpPr/>
            <p:nvPr/>
          </p:nvSpPr>
          <p:spPr>
            <a:xfrm>
              <a:off x="4730819" y="3758104"/>
              <a:ext cx="32505" cy="23027"/>
            </a:xfrm>
            <a:custGeom>
              <a:avLst/>
              <a:gdLst/>
              <a:ahLst/>
              <a:cxnLst/>
              <a:rect l="l" t="t" r="r" b="b"/>
              <a:pathLst>
                <a:path w="1022" h="724" fill="none" extrusionOk="0">
                  <a:moveTo>
                    <a:pt x="1021" y="0"/>
                  </a:moveTo>
                  <a:cubicBezTo>
                    <a:pt x="723" y="298"/>
                    <a:pt x="376" y="546"/>
                    <a:pt x="0" y="72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27;p41">
              <a:extLst>
                <a:ext uri="{FF2B5EF4-FFF2-40B4-BE49-F238E27FC236}">
                  <a16:creationId xmlns:a16="http://schemas.microsoft.com/office/drawing/2014/main" id="{6E17E56D-B6BB-5570-49FB-1A0A34F5B986}"/>
                </a:ext>
              </a:extLst>
            </p:cNvPr>
            <p:cNvSpPr/>
            <p:nvPr/>
          </p:nvSpPr>
          <p:spPr>
            <a:xfrm>
              <a:off x="4101589" y="4351172"/>
              <a:ext cx="62529" cy="41060"/>
            </a:xfrm>
            <a:custGeom>
              <a:avLst/>
              <a:gdLst/>
              <a:ahLst/>
              <a:cxnLst/>
              <a:rect l="l" t="t" r="r" b="b"/>
              <a:pathLst>
                <a:path w="1966" h="1291" extrusionOk="0">
                  <a:moveTo>
                    <a:pt x="859" y="1"/>
                  </a:moveTo>
                  <a:cubicBezTo>
                    <a:pt x="665" y="1"/>
                    <a:pt x="475" y="60"/>
                    <a:pt x="327" y="186"/>
                  </a:cubicBezTo>
                  <a:cubicBezTo>
                    <a:pt x="72" y="399"/>
                    <a:pt x="1" y="810"/>
                    <a:pt x="200" y="1058"/>
                  </a:cubicBezTo>
                  <a:cubicBezTo>
                    <a:pt x="333" y="1223"/>
                    <a:pt x="546" y="1291"/>
                    <a:pt x="762" y="1291"/>
                  </a:cubicBezTo>
                  <a:cubicBezTo>
                    <a:pt x="880" y="1291"/>
                    <a:pt x="999" y="1271"/>
                    <a:pt x="1107" y="1236"/>
                  </a:cubicBezTo>
                  <a:cubicBezTo>
                    <a:pt x="1419" y="1129"/>
                    <a:pt x="1689" y="931"/>
                    <a:pt x="1965" y="718"/>
                  </a:cubicBezTo>
                  <a:cubicBezTo>
                    <a:pt x="1788" y="441"/>
                    <a:pt x="1554" y="200"/>
                    <a:pt x="1249" y="80"/>
                  </a:cubicBezTo>
                  <a:cubicBezTo>
                    <a:pt x="1125" y="28"/>
                    <a:pt x="991" y="1"/>
                    <a:pt x="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28;p41">
              <a:extLst>
                <a:ext uri="{FF2B5EF4-FFF2-40B4-BE49-F238E27FC236}">
                  <a16:creationId xmlns:a16="http://schemas.microsoft.com/office/drawing/2014/main" id="{7DF8EEDE-E0DB-D84E-4322-CB79423FC516}"/>
                </a:ext>
              </a:extLst>
            </p:cNvPr>
            <p:cNvSpPr/>
            <p:nvPr/>
          </p:nvSpPr>
          <p:spPr>
            <a:xfrm>
              <a:off x="4092588" y="4368792"/>
              <a:ext cx="41537" cy="6584"/>
            </a:xfrm>
            <a:custGeom>
              <a:avLst/>
              <a:gdLst/>
              <a:ahLst/>
              <a:cxnLst/>
              <a:rect l="l" t="t" r="r" b="b"/>
              <a:pathLst>
                <a:path w="1306" h="207" fill="none" extrusionOk="0">
                  <a:moveTo>
                    <a:pt x="1305" y="171"/>
                  </a:moveTo>
                  <a:cubicBezTo>
                    <a:pt x="865" y="206"/>
                    <a:pt x="419" y="150"/>
                    <a:pt x="0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29;p41">
              <a:extLst>
                <a:ext uri="{FF2B5EF4-FFF2-40B4-BE49-F238E27FC236}">
                  <a16:creationId xmlns:a16="http://schemas.microsoft.com/office/drawing/2014/main" id="{7AF6788E-969E-776F-191F-45CD5F36FCB9}"/>
                </a:ext>
              </a:extLst>
            </p:cNvPr>
            <p:cNvSpPr/>
            <p:nvPr/>
          </p:nvSpPr>
          <p:spPr>
            <a:xfrm>
              <a:off x="4535950" y="4179489"/>
              <a:ext cx="61384" cy="48407"/>
            </a:xfrm>
            <a:custGeom>
              <a:avLst/>
              <a:gdLst/>
              <a:ahLst/>
              <a:cxnLst/>
              <a:rect l="l" t="t" r="r" b="b"/>
              <a:pathLst>
                <a:path w="1930" h="1522" extrusionOk="0">
                  <a:moveTo>
                    <a:pt x="1284" y="0"/>
                  </a:moveTo>
                  <a:cubicBezTo>
                    <a:pt x="1009" y="0"/>
                    <a:pt x="734" y="75"/>
                    <a:pt x="504" y="223"/>
                  </a:cubicBezTo>
                  <a:cubicBezTo>
                    <a:pt x="221" y="408"/>
                    <a:pt x="1" y="748"/>
                    <a:pt x="86" y="1074"/>
                  </a:cubicBezTo>
                  <a:cubicBezTo>
                    <a:pt x="162" y="1339"/>
                    <a:pt x="444" y="1521"/>
                    <a:pt x="722" y="1521"/>
                  </a:cubicBezTo>
                  <a:cubicBezTo>
                    <a:pt x="728" y="1521"/>
                    <a:pt x="733" y="1521"/>
                    <a:pt x="738" y="1521"/>
                  </a:cubicBezTo>
                  <a:cubicBezTo>
                    <a:pt x="1022" y="1507"/>
                    <a:pt x="1284" y="1323"/>
                    <a:pt x="1433" y="1081"/>
                  </a:cubicBezTo>
                  <a:cubicBezTo>
                    <a:pt x="1603" y="798"/>
                    <a:pt x="1660" y="429"/>
                    <a:pt x="1929" y="153"/>
                  </a:cubicBezTo>
                  <a:cubicBezTo>
                    <a:pt x="1732" y="50"/>
                    <a:pt x="1508" y="0"/>
                    <a:pt x="12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30;p41">
              <a:extLst>
                <a:ext uri="{FF2B5EF4-FFF2-40B4-BE49-F238E27FC236}">
                  <a16:creationId xmlns:a16="http://schemas.microsoft.com/office/drawing/2014/main" id="{309BB3FD-0FC7-0351-3317-2C7099B28A6F}"/>
                </a:ext>
              </a:extLst>
            </p:cNvPr>
            <p:cNvSpPr/>
            <p:nvPr/>
          </p:nvSpPr>
          <p:spPr>
            <a:xfrm>
              <a:off x="4523323" y="4202134"/>
              <a:ext cx="37466" cy="20101"/>
            </a:xfrm>
            <a:custGeom>
              <a:avLst/>
              <a:gdLst/>
              <a:ahLst/>
              <a:cxnLst/>
              <a:rect l="l" t="t" r="r" b="b"/>
              <a:pathLst>
                <a:path w="1178" h="632" fill="none" extrusionOk="0">
                  <a:moveTo>
                    <a:pt x="1178" y="1"/>
                  </a:moveTo>
                  <a:cubicBezTo>
                    <a:pt x="852" y="313"/>
                    <a:pt x="440" y="540"/>
                    <a:pt x="1" y="632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31;p41">
              <a:extLst>
                <a:ext uri="{FF2B5EF4-FFF2-40B4-BE49-F238E27FC236}">
                  <a16:creationId xmlns:a16="http://schemas.microsoft.com/office/drawing/2014/main" id="{E2DA10C7-3515-2876-9A0F-397BB06C968C}"/>
                </a:ext>
              </a:extLst>
            </p:cNvPr>
            <p:cNvSpPr/>
            <p:nvPr/>
          </p:nvSpPr>
          <p:spPr>
            <a:xfrm>
              <a:off x="4637439" y="3925876"/>
              <a:ext cx="42205" cy="72229"/>
            </a:xfrm>
            <a:custGeom>
              <a:avLst/>
              <a:gdLst/>
              <a:ahLst/>
              <a:cxnLst/>
              <a:rect l="l" t="t" r="r" b="b"/>
              <a:pathLst>
                <a:path w="1327" h="2271" extrusionOk="0">
                  <a:moveTo>
                    <a:pt x="759" y="1"/>
                  </a:moveTo>
                  <a:cubicBezTo>
                    <a:pt x="327" y="362"/>
                    <a:pt x="50" y="894"/>
                    <a:pt x="15" y="1454"/>
                  </a:cubicBezTo>
                  <a:cubicBezTo>
                    <a:pt x="1" y="1610"/>
                    <a:pt x="8" y="1766"/>
                    <a:pt x="64" y="1908"/>
                  </a:cubicBezTo>
                  <a:cubicBezTo>
                    <a:pt x="114" y="2050"/>
                    <a:pt x="213" y="2177"/>
                    <a:pt x="355" y="2234"/>
                  </a:cubicBezTo>
                  <a:cubicBezTo>
                    <a:pt x="413" y="2259"/>
                    <a:pt x="474" y="2270"/>
                    <a:pt x="534" y="2270"/>
                  </a:cubicBezTo>
                  <a:cubicBezTo>
                    <a:pt x="730" y="2270"/>
                    <a:pt x="925" y="2150"/>
                    <a:pt x="1050" y="1993"/>
                  </a:cubicBezTo>
                  <a:cubicBezTo>
                    <a:pt x="1277" y="1709"/>
                    <a:pt x="1327" y="1312"/>
                    <a:pt x="1249" y="958"/>
                  </a:cubicBezTo>
                  <a:cubicBezTo>
                    <a:pt x="1178" y="603"/>
                    <a:pt x="979" y="291"/>
                    <a:pt x="7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532;p41">
              <a:extLst>
                <a:ext uri="{FF2B5EF4-FFF2-40B4-BE49-F238E27FC236}">
                  <a16:creationId xmlns:a16="http://schemas.microsoft.com/office/drawing/2014/main" id="{48174276-04AA-A049-A516-3C08741E421A}"/>
                </a:ext>
              </a:extLst>
            </p:cNvPr>
            <p:cNvSpPr/>
            <p:nvPr/>
          </p:nvSpPr>
          <p:spPr>
            <a:xfrm>
              <a:off x="4653692" y="3972343"/>
              <a:ext cx="6552" cy="43096"/>
            </a:xfrm>
            <a:custGeom>
              <a:avLst/>
              <a:gdLst/>
              <a:ahLst/>
              <a:cxnLst/>
              <a:rect l="l" t="t" r="r" b="b"/>
              <a:pathLst>
                <a:path w="206" h="1355" fill="none" extrusionOk="0">
                  <a:moveTo>
                    <a:pt x="99" y="0"/>
                  </a:moveTo>
                  <a:cubicBezTo>
                    <a:pt x="0" y="447"/>
                    <a:pt x="36" y="929"/>
                    <a:pt x="206" y="1355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533;p41">
              <a:extLst>
                <a:ext uri="{FF2B5EF4-FFF2-40B4-BE49-F238E27FC236}">
                  <a16:creationId xmlns:a16="http://schemas.microsoft.com/office/drawing/2014/main" id="{8731C703-C288-EF7F-039D-2A82849C680E}"/>
                </a:ext>
              </a:extLst>
            </p:cNvPr>
            <p:cNvSpPr/>
            <p:nvPr/>
          </p:nvSpPr>
          <p:spPr>
            <a:xfrm>
              <a:off x="4727193" y="4101503"/>
              <a:ext cx="69049" cy="42269"/>
            </a:xfrm>
            <a:custGeom>
              <a:avLst/>
              <a:gdLst/>
              <a:ahLst/>
              <a:cxnLst/>
              <a:rect l="l" t="t" r="r" b="b"/>
              <a:pathLst>
                <a:path w="2171" h="1329" extrusionOk="0">
                  <a:moveTo>
                    <a:pt x="1342" y="0"/>
                  </a:moveTo>
                  <a:cubicBezTo>
                    <a:pt x="1223" y="0"/>
                    <a:pt x="1102" y="22"/>
                    <a:pt x="986" y="59"/>
                  </a:cubicBezTo>
                  <a:cubicBezTo>
                    <a:pt x="511" y="201"/>
                    <a:pt x="121" y="612"/>
                    <a:pt x="1" y="1094"/>
                  </a:cubicBezTo>
                  <a:cubicBezTo>
                    <a:pt x="135" y="1101"/>
                    <a:pt x="419" y="1130"/>
                    <a:pt x="681" y="1186"/>
                  </a:cubicBezTo>
                  <a:cubicBezTo>
                    <a:pt x="933" y="1248"/>
                    <a:pt x="1179" y="1329"/>
                    <a:pt x="1437" y="1329"/>
                  </a:cubicBezTo>
                  <a:cubicBezTo>
                    <a:pt x="1447" y="1329"/>
                    <a:pt x="1458" y="1329"/>
                    <a:pt x="1469" y="1328"/>
                  </a:cubicBezTo>
                  <a:cubicBezTo>
                    <a:pt x="1738" y="1321"/>
                    <a:pt x="2022" y="1194"/>
                    <a:pt x="2114" y="938"/>
                  </a:cubicBezTo>
                  <a:cubicBezTo>
                    <a:pt x="2170" y="789"/>
                    <a:pt x="2149" y="619"/>
                    <a:pt x="2078" y="470"/>
                  </a:cubicBezTo>
                  <a:cubicBezTo>
                    <a:pt x="2007" y="307"/>
                    <a:pt x="1873" y="165"/>
                    <a:pt x="1710" y="80"/>
                  </a:cubicBezTo>
                  <a:cubicBezTo>
                    <a:pt x="1595" y="25"/>
                    <a:pt x="1470" y="0"/>
                    <a:pt x="1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534;p41">
              <a:extLst>
                <a:ext uri="{FF2B5EF4-FFF2-40B4-BE49-F238E27FC236}">
                  <a16:creationId xmlns:a16="http://schemas.microsoft.com/office/drawing/2014/main" id="{09951A80-64E7-6E8B-42EC-BF8DA75C56A3}"/>
                </a:ext>
              </a:extLst>
            </p:cNvPr>
            <p:cNvSpPr/>
            <p:nvPr/>
          </p:nvSpPr>
          <p:spPr>
            <a:xfrm>
              <a:off x="4761924" y="4106306"/>
              <a:ext cx="44686" cy="19878"/>
            </a:xfrm>
            <a:custGeom>
              <a:avLst/>
              <a:gdLst/>
              <a:ahLst/>
              <a:cxnLst/>
              <a:rect l="l" t="t" r="r" b="b"/>
              <a:pathLst>
                <a:path w="1405" h="625" fill="none" extrusionOk="0">
                  <a:moveTo>
                    <a:pt x="1" y="624"/>
                  </a:moveTo>
                  <a:cubicBezTo>
                    <a:pt x="533" y="624"/>
                    <a:pt x="1050" y="390"/>
                    <a:pt x="1405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535;p41">
              <a:extLst>
                <a:ext uri="{FF2B5EF4-FFF2-40B4-BE49-F238E27FC236}">
                  <a16:creationId xmlns:a16="http://schemas.microsoft.com/office/drawing/2014/main" id="{165318D6-3AE3-30F9-34A9-E4A7AD791FFE}"/>
                </a:ext>
              </a:extLst>
            </p:cNvPr>
            <p:cNvSpPr/>
            <p:nvPr/>
          </p:nvSpPr>
          <p:spPr>
            <a:xfrm>
              <a:off x="4176012" y="4294687"/>
              <a:ext cx="67490" cy="43255"/>
            </a:xfrm>
            <a:custGeom>
              <a:avLst/>
              <a:gdLst/>
              <a:ahLst/>
              <a:cxnLst/>
              <a:rect l="l" t="t" r="r" b="b"/>
              <a:pathLst>
                <a:path w="2122" h="1360" extrusionOk="0">
                  <a:moveTo>
                    <a:pt x="1194" y="0"/>
                  </a:moveTo>
                  <a:cubicBezTo>
                    <a:pt x="1062" y="0"/>
                    <a:pt x="929" y="21"/>
                    <a:pt x="802" y="55"/>
                  </a:cubicBezTo>
                  <a:cubicBezTo>
                    <a:pt x="519" y="140"/>
                    <a:pt x="256" y="296"/>
                    <a:pt x="1" y="452"/>
                  </a:cubicBezTo>
                  <a:cubicBezTo>
                    <a:pt x="313" y="657"/>
                    <a:pt x="511" y="962"/>
                    <a:pt x="781" y="1154"/>
                  </a:cubicBezTo>
                  <a:cubicBezTo>
                    <a:pt x="947" y="1280"/>
                    <a:pt x="1150" y="1359"/>
                    <a:pt x="1356" y="1359"/>
                  </a:cubicBezTo>
                  <a:cubicBezTo>
                    <a:pt x="1405" y="1359"/>
                    <a:pt x="1455" y="1355"/>
                    <a:pt x="1504" y="1345"/>
                  </a:cubicBezTo>
                  <a:cubicBezTo>
                    <a:pt x="1759" y="1303"/>
                    <a:pt x="1993" y="1118"/>
                    <a:pt x="2050" y="863"/>
                  </a:cubicBezTo>
                  <a:cubicBezTo>
                    <a:pt x="2121" y="572"/>
                    <a:pt x="1944" y="260"/>
                    <a:pt x="1681" y="118"/>
                  </a:cubicBezTo>
                  <a:cubicBezTo>
                    <a:pt x="1533" y="34"/>
                    <a:pt x="1365" y="0"/>
                    <a:pt x="11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536;p41">
              <a:extLst>
                <a:ext uri="{FF2B5EF4-FFF2-40B4-BE49-F238E27FC236}">
                  <a16:creationId xmlns:a16="http://schemas.microsoft.com/office/drawing/2014/main" id="{54C0660E-0B01-61C6-374B-8D487C8FAEDE}"/>
                </a:ext>
              </a:extLst>
            </p:cNvPr>
            <p:cNvSpPr/>
            <p:nvPr/>
          </p:nvSpPr>
          <p:spPr>
            <a:xfrm>
              <a:off x="4216405" y="4317173"/>
              <a:ext cx="36321" cy="27988"/>
            </a:xfrm>
            <a:custGeom>
              <a:avLst/>
              <a:gdLst/>
              <a:ahLst/>
              <a:cxnLst/>
              <a:rect l="l" t="t" r="r" b="b"/>
              <a:pathLst>
                <a:path w="1142" h="880" fill="none" extrusionOk="0">
                  <a:moveTo>
                    <a:pt x="0" y="0"/>
                  </a:moveTo>
                  <a:cubicBezTo>
                    <a:pt x="497" y="71"/>
                    <a:pt x="950" y="418"/>
                    <a:pt x="1142" y="87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37;p41">
              <a:extLst>
                <a:ext uri="{FF2B5EF4-FFF2-40B4-BE49-F238E27FC236}">
                  <a16:creationId xmlns:a16="http://schemas.microsoft.com/office/drawing/2014/main" id="{FFCE2317-0C47-2DA5-464F-DE5B2EA47E18}"/>
                </a:ext>
              </a:extLst>
            </p:cNvPr>
            <p:cNvSpPr/>
            <p:nvPr/>
          </p:nvSpPr>
          <p:spPr>
            <a:xfrm>
              <a:off x="4583784" y="3792199"/>
              <a:ext cx="57313" cy="49139"/>
            </a:xfrm>
            <a:custGeom>
              <a:avLst/>
              <a:gdLst/>
              <a:ahLst/>
              <a:cxnLst/>
              <a:rect l="l" t="t" r="r" b="b"/>
              <a:pathLst>
                <a:path w="1802" h="1545" extrusionOk="0">
                  <a:moveTo>
                    <a:pt x="1106" y="0"/>
                  </a:moveTo>
                  <a:cubicBezTo>
                    <a:pt x="1014" y="0"/>
                    <a:pt x="922" y="16"/>
                    <a:pt x="837" y="48"/>
                  </a:cubicBezTo>
                  <a:cubicBezTo>
                    <a:pt x="560" y="155"/>
                    <a:pt x="347" y="403"/>
                    <a:pt x="227" y="679"/>
                  </a:cubicBezTo>
                  <a:cubicBezTo>
                    <a:pt x="99" y="949"/>
                    <a:pt x="50" y="1247"/>
                    <a:pt x="0" y="1545"/>
                  </a:cubicBezTo>
                  <a:cubicBezTo>
                    <a:pt x="369" y="1445"/>
                    <a:pt x="723" y="1488"/>
                    <a:pt x="1042" y="1410"/>
                  </a:cubicBezTo>
                  <a:cubicBezTo>
                    <a:pt x="1298" y="1353"/>
                    <a:pt x="1532" y="1204"/>
                    <a:pt x="1666" y="984"/>
                  </a:cubicBezTo>
                  <a:cubicBezTo>
                    <a:pt x="1794" y="757"/>
                    <a:pt x="1801" y="460"/>
                    <a:pt x="1652" y="254"/>
                  </a:cubicBezTo>
                  <a:cubicBezTo>
                    <a:pt x="1528" y="86"/>
                    <a:pt x="1318" y="0"/>
                    <a:pt x="1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38;p41">
              <a:extLst>
                <a:ext uri="{FF2B5EF4-FFF2-40B4-BE49-F238E27FC236}">
                  <a16:creationId xmlns:a16="http://schemas.microsoft.com/office/drawing/2014/main" id="{0DDDACFB-C21F-C80F-64ED-25DC2E4753CD}"/>
                </a:ext>
              </a:extLst>
            </p:cNvPr>
            <p:cNvSpPr/>
            <p:nvPr/>
          </p:nvSpPr>
          <p:spPr>
            <a:xfrm>
              <a:off x="4616257" y="3801614"/>
              <a:ext cx="44909" cy="14249"/>
            </a:xfrm>
            <a:custGeom>
              <a:avLst/>
              <a:gdLst/>
              <a:ahLst/>
              <a:cxnLst/>
              <a:rect l="l" t="t" r="r" b="b"/>
              <a:pathLst>
                <a:path w="1412" h="448" fill="none" extrusionOk="0">
                  <a:moveTo>
                    <a:pt x="0" y="447"/>
                  </a:moveTo>
                  <a:cubicBezTo>
                    <a:pt x="376" y="114"/>
                    <a:pt x="936" y="1"/>
                    <a:pt x="1411" y="14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39;p41">
              <a:extLst>
                <a:ext uri="{FF2B5EF4-FFF2-40B4-BE49-F238E27FC236}">
                  <a16:creationId xmlns:a16="http://schemas.microsoft.com/office/drawing/2014/main" id="{31476B14-9FF5-3DB1-8074-51CC2DF0C32E}"/>
                </a:ext>
              </a:extLst>
            </p:cNvPr>
            <p:cNvSpPr/>
            <p:nvPr/>
          </p:nvSpPr>
          <p:spPr>
            <a:xfrm>
              <a:off x="4185045" y="3919456"/>
              <a:ext cx="45577" cy="66695"/>
            </a:xfrm>
            <a:custGeom>
              <a:avLst/>
              <a:gdLst/>
              <a:ahLst/>
              <a:cxnLst/>
              <a:rect l="l" t="t" r="r" b="b"/>
              <a:pathLst>
                <a:path w="1433" h="2097" extrusionOk="0">
                  <a:moveTo>
                    <a:pt x="758" y="1"/>
                  </a:moveTo>
                  <a:cubicBezTo>
                    <a:pt x="484" y="1"/>
                    <a:pt x="226" y="202"/>
                    <a:pt x="114" y="459"/>
                  </a:cubicBezTo>
                  <a:cubicBezTo>
                    <a:pt x="1" y="735"/>
                    <a:pt x="43" y="1054"/>
                    <a:pt x="157" y="1338"/>
                  </a:cubicBezTo>
                  <a:cubicBezTo>
                    <a:pt x="270" y="1614"/>
                    <a:pt x="447" y="1855"/>
                    <a:pt x="632" y="2096"/>
                  </a:cubicBezTo>
                  <a:cubicBezTo>
                    <a:pt x="809" y="1756"/>
                    <a:pt x="1085" y="1529"/>
                    <a:pt x="1249" y="1246"/>
                  </a:cubicBezTo>
                  <a:cubicBezTo>
                    <a:pt x="1376" y="1019"/>
                    <a:pt x="1433" y="749"/>
                    <a:pt x="1362" y="501"/>
                  </a:cubicBezTo>
                  <a:cubicBezTo>
                    <a:pt x="1291" y="253"/>
                    <a:pt x="1078" y="40"/>
                    <a:pt x="823" y="5"/>
                  </a:cubicBezTo>
                  <a:cubicBezTo>
                    <a:pt x="801" y="2"/>
                    <a:pt x="779" y="1"/>
                    <a:pt x="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40;p41">
              <a:extLst>
                <a:ext uri="{FF2B5EF4-FFF2-40B4-BE49-F238E27FC236}">
                  <a16:creationId xmlns:a16="http://schemas.microsoft.com/office/drawing/2014/main" id="{84E6B66F-FBFC-F36A-4C2D-B39CD7E02AB2}"/>
                </a:ext>
              </a:extLst>
            </p:cNvPr>
            <p:cNvSpPr/>
            <p:nvPr/>
          </p:nvSpPr>
          <p:spPr>
            <a:xfrm>
              <a:off x="4208740" y="3905843"/>
              <a:ext cx="23917" cy="39025"/>
            </a:xfrm>
            <a:custGeom>
              <a:avLst/>
              <a:gdLst/>
              <a:ahLst/>
              <a:cxnLst/>
              <a:rect l="l" t="t" r="r" b="b"/>
              <a:pathLst>
                <a:path w="752" h="1227" fill="none" extrusionOk="0">
                  <a:moveTo>
                    <a:pt x="0" y="1227"/>
                  </a:moveTo>
                  <a:cubicBezTo>
                    <a:pt x="21" y="731"/>
                    <a:pt x="319" y="241"/>
                    <a:pt x="752" y="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541;p41">
              <a:extLst>
                <a:ext uri="{FF2B5EF4-FFF2-40B4-BE49-F238E27FC236}">
                  <a16:creationId xmlns:a16="http://schemas.microsoft.com/office/drawing/2014/main" id="{B02AC6BF-D086-EC51-3EFC-ABB9EB13679A}"/>
                </a:ext>
              </a:extLst>
            </p:cNvPr>
            <p:cNvSpPr/>
            <p:nvPr/>
          </p:nvSpPr>
          <p:spPr>
            <a:xfrm>
              <a:off x="4370659" y="4257825"/>
              <a:ext cx="55722" cy="55977"/>
            </a:xfrm>
            <a:custGeom>
              <a:avLst/>
              <a:gdLst/>
              <a:ahLst/>
              <a:cxnLst/>
              <a:rect l="l" t="t" r="r" b="b"/>
              <a:pathLst>
                <a:path w="1752" h="1760" extrusionOk="0">
                  <a:moveTo>
                    <a:pt x="749" y="0"/>
                  </a:moveTo>
                  <a:cubicBezTo>
                    <a:pt x="637" y="0"/>
                    <a:pt x="526" y="23"/>
                    <a:pt x="426" y="72"/>
                  </a:cubicBezTo>
                  <a:cubicBezTo>
                    <a:pt x="163" y="200"/>
                    <a:pt x="0" y="512"/>
                    <a:pt x="71" y="795"/>
                  </a:cubicBezTo>
                  <a:cubicBezTo>
                    <a:pt x="149" y="1100"/>
                    <a:pt x="461" y="1277"/>
                    <a:pt x="759" y="1405"/>
                  </a:cubicBezTo>
                  <a:cubicBezTo>
                    <a:pt x="1050" y="1533"/>
                    <a:pt x="1369" y="1653"/>
                    <a:pt x="1645" y="1760"/>
                  </a:cubicBezTo>
                  <a:cubicBezTo>
                    <a:pt x="1716" y="1476"/>
                    <a:pt x="1752" y="1178"/>
                    <a:pt x="1695" y="895"/>
                  </a:cubicBezTo>
                  <a:cubicBezTo>
                    <a:pt x="1645" y="611"/>
                    <a:pt x="1496" y="334"/>
                    <a:pt x="1255" y="164"/>
                  </a:cubicBezTo>
                  <a:cubicBezTo>
                    <a:pt x="1111" y="59"/>
                    <a:pt x="929" y="0"/>
                    <a:pt x="7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542;p41">
              <a:extLst>
                <a:ext uri="{FF2B5EF4-FFF2-40B4-BE49-F238E27FC236}">
                  <a16:creationId xmlns:a16="http://schemas.microsoft.com/office/drawing/2014/main" id="{95659E72-42B2-6217-5428-D5E24A0331ED}"/>
                </a:ext>
              </a:extLst>
            </p:cNvPr>
            <p:cNvSpPr/>
            <p:nvPr/>
          </p:nvSpPr>
          <p:spPr>
            <a:xfrm>
              <a:off x="4358478" y="4251305"/>
              <a:ext cx="39724" cy="30247"/>
            </a:xfrm>
            <a:custGeom>
              <a:avLst/>
              <a:gdLst/>
              <a:ahLst/>
              <a:cxnLst/>
              <a:rect l="l" t="t" r="r" b="b"/>
              <a:pathLst>
                <a:path w="1249" h="951" fill="none" extrusionOk="0">
                  <a:moveTo>
                    <a:pt x="1248" y="951"/>
                  </a:moveTo>
                  <a:cubicBezTo>
                    <a:pt x="965" y="497"/>
                    <a:pt x="511" y="157"/>
                    <a:pt x="0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543;p41">
              <a:extLst>
                <a:ext uri="{FF2B5EF4-FFF2-40B4-BE49-F238E27FC236}">
                  <a16:creationId xmlns:a16="http://schemas.microsoft.com/office/drawing/2014/main" id="{A8D92692-34C8-2CBF-7F26-1E47323EA74A}"/>
                </a:ext>
              </a:extLst>
            </p:cNvPr>
            <p:cNvSpPr/>
            <p:nvPr/>
          </p:nvSpPr>
          <p:spPr>
            <a:xfrm>
              <a:off x="4243216" y="4349169"/>
              <a:ext cx="53719" cy="54800"/>
            </a:xfrm>
            <a:custGeom>
              <a:avLst/>
              <a:gdLst/>
              <a:ahLst/>
              <a:cxnLst/>
              <a:rect l="l" t="t" r="r" b="b"/>
              <a:pathLst>
                <a:path w="1689" h="1723" extrusionOk="0">
                  <a:moveTo>
                    <a:pt x="1540" y="1"/>
                  </a:moveTo>
                  <a:lnTo>
                    <a:pt x="1540" y="1"/>
                  </a:lnTo>
                  <a:cubicBezTo>
                    <a:pt x="1199" y="29"/>
                    <a:pt x="809" y="107"/>
                    <a:pt x="504" y="334"/>
                  </a:cubicBezTo>
                  <a:cubicBezTo>
                    <a:pt x="200" y="561"/>
                    <a:pt x="1" y="958"/>
                    <a:pt x="100" y="1327"/>
                  </a:cubicBezTo>
                  <a:cubicBezTo>
                    <a:pt x="150" y="1483"/>
                    <a:pt x="249" y="1632"/>
                    <a:pt x="398" y="1688"/>
                  </a:cubicBezTo>
                  <a:cubicBezTo>
                    <a:pt x="453" y="1712"/>
                    <a:pt x="511" y="1723"/>
                    <a:pt x="569" y="1723"/>
                  </a:cubicBezTo>
                  <a:cubicBezTo>
                    <a:pt x="735" y="1723"/>
                    <a:pt x="905" y="1637"/>
                    <a:pt x="1036" y="1533"/>
                  </a:cubicBezTo>
                  <a:cubicBezTo>
                    <a:pt x="1483" y="1178"/>
                    <a:pt x="1689" y="547"/>
                    <a:pt x="15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544;p41">
              <a:extLst>
                <a:ext uri="{FF2B5EF4-FFF2-40B4-BE49-F238E27FC236}">
                  <a16:creationId xmlns:a16="http://schemas.microsoft.com/office/drawing/2014/main" id="{B737805A-5F42-6F65-6F3A-CDF832C335B3}"/>
                </a:ext>
              </a:extLst>
            </p:cNvPr>
            <p:cNvSpPr/>
            <p:nvPr/>
          </p:nvSpPr>
          <p:spPr>
            <a:xfrm>
              <a:off x="4244139" y="4376457"/>
              <a:ext cx="27098" cy="39057"/>
            </a:xfrm>
            <a:custGeom>
              <a:avLst/>
              <a:gdLst/>
              <a:ahLst/>
              <a:cxnLst/>
              <a:rect l="l" t="t" r="r" b="b"/>
              <a:pathLst>
                <a:path w="852" h="1228" fill="none" extrusionOk="0">
                  <a:moveTo>
                    <a:pt x="851" y="1"/>
                  </a:moveTo>
                  <a:cubicBezTo>
                    <a:pt x="390" y="235"/>
                    <a:pt x="57" y="710"/>
                    <a:pt x="0" y="1228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545;p41">
              <a:extLst>
                <a:ext uri="{FF2B5EF4-FFF2-40B4-BE49-F238E27FC236}">
                  <a16:creationId xmlns:a16="http://schemas.microsoft.com/office/drawing/2014/main" id="{03F4CBA8-0C8B-179B-A883-A813F23F0726}"/>
                </a:ext>
              </a:extLst>
            </p:cNvPr>
            <p:cNvSpPr/>
            <p:nvPr/>
          </p:nvSpPr>
          <p:spPr>
            <a:xfrm>
              <a:off x="4385948" y="3913313"/>
              <a:ext cx="67681" cy="43255"/>
            </a:xfrm>
            <a:custGeom>
              <a:avLst/>
              <a:gdLst/>
              <a:ahLst/>
              <a:cxnLst/>
              <a:rect l="l" t="t" r="r" b="b"/>
              <a:pathLst>
                <a:path w="2128" h="1360" extrusionOk="0">
                  <a:moveTo>
                    <a:pt x="1195" y="1"/>
                  </a:moveTo>
                  <a:cubicBezTo>
                    <a:pt x="1064" y="1"/>
                    <a:pt x="932" y="21"/>
                    <a:pt x="808" y="55"/>
                  </a:cubicBezTo>
                  <a:cubicBezTo>
                    <a:pt x="518" y="140"/>
                    <a:pt x="255" y="296"/>
                    <a:pt x="0" y="452"/>
                  </a:cubicBezTo>
                  <a:cubicBezTo>
                    <a:pt x="312" y="658"/>
                    <a:pt x="511" y="963"/>
                    <a:pt x="780" y="1154"/>
                  </a:cubicBezTo>
                  <a:cubicBezTo>
                    <a:pt x="946" y="1280"/>
                    <a:pt x="1153" y="1360"/>
                    <a:pt x="1358" y="1360"/>
                  </a:cubicBezTo>
                  <a:cubicBezTo>
                    <a:pt x="1407" y="1360"/>
                    <a:pt x="1455" y="1355"/>
                    <a:pt x="1503" y="1346"/>
                  </a:cubicBezTo>
                  <a:cubicBezTo>
                    <a:pt x="1759" y="1303"/>
                    <a:pt x="1993" y="1119"/>
                    <a:pt x="2056" y="864"/>
                  </a:cubicBezTo>
                  <a:cubicBezTo>
                    <a:pt x="2127" y="573"/>
                    <a:pt x="1943" y="261"/>
                    <a:pt x="1681" y="119"/>
                  </a:cubicBezTo>
                  <a:cubicBezTo>
                    <a:pt x="1533" y="35"/>
                    <a:pt x="1364" y="1"/>
                    <a:pt x="11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46;p41">
              <a:extLst>
                <a:ext uri="{FF2B5EF4-FFF2-40B4-BE49-F238E27FC236}">
                  <a16:creationId xmlns:a16="http://schemas.microsoft.com/office/drawing/2014/main" id="{0A201045-E005-1A1B-927A-AA7421852629}"/>
                </a:ext>
              </a:extLst>
            </p:cNvPr>
            <p:cNvSpPr/>
            <p:nvPr/>
          </p:nvSpPr>
          <p:spPr>
            <a:xfrm>
              <a:off x="4426308" y="3935799"/>
              <a:ext cx="36321" cy="27988"/>
            </a:xfrm>
            <a:custGeom>
              <a:avLst/>
              <a:gdLst/>
              <a:ahLst/>
              <a:cxnLst/>
              <a:rect l="l" t="t" r="r" b="b"/>
              <a:pathLst>
                <a:path w="1142" h="880" fill="none" extrusionOk="0">
                  <a:moveTo>
                    <a:pt x="0" y="1"/>
                  </a:moveTo>
                  <a:cubicBezTo>
                    <a:pt x="504" y="71"/>
                    <a:pt x="950" y="419"/>
                    <a:pt x="1142" y="88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" name="Imagem 60">
            <a:extLst>
              <a:ext uri="{FF2B5EF4-FFF2-40B4-BE49-F238E27FC236}">
                <a16:creationId xmlns:a16="http://schemas.microsoft.com/office/drawing/2014/main" id="{90C7076D-7111-704D-38EE-EA1A6ACA6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046201" y="232948"/>
            <a:ext cx="3127205" cy="20795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36" name="CaixaDeTexto 1535">
            <a:extLst>
              <a:ext uri="{FF2B5EF4-FFF2-40B4-BE49-F238E27FC236}">
                <a16:creationId xmlns:a16="http://schemas.microsoft.com/office/drawing/2014/main" id="{1028272D-B25B-CBD7-580F-F03EEEA4CFD6}"/>
              </a:ext>
            </a:extLst>
          </p:cNvPr>
          <p:cNvSpPr txBox="1"/>
          <p:nvPr/>
        </p:nvSpPr>
        <p:spPr>
          <a:xfrm>
            <a:off x="1119790" y="4119346"/>
            <a:ext cx="23439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 i="0" dirty="0">
                <a:solidFill>
                  <a:srgbClr val="212529"/>
                </a:solidFill>
                <a:effectLst/>
                <a:latin typeface="system-ui"/>
              </a:rPr>
              <a:t>O outono representa um período de transição entre o verão e o inverno.</a:t>
            </a:r>
            <a:endParaRPr lang="pt-BR" dirty="0"/>
          </a:p>
        </p:txBody>
      </p:sp>
      <p:sp>
        <p:nvSpPr>
          <p:cNvPr id="2" name="Botão de ação: Retornar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DBC0DB3-011D-DC14-2B12-23FED9E8FE8D}"/>
              </a:ext>
            </a:extLst>
          </p:cNvPr>
          <p:cNvSpPr/>
          <p:nvPr/>
        </p:nvSpPr>
        <p:spPr>
          <a:xfrm>
            <a:off x="8400624" y="4584192"/>
            <a:ext cx="267888" cy="273818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51"/>
          <p:cNvSpPr txBox="1">
            <a:spLocks noGrp="1"/>
          </p:cNvSpPr>
          <p:nvPr>
            <p:ph type="subTitle" idx="1"/>
          </p:nvPr>
        </p:nvSpPr>
        <p:spPr>
          <a:xfrm>
            <a:off x="1100880" y="2039627"/>
            <a:ext cx="6942240" cy="23754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latin typeface="+mj-lt"/>
              </a:rPr>
              <a:t>Caracteriza-se pela queda das temperaturas e, em alguns lugares do Hemisfério Sul, pela ocorrência de geadas e nevascas. Apresenta dias mais curtos e noite mais longas em decorrência da menor incidência solar. Nesse período, ocorrem migrações de diversas espécies de animais para áreas com temperaturas mais elevadas.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31" name="Google Shape;2131;p51"/>
          <p:cNvSpPr txBox="1">
            <a:spLocks noGrp="1"/>
          </p:cNvSpPr>
          <p:nvPr>
            <p:ph type="title"/>
          </p:nvPr>
        </p:nvSpPr>
        <p:spPr>
          <a:xfrm>
            <a:off x="958176" y="1408648"/>
            <a:ext cx="1980096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Inverno</a:t>
            </a:r>
            <a:endParaRPr dirty="0"/>
          </a:p>
        </p:txBody>
      </p:sp>
      <p:grpSp>
        <p:nvGrpSpPr>
          <p:cNvPr id="2132" name="Google Shape;2132;p51"/>
          <p:cNvGrpSpPr/>
          <p:nvPr/>
        </p:nvGrpSpPr>
        <p:grpSpPr>
          <a:xfrm flipH="1">
            <a:off x="-76207" y="3279054"/>
            <a:ext cx="2169656" cy="1940636"/>
            <a:chOff x="2800128" y="2504415"/>
            <a:chExt cx="972024" cy="869421"/>
          </a:xfrm>
        </p:grpSpPr>
        <p:sp>
          <p:nvSpPr>
            <p:cNvPr id="2133" name="Google Shape;2133;p51"/>
            <p:cNvSpPr/>
            <p:nvPr/>
          </p:nvSpPr>
          <p:spPr>
            <a:xfrm>
              <a:off x="2800128" y="2504415"/>
              <a:ext cx="972024" cy="869421"/>
            </a:xfrm>
            <a:custGeom>
              <a:avLst/>
              <a:gdLst/>
              <a:ahLst/>
              <a:cxnLst/>
              <a:rect l="l" t="t" r="r" b="b"/>
              <a:pathLst>
                <a:path w="30562" h="27336" extrusionOk="0">
                  <a:moveTo>
                    <a:pt x="29072" y="1"/>
                  </a:moveTo>
                  <a:cubicBezTo>
                    <a:pt x="24314" y="1"/>
                    <a:pt x="20117" y="582"/>
                    <a:pt x="16593" y="1731"/>
                  </a:cubicBezTo>
                  <a:cubicBezTo>
                    <a:pt x="13104" y="2872"/>
                    <a:pt x="10190" y="4603"/>
                    <a:pt x="7928" y="6872"/>
                  </a:cubicBezTo>
                  <a:cubicBezTo>
                    <a:pt x="5630" y="8120"/>
                    <a:pt x="4276" y="10112"/>
                    <a:pt x="3999" y="12665"/>
                  </a:cubicBezTo>
                  <a:cubicBezTo>
                    <a:pt x="3439" y="13941"/>
                    <a:pt x="2993" y="15317"/>
                    <a:pt x="2652" y="16777"/>
                  </a:cubicBezTo>
                  <a:cubicBezTo>
                    <a:pt x="2432" y="16884"/>
                    <a:pt x="2234" y="17018"/>
                    <a:pt x="2050" y="17174"/>
                  </a:cubicBezTo>
                  <a:cubicBezTo>
                    <a:pt x="1319" y="17820"/>
                    <a:pt x="936" y="18819"/>
                    <a:pt x="1000" y="19919"/>
                  </a:cubicBezTo>
                  <a:cubicBezTo>
                    <a:pt x="1021" y="20266"/>
                    <a:pt x="1085" y="20599"/>
                    <a:pt x="1170" y="20911"/>
                  </a:cubicBezTo>
                  <a:cubicBezTo>
                    <a:pt x="1121" y="20975"/>
                    <a:pt x="1064" y="21039"/>
                    <a:pt x="1021" y="21117"/>
                  </a:cubicBezTo>
                  <a:cubicBezTo>
                    <a:pt x="958" y="21209"/>
                    <a:pt x="901" y="21315"/>
                    <a:pt x="858" y="21422"/>
                  </a:cubicBezTo>
                  <a:cubicBezTo>
                    <a:pt x="291" y="21826"/>
                    <a:pt x="0" y="22542"/>
                    <a:pt x="170" y="23223"/>
                  </a:cubicBezTo>
                  <a:cubicBezTo>
                    <a:pt x="241" y="23506"/>
                    <a:pt x="575" y="24435"/>
                    <a:pt x="1901" y="24542"/>
                  </a:cubicBezTo>
                  <a:cubicBezTo>
                    <a:pt x="1908" y="25003"/>
                    <a:pt x="1922" y="25464"/>
                    <a:pt x="1943" y="25924"/>
                  </a:cubicBezTo>
                  <a:cubicBezTo>
                    <a:pt x="1979" y="26683"/>
                    <a:pt x="2603" y="27279"/>
                    <a:pt x="3361" y="27279"/>
                  </a:cubicBezTo>
                  <a:lnTo>
                    <a:pt x="9388" y="27279"/>
                  </a:lnTo>
                  <a:cubicBezTo>
                    <a:pt x="9523" y="27314"/>
                    <a:pt x="9658" y="27335"/>
                    <a:pt x="9800" y="27335"/>
                  </a:cubicBezTo>
                  <a:cubicBezTo>
                    <a:pt x="9942" y="27335"/>
                    <a:pt x="10083" y="27314"/>
                    <a:pt x="10211" y="27279"/>
                  </a:cubicBezTo>
                  <a:lnTo>
                    <a:pt x="27392" y="27279"/>
                  </a:lnTo>
                  <a:cubicBezTo>
                    <a:pt x="27527" y="27314"/>
                    <a:pt x="27668" y="27335"/>
                    <a:pt x="27810" y="27335"/>
                  </a:cubicBezTo>
                  <a:lnTo>
                    <a:pt x="27867" y="27335"/>
                  </a:lnTo>
                  <a:cubicBezTo>
                    <a:pt x="27995" y="27328"/>
                    <a:pt x="28115" y="27314"/>
                    <a:pt x="28229" y="27279"/>
                  </a:cubicBezTo>
                  <a:lnTo>
                    <a:pt x="29072" y="27279"/>
                  </a:lnTo>
                  <a:cubicBezTo>
                    <a:pt x="29859" y="27279"/>
                    <a:pt x="30491" y="26641"/>
                    <a:pt x="30491" y="25861"/>
                  </a:cubicBezTo>
                  <a:lnTo>
                    <a:pt x="30491" y="24052"/>
                  </a:lnTo>
                  <a:lnTo>
                    <a:pt x="30491" y="21925"/>
                  </a:lnTo>
                  <a:lnTo>
                    <a:pt x="30491" y="19217"/>
                  </a:lnTo>
                  <a:lnTo>
                    <a:pt x="30491" y="15919"/>
                  </a:lnTo>
                  <a:lnTo>
                    <a:pt x="30491" y="10020"/>
                  </a:lnTo>
                  <a:lnTo>
                    <a:pt x="30491" y="5177"/>
                  </a:lnTo>
                  <a:lnTo>
                    <a:pt x="30491" y="4447"/>
                  </a:lnTo>
                  <a:cubicBezTo>
                    <a:pt x="30512" y="4369"/>
                    <a:pt x="30533" y="4291"/>
                    <a:pt x="30540" y="4213"/>
                  </a:cubicBezTo>
                  <a:cubicBezTo>
                    <a:pt x="30561" y="4007"/>
                    <a:pt x="30547" y="3808"/>
                    <a:pt x="30491" y="3617"/>
                  </a:cubicBezTo>
                  <a:lnTo>
                    <a:pt x="30491" y="1419"/>
                  </a:lnTo>
                  <a:cubicBezTo>
                    <a:pt x="30491" y="632"/>
                    <a:pt x="29859" y="1"/>
                    <a:pt x="29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51"/>
            <p:cNvSpPr/>
            <p:nvPr/>
          </p:nvSpPr>
          <p:spPr>
            <a:xfrm>
              <a:off x="2883330" y="2549514"/>
              <a:ext cx="841465" cy="777410"/>
            </a:xfrm>
            <a:custGeom>
              <a:avLst/>
              <a:gdLst/>
              <a:ahLst/>
              <a:cxnLst/>
              <a:rect l="l" t="t" r="r" b="b"/>
              <a:pathLst>
                <a:path w="26457" h="24443" extrusionOk="0">
                  <a:moveTo>
                    <a:pt x="26456" y="1"/>
                  </a:moveTo>
                  <a:cubicBezTo>
                    <a:pt x="8417" y="1"/>
                    <a:pt x="1" y="8432"/>
                    <a:pt x="745" y="24443"/>
                  </a:cubicBezTo>
                  <a:lnTo>
                    <a:pt x="26456" y="24443"/>
                  </a:lnTo>
                  <a:lnTo>
                    <a:pt x="26456" y="1"/>
                  </a:lnTo>
                  <a:close/>
                </a:path>
              </a:pathLst>
            </a:custGeom>
            <a:solidFill>
              <a:srgbClr val="08867B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51"/>
            <p:cNvSpPr/>
            <p:nvPr/>
          </p:nvSpPr>
          <p:spPr>
            <a:xfrm>
              <a:off x="3060388" y="2668942"/>
              <a:ext cx="664406" cy="657982"/>
            </a:xfrm>
            <a:custGeom>
              <a:avLst/>
              <a:gdLst/>
              <a:ahLst/>
              <a:cxnLst/>
              <a:rect l="l" t="t" r="r" b="b"/>
              <a:pathLst>
                <a:path w="20890" h="20688" extrusionOk="0">
                  <a:moveTo>
                    <a:pt x="20504" y="1"/>
                  </a:moveTo>
                  <a:cubicBezTo>
                    <a:pt x="20439" y="1"/>
                    <a:pt x="20374" y="2"/>
                    <a:pt x="20308" y="4"/>
                  </a:cubicBezTo>
                  <a:cubicBezTo>
                    <a:pt x="9353" y="110"/>
                    <a:pt x="255" y="6818"/>
                    <a:pt x="0" y="20688"/>
                  </a:cubicBezTo>
                  <a:lnTo>
                    <a:pt x="20889" y="20688"/>
                  </a:lnTo>
                  <a:lnTo>
                    <a:pt x="20889" y="4"/>
                  </a:lnTo>
                  <a:cubicBezTo>
                    <a:pt x="20762" y="4"/>
                    <a:pt x="20634" y="1"/>
                    <a:pt x="20504" y="1"/>
                  </a:cubicBezTo>
                  <a:close/>
                </a:path>
              </a:pathLst>
            </a:custGeom>
            <a:solidFill>
              <a:srgbClr val="08867B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51"/>
            <p:cNvSpPr/>
            <p:nvPr/>
          </p:nvSpPr>
          <p:spPr>
            <a:xfrm>
              <a:off x="3271701" y="2823069"/>
              <a:ext cx="453094" cy="503855"/>
            </a:xfrm>
            <a:custGeom>
              <a:avLst/>
              <a:gdLst/>
              <a:ahLst/>
              <a:cxnLst/>
              <a:rect l="l" t="t" r="r" b="b"/>
              <a:pathLst>
                <a:path w="14246" h="15842" extrusionOk="0">
                  <a:moveTo>
                    <a:pt x="14245" y="1"/>
                  </a:moveTo>
                  <a:cubicBezTo>
                    <a:pt x="14146" y="8"/>
                    <a:pt x="14054" y="8"/>
                    <a:pt x="13955" y="8"/>
                  </a:cubicBezTo>
                  <a:cubicBezTo>
                    <a:pt x="5077" y="334"/>
                    <a:pt x="121" y="7985"/>
                    <a:pt x="0" y="15714"/>
                  </a:cubicBezTo>
                  <a:cubicBezTo>
                    <a:pt x="0" y="15756"/>
                    <a:pt x="0" y="15799"/>
                    <a:pt x="0" y="15842"/>
                  </a:cubicBezTo>
                  <a:lnTo>
                    <a:pt x="14245" y="15842"/>
                  </a:lnTo>
                  <a:lnTo>
                    <a:pt x="14245" y="1"/>
                  </a:lnTo>
                  <a:close/>
                </a:path>
              </a:pathLst>
            </a:custGeom>
            <a:solidFill>
              <a:srgbClr val="08867B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51"/>
            <p:cNvSpPr/>
            <p:nvPr/>
          </p:nvSpPr>
          <p:spPr>
            <a:xfrm>
              <a:off x="3526077" y="3115580"/>
              <a:ext cx="198718" cy="211344"/>
            </a:xfrm>
            <a:custGeom>
              <a:avLst/>
              <a:gdLst/>
              <a:ahLst/>
              <a:cxnLst/>
              <a:rect l="l" t="t" r="r" b="b"/>
              <a:pathLst>
                <a:path w="6248" h="6645" extrusionOk="0">
                  <a:moveTo>
                    <a:pt x="6247" y="1"/>
                  </a:moveTo>
                  <a:cubicBezTo>
                    <a:pt x="3127" y="171"/>
                    <a:pt x="135" y="2447"/>
                    <a:pt x="7" y="5999"/>
                  </a:cubicBezTo>
                  <a:cubicBezTo>
                    <a:pt x="0" y="6219"/>
                    <a:pt x="7" y="6432"/>
                    <a:pt x="15" y="6645"/>
                  </a:cubicBezTo>
                  <a:lnTo>
                    <a:pt x="6247" y="6645"/>
                  </a:lnTo>
                  <a:lnTo>
                    <a:pt x="6247" y="1"/>
                  </a:lnTo>
                  <a:close/>
                </a:path>
              </a:pathLst>
            </a:custGeom>
            <a:solidFill>
              <a:srgbClr val="08867B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51"/>
            <p:cNvSpPr/>
            <p:nvPr/>
          </p:nvSpPr>
          <p:spPr>
            <a:xfrm>
              <a:off x="2899137" y="2728068"/>
              <a:ext cx="497526" cy="309304"/>
            </a:xfrm>
            <a:custGeom>
              <a:avLst/>
              <a:gdLst/>
              <a:ahLst/>
              <a:cxnLst/>
              <a:rect l="l" t="t" r="r" b="b"/>
              <a:pathLst>
                <a:path w="15643" h="9725" extrusionOk="0">
                  <a:moveTo>
                    <a:pt x="9496" y="1"/>
                  </a:moveTo>
                  <a:cubicBezTo>
                    <a:pt x="8777" y="1"/>
                    <a:pt x="7982" y="121"/>
                    <a:pt x="7105" y="400"/>
                  </a:cubicBezTo>
                  <a:cubicBezTo>
                    <a:pt x="0" y="2669"/>
                    <a:pt x="2794" y="9724"/>
                    <a:pt x="2794" y="9724"/>
                  </a:cubicBezTo>
                  <a:cubicBezTo>
                    <a:pt x="2794" y="9724"/>
                    <a:pt x="2985" y="9199"/>
                    <a:pt x="3822" y="8987"/>
                  </a:cubicBezTo>
                  <a:cubicBezTo>
                    <a:pt x="3949" y="8954"/>
                    <a:pt x="4073" y="8941"/>
                    <a:pt x="4192" y="8941"/>
                  </a:cubicBezTo>
                  <a:cubicBezTo>
                    <a:pt x="4857" y="8941"/>
                    <a:pt x="5368" y="9370"/>
                    <a:pt x="5368" y="9370"/>
                  </a:cubicBezTo>
                  <a:cubicBezTo>
                    <a:pt x="5077" y="8122"/>
                    <a:pt x="5318" y="6739"/>
                    <a:pt x="6091" y="5725"/>
                  </a:cubicBezTo>
                  <a:cubicBezTo>
                    <a:pt x="6777" y="4810"/>
                    <a:pt x="7906" y="4226"/>
                    <a:pt x="9047" y="4226"/>
                  </a:cubicBezTo>
                  <a:cubicBezTo>
                    <a:pt x="9180" y="4226"/>
                    <a:pt x="9313" y="4234"/>
                    <a:pt x="9445" y="4250"/>
                  </a:cubicBezTo>
                  <a:cubicBezTo>
                    <a:pt x="10714" y="4406"/>
                    <a:pt x="11863" y="5377"/>
                    <a:pt x="12154" y="6625"/>
                  </a:cubicBezTo>
                  <a:cubicBezTo>
                    <a:pt x="12154" y="6625"/>
                    <a:pt x="12721" y="5817"/>
                    <a:pt x="13969" y="5321"/>
                  </a:cubicBezTo>
                  <a:cubicBezTo>
                    <a:pt x="14645" y="5048"/>
                    <a:pt x="15080" y="4985"/>
                    <a:pt x="15336" y="4985"/>
                  </a:cubicBezTo>
                  <a:cubicBezTo>
                    <a:pt x="15553" y="4985"/>
                    <a:pt x="15642" y="5030"/>
                    <a:pt x="15642" y="5030"/>
                  </a:cubicBezTo>
                  <a:cubicBezTo>
                    <a:pt x="15642" y="5030"/>
                    <a:pt x="14143" y="1"/>
                    <a:pt x="94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51"/>
            <p:cNvSpPr/>
            <p:nvPr/>
          </p:nvSpPr>
          <p:spPr>
            <a:xfrm>
              <a:off x="2975787" y="2754021"/>
              <a:ext cx="402588" cy="272060"/>
            </a:xfrm>
            <a:custGeom>
              <a:avLst/>
              <a:gdLst/>
              <a:ahLst/>
              <a:cxnLst/>
              <a:rect l="l" t="t" r="r" b="b"/>
              <a:pathLst>
                <a:path w="12658" h="8554" extrusionOk="0">
                  <a:moveTo>
                    <a:pt x="6754" y="1"/>
                  </a:moveTo>
                  <a:cubicBezTo>
                    <a:pt x="4895" y="1"/>
                    <a:pt x="3036" y="831"/>
                    <a:pt x="1837" y="2257"/>
                  </a:cubicBezTo>
                  <a:cubicBezTo>
                    <a:pt x="426" y="3952"/>
                    <a:pt x="1" y="6405"/>
                    <a:pt x="738" y="8483"/>
                  </a:cubicBezTo>
                  <a:cubicBezTo>
                    <a:pt x="894" y="8362"/>
                    <a:pt x="1114" y="8242"/>
                    <a:pt x="1412" y="8171"/>
                  </a:cubicBezTo>
                  <a:cubicBezTo>
                    <a:pt x="1539" y="8138"/>
                    <a:pt x="1663" y="8125"/>
                    <a:pt x="1782" y="8125"/>
                  </a:cubicBezTo>
                  <a:cubicBezTo>
                    <a:pt x="2447" y="8125"/>
                    <a:pt x="2958" y="8554"/>
                    <a:pt x="2958" y="8554"/>
                  </a:cubicBezTo>
                  <a:cubicBezTo>
                    <a:pt x="2667" y="7306"/>
                    <a:pt x="2908" y="5923"/>
                    <a:pt x="3681" y="4909"/>
                  </a:cubicBezTo>
                  <a:cubicBezTo>
                    <a:pt x="4367" y="3994"/>
                    <a:pt x="5496" y="3410"/>
                    <a:pt x="6637" y="3410"/>
                  </a:cubicBezTo>
                  <a:cubicBezTo>
                    <a:pt x="6770" y="3410"/>
                    <a:pt x="6903" y="3418"/>
                    <a:pt x="7035" y="3434"/>
                  </a:cubicBezTo>
                  <a:cubicBezTo>
                    <a:pt x="8304" y="3590"/>
                    <a:pt x="9453" y="4561"/>
                    <a:pt x="9744" y="5809"/>
                  </a:cubicBezTo>
                  <a:cubicBezTo>
                    <a:pt x="9744" y="5809"/>
                    <a:pt x="10311" y="5001"/>
                    <a:pt x="11559" y="4505"/>
                  </a:cubicBezTo>
                  <a:cubicBezTo>
                    <a:pt x="12041" y="4306"/>
                    <a:pt x="12396" y="4221"/>
                    <a:pt x="12658" y="4186"/>
                  </a:cubicBezTo>
                  <a:cubicBezTo>
                    <a:pt x="11928" y="2207"/>
                    <a:pt x="10162" y="619"/>
                    <a:pt x="8099" y="151"/>
                  </a:cubicBezTo>
                  <a:cubicBezTo>
                    <a:pt x="7657" y="50"/>
                    <a:pt x="7205" y="1"/>
                    <a:pt x="67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51"/>
            <p:cNvSpPr/>
            <p:nvPr/>
          </p:nvSpPr>
          <p:spPr>
            <a:xfrm>
              <a:off x="2997224" y="2786207"/>
              <a:ext cx="362672" cy="239873"/>
            </a:xfrm>
            <a:custGeom>
              <a:avLst/>
              <a:gdLst/>
              <a:ahLst/>
              <a:cxnLst/>
              <a:rect l="l" t="t" r="r" b="b"/>
              <a:pathLst>
                <a:path w="11403" h="7542" extrusionOk="0">
                  <a:moveTo>
                    <a:pt x="6180" y="0"/>
                  </a:moveTo>
                  <a:cubicBezTo>
                    <a:pt x="4535" y="0"/>
                    <a:pt x="2888" y="707"/>
                    <a:pt x="1780" y="1933"/>
                  </a:cubicBezTo>
                  <a:cubicBezTo>
                    <a:pt x="511" y="3344"/>
                    <a:pt x="1" y="5407"/>
                    <a:pt x="454" y="7251"/>
                  </a:cubicBezTo>
                  <a:cubicBezTo>
                    <a:pt x="540" y="7215"/>
                    <a:pt x="632" y="7187"/>
                    <a:pt x="738" y="7159"/>
                  </a:cubicBezTo>
                  <a:cubicBezTo>
                    <a:pt x="865" y="7126"/>
                    <a:pt x="989" y="7113"/>
                    <a:pt x="1108" y="7113"/>
                  </a:cubicBezTo>
                  <a:cubicBezTo>
                    <a:pt x="1773" y="7113"/>
                    <a:pt x="2284" y="7542"/>
                    <a:pt x="2284" y="7542"/>
                  </a:cubicBezTo>
                  <a:cubicBezTo>
                    <a:pt x="1993" y="6294"/>
                    <a:pt x="2234" y="4911"/>
                    <a:pt x="3007" y="3897"/>
                  </a:cubicBezTo>
                  <a:cubicBezTo>
                    <a:pt x="3693" y="2982"/>
                    <a:pt x="4822" y="2398"/>
                    <a:pt x="5963" y="2398"/>
                  </a:cubicBezTo>
                  <a:cubicBezTo>
                    <a:pt x="6096" y="2398"/>
                    <a:pt x="6229" y="2406"/>
                    <a:pt x="6361" y="2422"/>
                  </a:cubicBezTo>
                  <a:cubicBezTo>
                    <a:pt x="7630" y="2578"/>
                    <a:pt x="8779" y="3549"/>
                    <a:pt x="9070" y="4797"/>
                  </a:cubicBezTo>
                  <a:cubicBezTo>
                    <a:pt x="9070" y="4797"/>
                    <a:pt x="9637" y="3989"/>
                    <a:pt x="10885" y="3493"/>
                  </a:cubicBezTo>
                  <a:cubicBezTo>
                    <a:pt x="11076" y="3415"/>
                    <a:pt x="11247" y="3358"/>
                    <a:pt x="11403" y="3308"/>
                  </a:cubicBezTo>
                  <a:cubicBezTo>
                    <a:pt x="10594" y="1656"/>
                    <a:pt x="8985" y="422"/>
                    <a:pt x="7176" y="89"/>
                  </a:cubicBezTo>
                  <a:cubicBezTo>
                    <a:pt x="6847" y="29"/>
                    <a:pt x="6514" y="0"/>
                    <a:pt x="6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51"/>
            <p:cNvSpPr/>
            <p:nvPr/>
          </p:nvSpPr>
          <p:spPr>
            <a:xfrm>
              <a:off x="3023622" y="2807135"/>
              <a:ext cx="305614" cy="218946"/>
            </a:xfrm>
            <a:custGeom>
              <a:avLst/>
              <a:gdLst/>
              <a:ahLst/>
              <a:cxnLst/>
              <a:rect l="l" t="t" r="r" b="b"/>
              <a:pathLst>
                <a:path w="9609" h="6884" extrusionOk="0">
                  <a:moveTo>
                    <a:pt x="5379" y="1"/>
                  </a:moveTo>
                  <a:cubicBezTo>
                    <a:pt x="3906" y="1"/>
                    <a:pt x="2433" y="704"/>
                    <a:pt x="1482" y="1842"/>
                  </a:cubicBezTo>
                  <a:cubicBezTo>
                    <a:pt x="426" y="3104"/>
                    <a:pt x="0" y="4827"/>
                    <a:pt x="227" y="6451"/>
                  </a:cubicBezTo>
                  <a:cubicBezTo>
                    <a:pt x="243" y="6451"/>
                    <a:pt x="259" y="6450"/>
                    <a:pt x="275" y="6450"/>
                  </a:cubicBezTo>
                  <a:cubicBezTo>
                    <a:pt x="946" y="6450"/>
                    <a:pt x="1454" y="6884"/>
                    <a:pt x="1454" y="6884"/>
                  </a:cubicBezTo>
                  <a:cubicBezTo>
                    <a:pt x="1163" y="5636"/>
                    <a:pt x="1404" y="4253"/>
                    <a:pt x="2177" y="3239"/>
                  </a:cubicBezTo>
                  <a:cubicBezTo>
                    <a:pt x="2863" y="2324"/>
                    <a:pt x="3992" y="1740"/>
                    <a:pt x="5133" y="1740"/>
                  </a:cubicBezTo>
                  <a:cubicBezTo>
                    <a:pt x="5266" y="1740"/>
                    <a:pt x="5399" y="1748"/>
                    <a:pt x="5531" y="1764"/>
                  </a:cubicBezTo>
                  <a:cubicBezTo>
                    <a:pt x="6800" y="1920"/>
                    <a:pt x="7949" y="2891"/>
                    <a:pt x="8240" y="4139"/>
                  </a:cubicBezTo>
                  <a:cubicBezTo>
                    <a:pt x="8240" y="4139"/>
                    <a:pt x="8672" y="3523"/>
                    <a:pt x="9608" y="3033"/>
                  </a:cubicBezTo>
                  <a:cubicBezTo>
                    <a:pt x="9119" y="1530"/>
                    <a:pt x="7729" y="353"/>
                    <a:pt x="6162" y="69"/>
                  </a:cubicBezTo>
                  <a:cubicBezTo>
                    <a:pt x="5903" y="23"/>
                    <a:pt x="5641" y="1"/>
                    <a:pt x="53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51"/>
            <p:cNvSpPr/>
            <p:nvPr/>
          </p:nvSpPr>
          <p:spPr>
            <a:xfrm>
              <a:off x="3042323" y="2837286"/>
              <a:ext cx="264363" cy="188794"/>
            </a:xfrm>
            <a:custGeom>
              <a:avLst/>
              <a:gdLst/>
              <a:ahLst/>
              <a:cxnLst/>
              <a:rect l="l" t="t" r="r" b="b"/>
              <a:pathLst>
                <a:path w="8312" h="5936" extrusionOk="0">
                  <a:moveTo>
                    <a:pt x="4650" y="0"/>
                  </a:moveTo>
                  <a:cubicBezTo>
                    <a:pt x="3391" y="0"/>
                    <a:pt x="2135" y="589"/>
                    <a:pt x="1313" y="1553"/>
                  </a:cubicBezTo>
                  <a:cubicBezTo>
                    <a:pt x="377" y="2645"/>
                    <a:pt x="1" y="4170"/>
                    <a:pt x="228" y="5595"/>
                  </a:cubicBezTo>
                  <a:cubicBezTo>
                    <a:pt x="611" y="5723"/>
                    <a:pt x="866" y="5936"/>
                    <a:pt x="866" y="5936"/>
                  </a:cubicBezTo>
                  <a:cubicBezTo>
                    <a:pt x="575" y="4688"/>
                    <a:pt x="816" y="3305"/>
                    <a:pt x="1589" y="2291"/>
                  </a:cubicBezTo>
                  <a:cubicBezTo>
                    <a:pt x="2275" y="1376"/>
                    <a:pt x="3404" y="792"/>
                    <a:pt x="4545" y="792"/>
                  </a:cubicBezTo>
                  <a:cubicBezTo>
                    <a:pt x="4678" y="792"/>
                    <a:pt x="4811" y="800"/>
                    <a:pt x="4943" y="816"/>
                  </a:cubicBezTo>
                  <a:cubicBezTo>
                    <a:pt x="6212" y="972"/>
                    <a:pt x="7361" y="1943"/>
                    <a:pt x="7652" y="3191"/>
                  </a:cubicBezTo>
                  <a:cubicBezTo>
                    <a:pt x="7652" y="3191"/>
                    <a:pt x="7864" y="2887"/>
                    <a:pt x="8311" y="2539"/>
                  </a:cubicBezTo>
                  <a:cubicBezTo>
                    <a:pt x="7857" y="1298"/>
                    <a:pt x="6709" y="320"/>
                    <a:pt x="5397" y="71"/>
                  </a:cubicBezTo>
                  <a:cubicBezTo>
                    <a:pt x="5150" y="23"/>
                    <a:pt x="4900" y="0"/>
                    <a:pt x="46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51"/>
            <p:cNvSpPr/>
            <p:nvPr/>
          </p:nvSpPr>
          <p:spPr>
            <a:xfrm>
              <a:off x="2848154" y="2977260"/>
              <a:ext cx="395813" cy="267194"/>
            </a:xfrm>
            <a:custGeom>
              <a:avLst/>
              <a:gdLst/>
              <a:ahLst/>
              <a:cxnLst/>
              <a:rect l="l" t="t" r="r" b="b"/>
              <a:pathLst>
                <a:path w="12445" h="8401" extrusionOk="0">
                  <a:moveTo>
                    <a:pt x="5413" y="1"/>
                  </a:moveTo>
                  <a:cubicBezTo>
                    <a:pt x="5026" y="1"/>
                    <a:pt x="4637" y="112"/>
                    <a:pt x="4312" y="322"/>
                  </a:cubicBezTo>
                  <a:cubicBezTo>
                    <a:pt x="3830" y="634"/>
                    <a:pt x="3503" y="1145"/>
                    <a:pt x="3326" y="1691"/>
                  </a:cubicBezTo>
                  <a:cubicBezTo>
                    <a:pt x="3149" y="2237"/>
                    <a:pt x="3113" y="2818"/>
                    <a:pt x="3128" y="3392"/>
                  </a:cubicBezTo>
                  <a:cubicBezTo>
                    <a:pt x="2896" y="3168"/>
                    <a:pt x="2602" y="3066"/>
                    <a:pt x="2311" y="3066"/>
                  </a:cubicBezTo>
                  <a:cubicBezTo>
                    <a:pt x="2004" y="3066"/>
                    <a:pt x="1701" y="3178"/>
                    <a:pt x="1475" y="3378"/>
                  </a:cubicBezTo>
                  <a:cubicBezTo>
                    <a:pt x="1036" y="3761"/>
                    <a:pt x="873" y="4385"/>
                    <a:pt x="908" y="4966"/>
                  </a:cubicBezTo>
                  <a:cubicBezTo>
                    <a:pt x="944" y="5548"/>
                    <a:pt x="1149" y="6101"/>
                    <a:pt x="1362" y="6647"/>
                  </a:cubicBezTo>
                  <a:cubicBezTo>
                    <a:pt x="1071" y="6718"/>
                    <a:pt x="823" y="6824"/>
                    <a:pt x="703" y="7016"/>
                  </a:cubicBezTo>
                  <a:cubicBezTo>
                    <a:pt x="582" y="7207"/>
                    <a:pt x="582" y="7469"/>
                    <a:pt x="710" y="7661"/>
                  </a:cubicBezTo>
                  <a:cubicBezTo>
                    <a:pt x="626" y="7645"/>
                    <a:pt x="539" y="7631"/>
                    <a:pt x="454" y="7631"/>
                  </a:cubicBezTo>
                  <a:cubicBezTo>
                    <a:pt x="389" y="7631"/>
                    <a:pt x="325" y="7639"/>
                    <a:pt x="263" y="7661"/>
                  </a:cubicBezTo>
                  <a:cubicBezTo>
                    <a:pt x="121" y="7711"/>
                    <a:pt x="1" y="7867"/>
                    <a:pt x="36" y="8008"/>
                  </a:cubicBezTo>
                  <a:cubicBezTo>
                    <a:pt x="79" y="8193"/>
                    <a:pt x="313" y="8249"/>
                    <a:pt x="504" y="8264"/>
                  </a:cubicBezTo>
                  <a:cubicBezTo>
                    <a:pt x="792" y="8286"/>
                    <a:pt x="1081" y="8294"/>
                    <a:pt x="1370" y="8294"/>
                  </a:cubicBezTo>
                  <a:cubicBezTo>
                    <a:pt x="2516" y="8294"/>
                    <a:pt x="3665" y="8156"/>
                    <a:pt x="4814" y="8156"/>
                  </a:cubicBezTo>
                  <a:cubicBezTo>
                    <a:pt x="5063" y="8156"/>
                    <a:pt x="5311" y="8163"/>
                    <a:pt x="5560" y="8179"/>
                  </a:cubicBezTo>
                  <a:cubicBezTo>
                    <a:pt x="6650" y="8248"/>
                    <a:pt x="7716" y="8400"/>
                    <a:pt x="8762" y="8400"/>
                  </a:cubicBezTo>
                  <a:cubicBezTo>
                    <a:pt x="9329" y="8400"/>
                    <a:pt x="9890" y="8355"/>
                    <a:pt x="10445" y="8228"/>
                  </a:cubicBezTo>
                  <a:cubicBezTo>
                    <a:pt x="10892" y="8122"/>
                    <a:pt x="11339" y="7987"/>
                    <a:pt x="11707" y="7732"/>
                  </a:cubicBezTo>
                  <a:cubicBezTo>
                    <a:pt x="12083" y="7469"/>
                    <a:pt x="12381" y="7065"/>
                    <a:pt x="12409" y="6604"/>
                  </a:cubicBezTo>
                  <a:cubicBezTo>
                    <a:pt x="12445" y="6030"/>
                    <a:pt x="12027" y="5477"/>
                    <a:pt x="11488" y="5257"/>
                  </a:cubicBezTo>
                  <a:cubicBezTo>
                    <a:pt x="11274" y="5173"/>
                    <a:pt x="11047" y="5134"/>
                    <a:pt x="10818" y="5134"/>
                  </a:cubicBezTo>
                  <a:cubicBezTo>
                    <a:pt x="10469" y="5134"/>
                    <a:pt x="10117" y="5224"/>
                    <a:pt x="9800" y="5378"/>
                  </a:cubicBezTo>
                  <a:cubicBezTo>
                    <a:pt x="10318" y="4619"/>
                    <a:pt x="10644" y="3804"/>
                    <a:pt x="10601" y="2974"/>
                  </a:cubicBezTo>
                  <a:cubicBezTo>
                    <a:pt x="10559" y="2151"/>
                    <a:pt x="10084" y="1315"/>
                    <a:pt x="9325" y="996"/>
                  </a:cubicBezTo>
                  <a:cubicBezTo>
                    <a:pt x="9058" y="882"/>
                    <a:pt x="8775" y="836"/>
                    <a:pt x="8489" y="836"/>
                  </a:cubicBezTo>
                  <a:cubicBezTo>
                    <a:pt x="8076" y="836"/>
                    <a:pt x="7655" y="933"/>
                    <a:pt x="7262" y="1067"/>
                  </a:cubicBezTo>
                  <a:cubicBezTo>
                    <a:pt x="6900" y="556"/>
                    <a:pt x="6425" y="194"/>
                    <a:pt x="5893" y="60"/>
                  </a:cubicBezTo>
                  <a:cubicBezTo>
                    <a:pt x="5736" y="20"/>
                    <a:pt x="5575" y="1"/>
                    <a:pt x="54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51"/>
            <p:cNvSpPr/>
            <p:nvPr/>
          </p:nvSpPr>
          <p:spPr>
            <a:xfrm>
              <a:off x="3052946" y="2631126"/>
              <a:ext cx="671849" cy="695798"/>
            </a:xfrm>
            <a:custGeom>
              <a:avLst/>
              <a:gdLst/>
              <a:ahLst/>
              <a:cxnLst/>
              <a:rect l="l" t="t" r="r" b="b"/>
              <a:pathLst>
                <a:path w="21124" h="21877" extrusionOk="0">
                  <a:moveTo>
                    <a:pt x="20415" y="1"/>
                  </a:moveTo>
                  <a:cubicBezTo>
                    <a:pt x="17904" y="1"/>
                    <a:pt x="15459" y="1599"/>
                    <a:pt x="14458" y="3902"/>
                  </a:cubicBezTo>
                  <a:cubicBezTo>
                    <a:pt x="14252" y="3850"/>
                    <a:pt x="14039" y="3824"/>
                    <a:pt x="13827" y="3824"/>
                  </a:cubicBezTo>
                  <a:cubicBezTo>
                    <a:pt x="13229" y="3824"/>
                    <a:pt x="12636" y="4028"/>
                    <a:pt x="12217" y="4426"/>
                  </a:cubicBezTo>
                  <a:cubicBezTo>
                    <a:pt x="11643" y="4965"/>
                    <a:pt x="11416" y="5830"/>
                    <a:pt x="11636" y="6589"/>
                  </a:cubicBezTo>
                  <a:cubicBezTo>
                    <a:pt x="11526" y="6532"/>
                    <a:pt x="11407" y="6506"/>
                    <a:pt x="11288" y="6506"/>
                  </a:cubicBezTo>
                  <a:cubicBezTo>
                    <a:pt x="11024" y="6506"/>
                    <a:pt x="10756" y="6632"/>
                    <a:pt x="10565" y="6823"/>
                  </a:cubicBezTo>
                  <a:cubicBezTo>
                    <a:pt x="10289" y="7092"/>
                    <a:pt x="10168" y="7319"/>
                    <a:pt x="10033" y="7681"/>
                  </a:cubicBezTo>
                  <a:cubicBezTo>
                    <a:pt x="10012" y="7411"/>
                    <a:pt x="9991" y="7341"/>
                    <a:pt x="9906" y="7149"/>
                  </a:cubicBezTo>
                  <a:cubicBezTo>
                    <a:pt x="9830" y="6986"/>
                    <a:pt x="9660" y="6844"/>
                    <a:pt x="9479" y="6844"/>
                  </a:cubicBezTo>
                  <a:cubicBezTo>
                    <a:pt x="9456" y="6844"/>
                    <a:pt x="9433" y="6847"/>
                    <a:pt x="9409" y="6851"/>
                  </a:cubicBezTo>
                  <a:cubicBezTo>
                    <a:pt x="9168" y="6908"/>
                    <a:pt x="9062" y="7192"/>
                    <a:pt x="9062" y="7433"/>
                  </a:cubicBezTo>
                  <a:cubicBezTo>
                    <a:pt x="9062" y="7674"/>
                    <a:pt x="9140" y="7922"/>
                    <a:pt x="9105" y="8163"/>
                  </a:cubicBezTo>
                  <a:cubicBezTo>
                    <a:pt x="8752" y="8053"/>
                    <a:pt x="8390" y="8000"/>
                    <a:pt x="8032" y="8000"/>
                  </a:cubicBezTo>
                  <a:cubicBezTo>
                    <a:pt x="7028" y="8000"/>
                    <a:pt x="6051" y="8413"/>
                    <a:pt x="5382" y="9135"/>
                  </a:cubicBezTo>
                  <a:cubicBezTo>
                    <a:pt x="4474" y="10113"/>
                    <a:pt x="4169" y="11616"/>
                    <a:pt x="4630" y="12871"/>
                  </a:cubicBezTo>
                  <a:cubicBezTo>
                    <a:pt x="2851" y="13190"/>
                    <a:pt x="1390" y="14339"/>
                    <a:pt x="695" y="15857"/>
                  </a:cubicBezTo>
                  <a:cubicBezTo>
                    <a:pt x="0" y="17374"/>
                    <a:pt x="78" y="19225"/>
                    <a:pt x="908" y="20678"/>
                  </a:cubicBezTo>
                  <a:cubicBezTo>
                    <a:pt x="1163" y="21125"/>
                    <a:pt x="1482" y="21522"/>
                    <a:pt x="1851" y="21877"/>
                  </a:cubicBezTo>
                  <a:lnTo>
                    <a:pt x="21123" y="21877"/>
                  </a:lnTo>
                  <a:lnTo>
                    <a:pt x="21123" y="51"/>
                  </a:lnTo>
                  <a:cubicBezTo>
                    <a:pt x="20925" y="23"/>
                    <a:pt x="20719" y="9"/>
                    <a:pt x="20514" y="2"/>
                  </a:cubicBezTo>
                  <a:cubicBezTo>
                    <a:pt x="20481" y="1"/>
                    <a:pt x="20448" y="1"/>
                    <a:pt x="204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51"/>
            <p:cNvSpPr/>
            <p:nvPr/>
          </p:nvSpPr>
          <p:spPr>
            <a:xfrm>
              <a:off x="3185541" y="2902677"/>
              <a:ext cx="61829" cy="137843"/>
            </a:xfrm>
            <a:custGeom>
              <a:avLst/>
              <a:gdLst/>
              <a:ahLst/>
              <a:cxnLst/>
              <a:rect l="l" t="t" r="r" b="b"/>
              <a:pathLst>
                <a:path w="1944" h="4334" fill="none" extrusionOk="0">
                  <a:moveTo>
                    <a:pt x="1943" y="1"/>
                  </a:moveTo>
                  <a:cubicBezTo>
                    <a:pt x="1674" y="164"/>
                    <a:pt x="1433" y="363"/>
                    <a:pt x="1213" y="597"/>
                  </a:cubicBezTo>
                  <a:cubicBezTo>
                    <a:pt x="305" y="1575"/>
                    <a:pt x="0" y="3078"/>
                    <a:pt x="461" y="433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51"/>
            <p:cNvSpPr/>
            <p:nvPr/>
          </p:nvSpPr>
          <p:spPr>
            <a:xfrm>
              <a:off x="3392337" y="2758123"/>
              <a:ext cx="71307" cy="86859"/>
            </a:xfrm>
            <a:custGeom>
              <a:avLst/>
              <a:gdLst/>
              <a:ahLst/>
              <a:cxnLst/>
              <a:rect l="l" t="t" r="r" b="b"/>
              <a:pathLst>
                <a:path w="2242" h="2731" fill="none" extrusionOk="0">
                  <a:moveTo>
                    <a:pt x="2241" y="1"/>
                  </a:moveTo>
                  <a:cubicBezTo>
                    <a:pt x="1986" y="100"/>
                    <a:pt x="1745" y="242"/>
                    <a:pt x="1546" y="433"/>
                  </a:cubicBezTo>
                  <a:cubicBezTo>
                    <a:pt x="972" y="972"/>
                    <a:pt x="745" y="1837"/>
                    <a:pt x="965" y="2596"/>
                  </a:cubicBezTo>
                  <a:cubicBezTo>
                    <a:pt x="653" y="2433"/>
                    <a:pt x="277" y="2525"/>
                    <a:pt x="1" y="273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51"/>
            <p:cNvSpPr/>
            <p:nvPr/>
          </p:nvSpPr>
          <p:spPr>
            <a:xfrm>
              <a:off x="3568028" y="2630490"/>
              <a:ext cx="156767" cy="51206"/>
            </a:xfrm>
            <a:custGeom>
              <a:avLst/>
              <a:gdLst/>
              <a:ahLst/>
              <a:cxnLst/>
              <a:rect l="l" t="t" r="r" b="b"/>
              <a:pathLst>
                <a:path w="4929" h="1610" fill="none" extrusionOk="0">
                  <a:moveTo>
                    <a:pt x="4928" y="71"/>
                  </a:moveTo>
                  <a:cubicBezTo>
                    <a:pt x="4730" y="43"/>
                    <a:pt x="4524" y="29"/>
                    <a:pt x="4319" y="22"/>
                  </a:cubicBezTo>
                  <a:cubicBezTo>
                    <a:pt x="2751" y="0"/>
                    <a:pt x="1199" y="596"/>
                    <a:pt x="0" y="161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51"/>
            <p:cNvSpPr/>
            <p:nvPr/>
          </p:nvSpPr>
          <p:spPr>
            <a:xfrm>
              <a:off x="3052946" y="3094398"/>
              <a:ext cx="58871" cy="232526"/>
            </a:xfrm>
            <a:custGeom>
              <a:avLst/>
              <a:gdLst/>
              <a:ahLst/>
              <a:cxnLst/>
              <a:rect l="l" t="t" r="r" b="b"/>
              <a:pathLst>
                <a:path w="1851" h="7311" fill="none" extrusionOk="0">
                  <a:moveTo>
                    <a:pt x="1553" y="0"/>
                  </a:moveTo>
                  <a:cubicBezTo>
                    <a:pt x="1198" y="383"/>
                    <a:pt x="915" y="823"/>
                    <a:pt x="695" y="1291"/>
                  </a:cubicBezTo>
                  <a:cubicBezTo>
                    <a:pt x="0" y="2808"/>
                    <a:pt x="78" y="4659"/>
                    <a:pt x="908" y="6112"/>
                  </a:cubicBezTo>
                  <a:cubicBezTo>
                    <a:pt x="1163" y="6559"/>
                    <a:pt x="1482" y="6956"/>
                    <a:pt x="1851" y="731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51"/>
            <p:cNvSpPr/>
            <p:nvPr/>
          </p:nvSpPr>
          <p:spPr>
            <a:xfrm>
              <a:off x="3352199" y="3113544"/>
              <a:ext cx="53941" cy="52637"/>
            </a:xfrm>
            <a:custGeom>
              <a:avLst/>
              <a:gdLst/>
              <a:ahLst/>
              <a:cxnLst/>
              <a:rect l="l" t="t" r="r" b="b"/>
              <a:pathLst>
                <a:path w="1696" h="1655" extrusionOk="0">
                  <a:moveTo>
                    <a:pt x="902" y="1"/>
                  </a:moveTo>
                  <a:cubicBezTo>
                    <a:pt x="708" y="1"/>
                    <a:pt x="514" y="64"/>
                    <a:pt x="362" y="185"/>
                  </a:cubicBezTo>
                  <a:cubicBezTo>
                    <a:pt x="121" y="384"/>
                    <a:pt x="0" y="731"/>
                    <a:pt x="78" y="1036"/>
                  </a:cubicBezTo>
                  <a:cubicBezTo>
                    <a:pt x="156" y="1348"/>
                    <a:pt x="426" y="1596"/>
                    <a:pt x="738" y="1646"/>
                  </a:cubicBezTo>
                  <a:cubicBezTo>
                    <a:pt x="777" y="1652"/>
                    <a:pt x="816" y="1655"/>
                    <a:pt x="855" y="1655"/>
                  </a:cubicBezTo>
                  <a:cubicBezTo>
                    <a:pt x="1132" y="1655"/>
                    <a:pt x="1410" y="1506"/>
                    <a:pt x="1553" y="1270"/>
                  </a:cubicBezTo>
                  <a:cubicBezTo>
                    <a:pt x="1674" y="1064"/>
                    <a:pt x="1695" y="816"/>
                    <a:pt x="1631" y="589"/>
                  </a:cubicBezTo>
                  <a:cubicBezTo>
                    <a:pt x="1567" y="362"/>
                    <a:pt x="1426" y="157"/>
                    <a:pt x="1263" y="79"/>
                  </a:cubicBezTo>
                  <a:cubicBezTo>
                    <a:pt x="1149" y="26"/>
                    <a:pt x="1026" y="1"/>
                    <a:pt x="9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51"/>
            <p:cNvSpPr/>
            <p:nvPr/>
          </p:nvSpPr>
          <p:spPr>
            <a:xfrm>
              <a:off x="3373636" y="3132055"/>
              <a:ext cx="12881" cy="13994"/>
            </a:xfrm>
            <a:custGeom>
              <a:avLst/>
              <a:gdLst/>
              <a:ahLst/>
              <a:cxnLst/>
              <a:rect l="l" t="t" r="r" b="b"/>
              <a:pathLst>
                <a:path w="405" h="440" fill="none" extrusionOk="0">
                  <a:moveTo>
                    <a:pt x="262" y="50"/>
                  </a:moveTo>
                  <a:cubicBezTo>
                    <a:pt x="149" y="0"/>
                    <a:pt x="0" y="107"/>
                    <a:pt x="7" y="227"/>
                  </a:cubicBezTo>
                  <a:cubicBezTo>
                    <a:pt x="14" y="355"/>
                    <a:pt x="170" y="440"/>
                    <a:pt x="284" y="376"/>
                  </a:cubicBezTo>
                  <a:cubicBezTo>
                    <a:pt x="390" y="319"/>
                    <a:pt x="404" y="114"/>
                    <a:pt x="262" y="50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51"/>
            <p:cNvSpPr/>
            <p:nvPr/>
          </p:nvSpPr>
          <p:spPr>
            <a:xfrm>
              <a:off x="3557437" y="3059317"/>
              <a:ext cx="64755" cy="61447"/>
            </a:xfrm>
            <a:custGeom>
              <a:avLst/>
              <a:gdLst/>
              <a:ahLst/>
              <a:cxnLst/>
              <a:rect l="l" t="t" r="r" b="b"/>
              <a:pathLst>
                <a:path w="2036" h="1932" extrusionOk="0">
                  <a:moveTo>
                    <a:pt x="1042" y="0"/>
                  </a:moveTo>
                  <a:cubicBezTo>
                    <a:pt x="751" y="0"/>
                    <a:pt x="458" y="130"/>
                    <a:pt x="277" y="359"/>
                  </a:cubicBezTo>
                  <a:cubicBezTo>
                    <a:pt x="21" y="670"/>
                    <a:pt x="0" y="1146"/>
                    <a:pt x="213" y="1486"/>
                  </a:cubicBezTo>
                  <a:cubicBezTo>
                    <a:pt x="392" y="1763"/>
                    <a:pt x="716" y="1932"/>
                    <a:pt x="1040" y="1932"/>
                  </a:cubicBezTo>
                  <a:cubicBezTo>
                    <a:pt x="1115" y="1932"/>
                    <a:pt x="1189" y="1923"/>
                    <a:pt x="1262" y="1904"/>
                  </a:cubicBezTo>
                  <a:cubicBezTo>
                    <a:pt x="1652" y="1812"/>
                    <a:pt x="1957" y="1450"/>
                    <a:pt x="2000" y="1053"/>
                  </a:cubicBezTo>
                  <a:cubicBezTo>
                    <a:pt x="2035" y="656"/>
                    <a:pt x="1808" y="210"/>
                    <a:pt x="1354" y="54"/>
                  </a:cubicBezTo>
                  <a:cubicBezTo>
                    <a:pt x="1254" y="18"/>
                    <a:pt x="1148" y="0"/>
                    <a:pt x="10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51"/>
            <p:cNvSpPr/>
            <p:nvPr/>
          </p:nvSpPr>
          <p:spPr>
            <a:xfrm>
              <a:off x="3581545" y="3081517"/>
              <a:ext cx="13581" cy="13581"/>
            </a:xfrm>
            <a:custGeom>
              <a:avLst/>
              <a:gdLst/>
              <a:ahLst/>
              <a:cxnLst/>
              <a:rect l="l" t="t" r="r" b="b"/>
              <a:pathLst>
                <a:path w="427" h="427" fill="none" extrusionOk="0">
                  <a:moveTo>
                    <a:pt x="320" y="58"/>
                  </a:moveTo>
                  <a:cubicBezTo>
                    <a:pt x="242" y="1"/>
                    <a:pt x="114" y="22"/>
                    <a:pt x="57" y="107"/>
                  </a:cubicBezTo>
                  <a:cubicBezTo>
                    <a:pt x="1" y="185"/>
                    <a:pt x="15" y="313"/>
                    <a:pt x="100" y="370"/>
                  </a:cubicBezTo>
                  <a:cubicBezTo>
                    <a:pt x="178" y="426"/>
                    <a:pt x="299" y="412"/>
                    <a:pt x="362" y="334"/>
                  </a:cubicBezTo>
                  <a:cubicBezTo>
                    <a:pt x="426" y="256"/>
                    <a:pt x="419" y="121"/>
                    <a:pt x="320" y="5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51"/>
            <p:cNvSpPr/>
            <p:nvPr/>
          </p:nvSpPr>
          <p:spPr>
            <a:xfrm>
              <a:off x="3455025" y="2777684"/>
              <a:ext cx="54387" cy="53242"/>
            </a:xfrm>
            <a:custGeom>
              <a:avLst/>
              <a:gdLst/>
              <a:ahLst/>
              <a:cxnLst/>
              <a:rect l="l" t="t" r="r" b="b"/>
              <a:pathLst>
                <a:path w="1710" h="1674" extrusionOk="0">
                  <a:moveTo>
                    <a:pt x="809" y="1"/>
                  </a:moveTo>
                  <a:cubicBezTo>
                    <a:pt x="619" y="1"/>
                    <a:pt x="427" y="73"/>
                    <a:pt x="292" y="208"/>
                  </a:cubicBezTo>
                  <a:cubicBezTo>
                    <a:pt x="79" y="421"/>
                    <a:pt x="1" y="754"/>
                    <a:pt x="100" y="1045"/>
                  </a:cubicBezTo>
                  <a:cubicBezTo>
                    <a:pt x="192" y="1329"/>
                    <a:pt x="440" y="1556"/>
                    <a:pt x="724" y="1641"/>
                  </a:cubicBezTo>
                  <a:cubicBezTo>
                    <a:pt x="805" y="1662"/>
                    <a:pt x="890" y="1674"/>
                    <a:pt x="974" y="1674"/>
                  </a:cubicBezTo>
                  <a:cubicBezTo>
                    <a:pt x="1089" y="1674"/>
                    <a:pt x="1203" y="1651"/>
                    <a:pt x="1306" y="1598"/>
                  </a:cubicBezTo>
                  <a:cubicBezTo>
                    <a:pt x="1561" y="1463"/>
                    <a:pt x="1710" y="1151"/>
                    <a:pt x="1681" y="861"/>
                  </a:cubicBezTo>
                  <a:cubicBezTo>
                    <a:pt x="1653" y="570"/>
                    <a:pt x="1497" y="265"/>
                    <a:pt x="1121" y="74"/>
                  </a:cubicBezTo>
                  <a:cubicBezTo>
                    <a:pt x="1026" y="24"/>
                    <a:pt x="918" y="1"/>
                    <a:pt x="8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51"/>
            <p:cNvSpPr/>
            <p:nvPr/>
          </p:nvSpPr>
          <p:spPr>
            <a:xfrm>
              <a:off x="3475571" y="2795335"/>
              <a:ext cx="15362" cy="16729"/>
            </a:xfrm>
            <a:custGeom>
              <a:avLst/>
              <a:gdLst/>
              <a:ahLst/>
              <a:cxnLst/>
              <a:rect l="l" t="t" r="r" b="b"/>
              <a:pathLst>
                <a:path w="483" h="526" fill="none" extrusionOk="0">
                  <a:moveTo>
                    <a:pt x="312" y="57"/>
                  </a:moveTo>
                  <a:cubicBezTo>
                    <a:pt x="170" y="1"/>
                    <a:pt x="0" y="128"/>
                    <a:pt x="7" y="277"/>
                  </a:cubicBezTo>
                  <a:cubicBezTo>
                    <a:pt x="21" y="426"/>
                    <a:pt x="213" y="525"/>
                    <a:pt x="340" y="447"/>
                  </a:cubicBezTo>
                  <a:cubicBezTo>
                    <a:pt x="468" y="369"/>
                    <a:pt x="482" y="128"/>
                    <a:pt x="312" y="57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51"/>
            <p:cNvSpPr/>
            <p:nvPr/>
          </p:nvSpPr>
          <p:spPr>
            <a:xfrm>
              <a:off x="3613128" y="2772817"/>
              <a:ext cx="53019" cy="50316"/>
            </a:xfrm>
            <a:custGeom>
              <a:avLst/>
              <a:gdLst/>
              <a:ahLst/>
              <a:cxnLst/>
              <a:rect l="l" t="t" r="r" b="b"/>
              <a:pathLst>
                <a:path w="1667" h="1582" extrusionOk="0">
                  <a:moveTo>
                    <a:pt x="874" y="1"/>
                  </a:moveTo>
                  <a:cubicBezTo>
                    <a:pt x="660" y="1"/>
                    <a:pt x="444" y="81"/>
                    <a:pt x="291" y="234"/>
                  </a:cubicBezTo>
                  <a:cubicBezTo>
                    <a:pt x="64" y="468"/>
                    <a:pt x="0" y="851"/>
                    <a:pt x="149" y="1148"/>
                  </a:cubicBezTo>
                  <a:cubicBezTo>
                    <a:pt x="276" y="1407"/>
                    <a:pt x="565" y="1582"/>
                    <a:pt x="857" y="1582"/>
                  </a:cubicBezTo>
                  <a:cubicBezTo>
                    <a:pt x="893" y="1582"/>
                    <a:pt x="929" y="1579"/>
                    <a:pt x="965" y="1574"/>
                  </a:cubicBezTo>
                  <a:cubicBezTo>
                    <a:pt x="1291" y="1531"/>
                    <a:pt x="1567" y="1255"/>
                    <a:pt x="1617" y="929"/>
                  </a:cubicBezTo>
                  <a:cubicBezTo>
                    <a:pt x="1667" y="602"/>
                    <a:pt x="1511" y="212"/>
                    <a:pt x="1206" y="71"/>
                  </a:cubicBezTo>
                  <a:cubicBezTo>
                    <a:pt x="1102" y="24"/>
                    <a:pt x="988" y="1"/>
                    <a:pt x="8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51"/>
            <p:cNvSpPr/>
            <p:nvPr/>
          </p:nvSpPr>
          <p:spPr>
            <a:xfrm>
              <a:off x="3635232" y="2791296"/>
              <a:ext cx="13772" cy="15362"/>
            </a:xfrm>
            <a:custGeom>
              <a:avLst/>
              <a:gdLst/>
              <a:ahLst/>
              <a:cxnLst/>
              <a:rect l="l" t="t" r="r" b="b"/>
              <a:pathLst>
                <a:path w="433" h="483" fill="none" extrusionOk="0">
                  <a:moveTo>
                    <a:pt x="327" y="92"/>
                  </a:moveTo>
                  <a:cubicBezTo>
                    <a:pt x="433" y="177"/>
                    <a:pt x="412" y="369"/>
                    <a:pt x="284" y="426"/>
                  </a:cubicBezTo>
                  <a:cubicBezTo>
                    <a:pt x="163" y="482"/>
                    <a:pt x="0" y="369"/>
                    <a:pt x="15" y="234"/>
                  </a:cubicBezTo>
                  <a:cubicBezTo>
                    <a:pt x="22" y="99"/>
                    <a:pt x="206" y="0"/>
                    <a:pt x="327" y="92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51"/>
            <p:cNvSpPr/>
            <p:nvPr/>
          </p:nvSpPr>
          <p:spPr>
            <a:xfrm>
              <a:off x="3109750" y="3191975"/>
              <a:ext cx="53051" cy="50411"/>
            </a:xfrm>
            <a:custGeom>
              <a:avLst/>
              <a:gdLst/>
              <a:ahLst/>
              <a:cxnLst/>
              <a:rect l="l" t="t" r="r" b="b"/>
              <a:pathLst>
                <a:path w="1668" h="1585" extrusionOk="0">
                  <a:moveTo>
                    <a:pt x="875" y="0"/>
                  </a:moveTo>
                  <a:cubicBezTo>
                    <a:pt x="660" y="0"/>
                    <a:pt x="444" y="84"/>
                    <a:pt x="292" y="236"/>
                  </a:cubicBezTo>
                  <a:cubicBezTo>
                    <a:pt x="65" y="470"/>
                    <a:pt x="1" y="853"/>
                    <a:pt x="143" y="1151"/>
                  </a:cubicBezTo>
                  <a:cubicBezTo>
                    <a:pt x="275" y="1410"/>
                    <a:pt x="565" y="1585"/>
                    <a:pt x="853" y="1585"/>
                  </a:cubicBezTo>
                  <a:cubicBezTo>
                    <a:pt x="888" y="1585"/>
                    <a:pt x="923" y="1582"/>
                    <a:pt x="958" y="1576"/>
                  </a:cubicBezTo>
                  <a:cubicBezTo>
                    <a:pt x="1284" y="1527"/>
                    <a:pt x="1568" y="1257"/>
                    <a:pt x="1618" y="931"/>
                  </a:cubicBezTo>
                  <a:cubicBezTo>
                    <a:pt x="1667" y="605"/>
                    <a:pt x="1511" y="215"/>
                    <a:pt x="1206" y="73"/>
                  </a:cubicBezTo>
                  <a:cubicBezTo>
                    <a:pt x="1103" y="24"/>
                    <a:pt x="989" y="0"/>
                    <a:pt x="8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51"/>
            <p:cNvSpPr/>
            <p:nvPr/>
          </p:nvSpPr>
          <p:spPr>
            <a:xfrm>
              <a:off x="3131854" y="3210295"/>
              <a:ext cx="13803" cy="15584"/>
            </a:xfrm>
            <a:custGeom>
              <a:avLst/>
              <a:gdLst/>
              <a:ahLst/>
              <a:cxnLst/>
              <a:rect l="l" t="t" r="r" b="b"/>
              <a:pathLst>
                <a:path w="434" h="490" fill="none" extrusionOk="0">
                  <a:moveTo>
                    <a:pt x="327" y="100"/>
                  </a:moveTo>
                  <a:cubicBezTo>
                    <a:pt x="433" y="178"/>
                    <a:pt x="405" y="376"/>
                    <a:pt x="284" y="433"/>
                  </a:cubicBezTo>
                  <a:cubicBezTo>
                    <a:pt x="164" y="490"/>
                    <a:pt x="1" y="376"/>
                    <a:pt x="8" y="242"/>
                  </a:cubicBezTo>
                  <a:cubicBezTo>
                    <a:pt x="15" y="107"/>
                    <a:pt x="199" y="1"/>
                    <a:pt x="327" y="100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51"/>
            <p:cNvSpPr/>
            <p:nvPr/>
          </p:nvSpPr>
          <p:spPr>
            <a:xfrm>
              <a:off x="3509825" y="2852584"/>
              <a:ext cx="122958" cy="123690"/>
            </a:xfrm>
            <a:custGeom>
              <a:avLst/>
              <a:gdLst/>
              <a:ahLst/>
              <a:cxnLst/>
              <a:rect l="l" t="t" r="r" b="b"/>
              <a:pathLst>
                <a:path w="3866" h="3889" extrusionOk="0">
                  <a:moveTo>
                    <a:pt x="2108" y="1"/>
                  </a:moveTo>
                  <a:cubicBezTo>
                    <a:pt x="2065" y="1"/>
                    <a:pt x="2020" y="12"/>
                    <a:pt x="1979" y="30"/>
                  </a:cubicBezTo>
                  <a:cubicBezTo>
                    <a:pt x="1901" y="73"/>
                    <a:pt x="1844" y="129"/>
                    <a:pt x="1795" y="200"/>
                  </a:cubicBezTo>
                  <a:cubicBezTo>
                    <a:pt x="1596" y="463"/>
                    <a:pt x="1532" y="824"/>
                    <a:pt x="1603" y="1172"/>
                  </a:cubicBezTo>
                  <a:cubicBezTo>
                    <a:pt x="1476" y="1058"/>
                    <a:pt x="1348" y="945"/>
                    <a:pt x="1199" y="867"/>
                  </a:cubicBezTo>
                  <a:cubicBezTo>
                    <a:pt x="1087" y="808"/>
                    <a:pt x="962" y="769"/>
                    <a:pt x="837" y="769"/>
                  </a:cubicBezTo>
                  <a:cubicBezTo>
                    <a:pt x="797" y="769"/>
                    <a:pt x="757" y="773"/>
                    <a:pt x="717" y="782"/>
                  </a:cubicBezTo>
                  <a:cubicBezTo>
                    <a:pt x="547" y="817"/>
                    <a:pt x="405" y="952"/>
                    <a:pt x="377" y="1115"/>
                  </a:cubicBezTo>
                  <a:cubicBezTo>
                    <a:pt x="355" y="1257"/>
                    <a:pt x="426" y="1399"/>
                    <a:pt x="526" y="1505"/>
                  </a:cubicBezTo>
                  <a:cubicBezTo>
                    <a:pt x="632" y="1604"/>
                    <a:pt x="760" y="1675"/>
                    <a:pt x="852" y="1817"/>
                  </a:cubicBezTo>
                  <a:cubicBezTo>
                    <a:pt x="547" y="1952"/>
                    <a:pt x="221" y="2108"/>
                    <a:pt x="79" y="2413"/>
                  </a:cubicBezTo>
                  <a:cubicBezTo>
                    <a:pt x="1" y="2576"/>
                    <a:pt x="8" y="2796"/>
                    <a:pt x="150" y="2909"/>
                  </a:cubicBezTo>
                  <a:cubicBezTo>
                    <a:pt x="213" y="2956"/>
                    <a:pt x="294" y="2975"/>
                    <a:pt x="377" y="2975"/>
                  </a:cubicBezTo>
                  <a:cubicBezTo>
                    <a:pt x="444" y="2975"/>
                    <a:pt x="512" y="2963"/>
                    <a:pt x="575" y="2944"/>
                  </a:cubicBezTo>
                  <a:cubicBezTo>
                    <a:pt x="788" y="2888"/>
                    <a:pt x="986" y="2781"/>
                    <a:pt x="1185" y="2675"/>
                  </a:cubicBezTo>
                  <a:lnTo>
                    <a:pt x="1185" y="2675"/>
                  </a:lnTo>
                  <a:cubicBezTo>
                    <a:pt x="1036" y="2902"/>
                    <a:pt x="930" y="3157"/>
                    <a:pt x="873" y="3427"/>
                  </a:cubicBezTo>
                  <a:cubicBezTo>
                    <a:pt x="852" y="3519"/>
                    <a:pt x="838" y="3618"/>
                    <a:pt x="873" y="3710"/>
                  </a:cubicBezTo>
                  <a:cubicBezTo>
                    <a:pt x="926" y="3827"/>
                    <a:pt x="1050" y="3888"/>
                    <a:pt x="1174" y="3888"/>
                  </a:cubicBezTo>
                  <a:cubicBezTo>
                    <a:pt x="1216" y="3888"/>
                    <a:pt x="1259" y="3881"/>
                    <a:pt x="1298" y="3866"/>
                  </a:cubicBezTo>
                  <a:cubicBezTo>
                    <a:pt x="1454" y="3802"/>
                    <a:pt x="1568" y="3661"/>
                    <a:pt x="1632" y="3512"/>
                  </a:cubicBezTo>
                  <a:cubicBezTo>
                    <a:pt x="1696" y="3356"/>
                    <a:pt x="1724" y="3193"/>
                    <a:pt x="1759" y="3044"/>
                  </a:cubicBezTo>
                  <a:cubicBezTo>
                    <a:pt x="1830" y="3200"/>
                    <a:pt x="1852" y="3384"/>
                    <a:pt x="1922" y="3547"/>
                  </a:cubicBezTo>
                  <a:cubicBezTo>
                    <a:pt x="1986" y="3710"/>
                    <a:pt x="2121" y="3866"/>
                    <a:pt x="2291" y="3887"/>
                  </a:cubicBezTo>
                  <a:cubicBezTo>
                    <a:pt x="2300" y="3888"/>
                    <a:pt x="2309" y="3889"/>
                    <a:pt x="2319" y="3889"/>
                  </a:cubicBezTo>
                  <a:cubicBezTo>
                    <a:pt x="2479" y="3889"/>
                    <a:pt x="2628" y="3773"/>
                    <a:pt x="2688" y="3625"/>
                  </a:cubicBezTo>
                  <a:cubicBezTo>
                    <a:pt x="2759" y="3476"/>
                    <a:pt x="2738" y="3292"/>
                    <a:pt x="2674" y="3136"/>
                  </a:cubicBezTo>
                  <a:cubicBezTo>
                    <a:pt x="2617" y="2980"/>
                    <a:pt x="2511" y="2838"/>
                    <a:pt x="2440" y="2618"/>
                  </a:cubicBezTo>
                  <a:lnTo>
                    <a:pt x="2440" y="2618"/>
                  </a:lnTo>
                  <a:cubicBezTo>
                    <a:pt x="2623" y="2720"/>
                    <a:pt x="2833" y="2796"/>
                    <a:pt x="3043" y="2796"/>
                  </a:cubicBezTo>
                  <a:cubicBezTo>
                    <a:pt x="3053" y="2796"/>
                    <a:pt x="3062" y="2796"/>
                    <a:pt x="3071" y="2796"/>
                  </a:cubicBezTo>
                  <a:cubicBezTo>
                    <a:pt x="3298" y="2796"/>
                    <a:pt x="3525" y="2710"/>
                    <a:pt x="3667" y="2540"/>
                  </a:cubicBezTo>
                  <a:cubicBezTo>
                    <a:pt x="3809" y="2370"/>
                    <a:pt x="3865" y="2115"/>
                    <a:pt x="3766" y="1916"/>
                  </a:cubicBezTo>
                  <a:cubicBezTo>
                    <a:pt x="3681" y="1726"/>
                    <a:pt x="3463" y="1609"/>
                    <a:pt x="3201" y="1609"/>
                  </a:cubicBezTo>
                  <a:cubicBezTo>
                    <a:pt x="3179" y="1609"/>
                    <a:pt x="3157" y="1610"/>
                    <a:pt x="3135" y="1611"/>
                  </a:cubicBezTo>
                  <a:cubicBezTo>
                    <a:pt x="3383" y="1441"/>
                    <a:pt x="3560" y="1172"/>
                    <a:pt x="3617" y="874"/>
                  </a:cubicBezTo>
                  <a:cubicBezTo>
                    <a:pt x="3638" y="739"/>
                    <a:pt x="3631" y="583"/>
                    <a:pt x="3532" y="498"/>
                  </a:cubicBezTo>
                  <a:cubicBezTo>
                    <a:pt x="3480" y="449"/>
                    <a:pt x="3413" y="430"/>
                    <a:pt x="3342" y="430"/>
                  </a:cubicBezTo>
                  <a:cubicBezTo>
                    <a:pt x="3258" y="430"/>
                    <a:pt x="3169" y="457"/>
                    <a:pt x="3092" y="491"/>
                  </a:cubicBezTo>
                  <a:cubicBezTo>
                    <a:pt x="2816" y="619"/>
                    <a:pt x="2575" y="824"/>
                    <a:pt x="2419" y="1087"/>
                  </a:cubicBezTo>
                  <a:cubicBezTo>
                    <a:pt x="2476" y="782"/>
                    <a:pt x="2461" y="512"/>
                    <a:pt x="2376" y="257"/>
                  </a:cubicBezTo>
                  <a:cubicBezTo>
                    <a:pt x="2348" y="165"/>
                    <a:pt x="2305" y="73"/>
                    <a:pt x="2220" y="30"/>
                  </a:cubicBezTo>
                  <a:cubicBezTo>
                    <a:pt x="2186" y="10"/>
                    <a:pt x="2148" y="1"/>
                    <a:pt x="2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51"/>
            <p:cNvSpPr/>
            <p:nvPr/>
          </p:nvSpPr>
          <p:spPr>
            <a:xfrm>
              <a:off x="3558773" y="2909452"/>
              <a:ext cx="18988" cy="18065"/>
            </a:xfrm>
            <a:custGeom>
              <a:avLst/>
              <a:gdLst/>
              <a:ahLst/>
              <a:cxnLst/>
              <a:rect l="l" t="t" r="r" b="b"/>
              <a:pathLst>
                <a:path w="597" h="568" fill="none" extrusionOk="0">
                  <a:moveTo>
                    <a:pt x="461" y="86"/>
                  </a:moveTo>
                  <a:cubicBezTo>
                    <a:pt x="362" y="1"/>
                    <a:pt x="199" y="8"/>
                    <a:pt x="107" y="93"/>
                  </a:cubicBezTo>
                  <a:cubicBezTo>
                    <a:pt x="8" y="185"/>
                    <a:pt x="1" y="348"/>
                    <a:pt x="79" y="447"/>
                  </a:cubicBezTo>
                  <a:cubicBezTo>
                    <a:pt x="164" y="547"/>
                    <a:pt x="327" y="568"/>
                    <a:pt x="433" y="483"/>
                  </a:cubicBezTo>
                  <a:cubicBezTo>
                    <a:pt x="532" y="405"/>
                    <a:pt x="596" y="192"/>
                    <a:pt x="461" y="86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51"/>
            <p:cNvSpPr/>
            <p:nvPr/>
          </p:nvSpPr>
          <p:spPr>
            <a:xfrm>
              <a:off x="3392783" y="2951848"/>
              <a:ext cx="117074" cy="116406"/>
            </a:xfrm>
            <a:custGeom>
              <a:avLst/>
              <a:gdLst/>
              <a:ahLst/>
              <a:cxnLst/>
              <a:rect l="l" t="t" r="r" b="b"/>
              <a:pathLst>
                <a:path w="3681" h="3660" extrusionOk="0">
                  <a:moveTo>
                    <a:pt x="1531" y="0"/>
                  </a:moveTo>
                  <a:cubicBezTo>
                    <a:pt x="1440" y="0"/>
                    <a:pt x="1350" y="25"/>
                    <a:pt x="1277" y="79"/>
                  </a:cubicBezTo>
                  <a:cubicBezTo>
                    <a:pt x="1164" y="164"/>
                    <a:pt x="1107" y="298"/>
                    <a:pt x="1079" y="433"/>
                  </a:cubicBezTo>
                  <a:cubicBezTo>
                    <a:pt x="1022" y="752"/>
                    <a:pt x="1121" y="1078"/>
                    <a:pt x="1206" y="1412"/>
                  </a:cubicBezTo>
                  <a:cubicBezTo>
                    <a:pt x="1057" y="1348"/>
                    <a:pt x="901" y="1284"/>
                    <a:pt x="738" y="1256"/>
                  </a:cubicBezTo>
                  <a:cubicBezTo>
                    <a:pt x="682" y="1246"/>
                    <a:pt x="625" y="1241"/>
                    <a:pt x="568" y="1241"/>
                  </a:cubicBezTo>
                  <a:cubicBezTo>
                    <a:pt x="458" y="1241"/>
                    <a:pt x="349" y="1261"/>
                    <a:pt x="256" y="1312"/>
                  </a:cubicBezTo>
                  <a:cubicBezTo>
                    <a:pt x="107" y="1390"/>
                    <a:pt x="1" y="1546"/>
                    <a:pt x="1" y="1717"/>
                  </a:cubicBezTo>
                  <a:cubicBezTo>
                    <a:pt x="8" y="1887"/>
                    <a:pt x="143" y="2043"/>
                    <a:pt x="299" y="2121"/>
                  </a:cubicBezTo>
                  <a:cubicBezTo>
                    <a:pt x="455" y="2206"/>
                    <a:pt x="632" y="2227"/>
                    <a:pt x="802" y="2256"/>
                  </a:cubicBezTo>
                  <a:cubicBezTo>
                    <a:pt x="674" y="2376"/>
                    <a:pt x="540" y="2497"/>
                    <a:pt x="447" y="2638"/>
                  </a:cubicBezTo>
                  <a:cubicBezTo>
                    <a:pt x="348" y="2787"/>
                    <a:pt x="284" y="2965"/>
                    <a:pt x="313" y="3135"/>
                  </a:cubicBezTo>
                  <a:cubicBezTo>
                    <a:pt x="334" y="3312"/>
                    <a:pt x="462" y="3475"/>
                    <a:pt x="632" y="3518"/>
                  </a:cubicBezTo>
                  <a:cubicBezTo>
                    <a:pt x="655" y="3522"/>
                    <a:pt x="678" y="3524"/>
                    <a:pt x="701" y="3524"/>
                  </a:cubicBezTo>
                  <a:cubicBezTo>
                    <a:pt x="841" y="3524"/>
                    <a:pt x="977" y="3455"/>
                    <a:pt x="1093" y="3376"/>
                  </a:cubicBezTo>
                  <a:cubicBezTo>
                    <a:pt x="1327" y="3199"/>
                    <a:pt x="1511" y="2950"/>
                    <a:pt x="1632" y="2667"/>
                  </a:cubicBezTo>
                  <a:lnTo>
                    <a:pt x="1632" y="2667"/>
                  </a:lnTo>
                  <a:cubicBezTo>
                    <a:pt x="1625" y="2950"/>
                    <a:pt x="1717" y="3241"/>
                    <a:pt x="1901" y="3461"/>
                  </a:cubicBezTo>
                  <a:cubicBezTo>
                    <a:pt x="1983" y="3564"/>
                    <a:pt x="2099" y="3660"/>
                    <a:pt x="2228" y="3660"/>
                  </a:cubicBezTo>
                  <a:cubicBezTo>
                    <a:pt x="2232" y="3660"/>
                    <a:pt x="2237" y="3660"/>
                    <a:pt x="2241" y="3660"/>
                  </a:cubicBezTo>
                  <a:cubicBezTo>
                    <a:pt x="2355" y="3660"/>
                    <a:pt x="2461" y="3582"/>
                    <a:pt x="2518" y="3489"/>
                  </a:cubicBezTo>
                  <a:cubicBezTo>
                    <a:pt x="2575" y="3390"/>
                    <a:pt x="2589" y="3270"/>
                    <a:pt x="2589" y="3156"/>
                  </a:cubicBezTo>
                  <a:cubicBezTo>
                    <a:pt x="2582" y="2894"/>
                    <a:pt x="2475" y="2638"/>
                    <a:pt x="2284" y="2468"/>
                  </a:cubicBezTo>
                  <a:lnTo>
                    <a:pt x="2284" y="2468"/>
                  </a:lnTo>
                  <a:cubicBezTo>
                    <a:pt x="2426" y="2560"/>
                    <a:pt x="2568" y="2653"/>
                    <a:pt x="2724" y="2716"/>
                  </a:cubicBezTo>
                  <a:cubicBezTo>
                    <a:pt x="2821" y="2756"/>
                    <a:pt x="2926" y="2779"/>
                    <a:pt x="3031" y="2779"/>
                  </a:cubicBezTo>
                  <a:cubicBezTo>
                    <a:pt x="3094" y="2779"/>
                    <a:pt x="3158" y="2771"/>
                    <a:pt x="3220" y="2752"/>
                  </a:cubicBezTo>
                  <a:cubicBezTo>
                    <a:pt x="3376" y="2702"/>
                    <a:pt x="3518" y="2575"/>
                    <a:pt x="3546" y="2404"/>
                  </a:cubicBezTo>
                  <a:cubicBezTo>
                    <a:pt x="3575" y="2241"/>
                    <a:pt x="3489" y="2071"/>
                    <a:pt x="3362" y="1965"/>
                  </a:cubicBezTo>
                  <a:cubicBezTo>
                    <a:pt x="3234" y="1858"/>
                    <a:pt x="3071" y="1802"/>
                    <a:pt x="2858" y="1752"/>
                  </a:cubicBezTo>
                  <a:cubicBezTo>
                    <a:pt x="3170" y="1617"/>
                    <a:pt x="3433" y="1376"/>
                    <a:pt x="3582" y="1071"/>
                  </a:cubicBezTo>
                  <a:cubicBezTo>
                    <a:pt x="3638" y="958"/>
                    <a:pt x="3681" y="830"/>
                    <a:pt x="3638" y="710"/>
                  </a:cubicBezTo>
                  <a:cubicBezTo>
                    <a:pt x="3603" y="610"/>
                    <a:pt x="3518" y="540"/>
                    <a:pt x="3419" y="504"/>
                  </a:cubicBezTo>
                  <a:cubicBezTo>
                    <a:pt x="3356" y="480"/>
                    <a:pt x="3286" y="469"/>
                    <a:pt x="3214" y="469"/>
                  </a:cubicBezTo>
                  <a:cubicBezTo>
                    <a:pt x="3181" y="469"/>
                    <a:pt x="3147" y="471"/>
                    <a:pt x="3114" y="476"/>
                  </a:cubicBezTo>
                  <a:cubicBezTo>
                    <a:pt x="2787" y="504"/>
                    <a:pt x="2475" y="653"/>
                    <a:pt x="2249" y="894"/>
                  </a:cubicBezTo>
                  <a:cubicBezTo>
                    <a:pt x="2213" y="738"/>
                    <a:pt x="2171" y="575"/>
                    <a:pt x="2100" y="419"/>
                  </a:cubicBezTo>
                  <a:cubicBezTo>
                    <a:pt x="2022" y="270"/>
                    <a:pt x="1908" y="128"/>
                    <a:pt x="1759" y="50"/>
                  </a:cubicBezTo>
                  <a:cubicBezTo>
                    <a:pt x="1688" y="18"/>
                    <a:pt x="1609" y="0"/>
                    <a:pt x="15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51"/>
            <p:cNvSpPr/>
            <p:nvPr/>
          </p:nvSpPr>
          <p:spPr>
            <a:xfrm>
              <a:off x="3447805" y="2996947"/>
              <a:ext cx="18988" cy="17843"/>
            </a:xfrm>
            <a:custGeom>
              <a:avLst/>
              <a:gdLst/>
              <a:ahLst/>
              <a:cxnLst/>
              <a:rect l="l" t="t" r="r" b="b"/>
              <a:pathLst>
                <a:path w="597" h="561" fill="none" extrusionOk="0">
                  <a:moveTo>
                    <a:pt x="462" y="79"/>
                  </a:moveTo>
                  <a:cubicBezTo>
                    <a:pt x="363" y="1"/>
                    <a:pt x="199" y="1"/>
                    <a:pt x="107" y="93"/>
                  </a:cubicBezTo>
                  <a:cubicBezTo>
                    <a:pt x="15" y="178"/>
                    <a:pt x="1" y="341"/>
                    <a:pt x="86" y="448"/>
                  </a:cubicBezTo>
                  <a:cubicBezTo>
                    <a:pt x="164" y="547"/>
                    <a:pt x="334" y="561"/>
                    <a:pt x="433" y="483"/>
                  </a:cubicBezTo>
                  <a:cubicBezTo>
                    <a:pt x="533" y="398"/>
                    <a:pt x="597" y="192"/>
                    <a:pt x="462" y="79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51"/>
            <p:cNvSpPr/>
            <p:nvPr/>
          </p:nvSpPr>
          <p:spPr>
            <a:xfrm>
              <a:off x="3236270" y="2870936"/>
              <a:ext cx="119555" cy="122258"/>
            </a:xfrm>
            <a:custGeom>
              <a:avLst/>
              <a:gdLst/>
              <a:ahLst/>
              <a:cxnLst/>
              <a:rect l="l" t="t" r="r" b="b"/>
              <a:pathLst>
                <a:path w="3759" h="3844" extrusionOk="0">
                  <a:moveTo>
                    <a:pt x="2329" y="1"/>
                  </a:moveTo>
                  <a:cubicBezTo>
                    <a:pt x="2204" y="1"/>
                    <a:pt x="2075" y="53"/>
                    <a:pt x="1979" y="134"/>
                  </a:cubicBezTo>
                  <a:cubicBezTo>
                    <a:pt x="1844" y="247"/>
                    <a:pt x="1759" y="410"/>
                    <a:pt x="1717" y="588"/>
                  </a:cubicBezTo>
                  <a:cubicBezTo>
                    <a:pt x="1674" y="758"/>
                    <a:pt x="1667" y="942"/>
                    <a:pt x="1674" y="1134"/>
                  </a:cubicBezTo>
                  <a:cubicBezTo>
                    <a:pt x="1547" y="992"/>
                    <a:pt x="1447" y="836"/>
                    <a:pt x="1320" y="694"/>
                  </a:cubicBezTo>
                  <a:cubicBezTo>
                    <a:pt x="1199" y="552"/>
                    <a:pt x="1036" y="425"/>
                    <a:pt x="852" y="389"/>
                  </a:cubicBezTo>
                  <a:cubicBezTo>
                    <a:pt x="828" y="386"/>
                    <a:pt x="804" y="384"/>
                    <a:pt x="780" y="384"/>
                  </a:cubicBezTo>
                  <a:cubicBezTo>
                    <a:pt x="614" y="384"/>
                    <a:pt x="439" y="468"/>
                    <a:pt x="377" y="623"/>
                  </a:cubicBezTo>
                  <a:cubicBezTo>
                    <a:pt x="334" y="729"/>
                    <a:pt x="355" y="857"/>
                    <a:pt x="391" y="971"/>
                  </a:cubicBezTo>
                  <a:cubicBezTo>
                    <a:pt x="476" y="1254"/>
                    <a:pt x="682" y="1502"/>
                    <a:pt x="986" y="1665"/>
                  </a:cubicBezTo>
                  <a:cubicBezTo>
                    <a:pt x="915" y="1647"/>
                    <a:pt x="843" y="1638"/>
                    <a:pt x="770" y="1638"/>
                  </a:cubicBezTo>
                  <a:cubicBezTo>
                    <a:pt x="559" y="1638"/>
                    <a:pt x="350" y="1713"/>
                    <a:pt x="192" y="1850"/>
                  </a:cubicBezTo>
                  <a:cubicBezTo>
                    <a:pt x="86" y="1942"/>
                    <a:pt x="1" y="2077"/>
                    <a:pt x="15" y="2219"/>
                  </a:cubicBezTo>
                  <a:cubicBezTo>
                    <a:pt x="29" y="2353"/>
                    <a:pt x="150" y="2467"/>
                    <a:pt x="277" y="2509"/>
                  </a:cubicBezTo>
                  <a:cubicBezTo>
                    <a:pt x="342" y="2533"/>
                    <a:pt x="408" y="2542"/>
                    <a:pt x="474" y="2542"/>
                  </a:cubicBezTo>
                  <a:cubicBezTo>
                    <a:pt x="546" y="2542"/>
                    <a:pt x="618" y="2531"/>
                    <a:pt x="689" y="2516"/>
                  </a:cubicBezTo>
                  <a:cubicBezTo>
                    <a:pt x="830" y="2495"/>
                    <a:pt x="965" y="2453"/>
                    <a:pt x="1142" y="2424"/>
                  </a:cubicBezTo>
                  <a:lnTo>
                    <a:pt x="1142" y="2424"/>
                  </a:lnTo>
                  <a:cubicBezTo>
                    <a:pt x="1001" y="2531"/>
                    <a:pt x="859" y="2637"/>
                    <a:pt x="760" y="2779"/>
                  </a:cubicBezTo>
                  <a:cubicBezTo>
                    <a:pt x="653" y="2920"/>
                    <a:pt x="582" y="3091"/>
                    <a:pt x="596" y="3261"/>
                  </a:cubicBezTo>
                  <a:cubicBezTo>
                    <a:pt x="611" y="3438"/>
                    <a:pt x="717" y="3608"/>
                    <a:pt x="880" y="3665"/>
                  </a:cubicBezTo>
                  <a:cubicBezTo>
                    <a:pt x="925" y="3681"/>
                    <a:pt x="971" y="3688"/>
                    <a:pt x="1017" y="3688"/>
                  </a:cubicBezTo>
                  <a:cubicBezTo>
                    <a:pt x="1160" y="3688"/>
                    <a:pt x="1303" y="3618"/>
                    <a:pt x="1405" y="3516"/>
                  </a:cubicBezTo>
                  <a:cubicBezTo>
                    <a:pt x="1547" y="3381"/>
                    <a:pt x="1625" y="3197"/>
                    <a:pt x="1738" y="3034"/>
                  </a:cubicBezTo>
                  <a:lnTo>
                    <a:pt x="1738" y="3034"/>
                  </a:lnTo>
                  <a:cubicBezTo>
                    <a:pt x="1724" y="3303"/>
                    <a:pt x="1844" y="3580"/>
                    <a:pt x="2057" y="3750"/>
                  </a:cubicBezTo>
                  <a:cubicBezTo>
                    <a:pt x="2120" y="3801"/>
                    <a:pt x="2196" y="3843"/>
                    <a:pt x="2275" y="3843"/>
                  </a:cubicBezTo>
                  <a:cubicBezTo>
                    <a:pt x="2294" y="3843"/>
                    <a:pt x="2314" y="3841"/>
                    <a:pt x="2334" y="3835"/>
                  </a:cubicBezTo>
                  <a:cubicBezTo>
                    <a:pt x="2447" y="3807"/>
                    <a:pt x="2511" y="3672"/>
                    <a:pt x="2518" y="3552"/>
                  </a:cubicBezTo>
                  <a:cubicBezTo>
                    <a:pt x="2539" y="3282"/>
                    <a:pt x="2383" y="3034"/>
                    <a:pt x="2220" y="2764"/>
                  </a:cubicBezTo>
                  <a:lnTo>
                    <a:pt x="2220" y="2764"/>
                  </a:lnTo>
                  <a:cubicBezTo>
                    <a:pt x="2327" y="2857"/>
                    <a:pt x="2426" y="2949"/>
                    <a:pt x="2539" y="3013"/>
                  </a:cubicBezTo>
                  <a:cubicBezTo>
                    <a:pt x="2644" y="3074"/>
                    <a:pt x="2755" y="3115"/>
                    <a:pt x="2870" y="3115"/>
                  </a:cubicBezTo>
                  <a:cubicBezTo>
                    <a:pt x="2888" y="3115"/>
                    <a:pt x="2905" y="3114"/>
                    <a:pt x="2922" y="3112"/>
                  </a:cubicBezTo>
                  <a:cubicBezTo>
                    <a:pt x="3057" y="3098"/>
                    <a:pt x="3192" y="3020"/>
                    <a:pt x="3248" y="2899"/>
                  </a:cubicBezTo>
                  <a:cubicBezTo>
                    <a:pt x="3319" y="2750"/>
                    <a:pt x="3255" y="2559"/>
                    <a:pt x="3142" y="2438"/>
                  </a:cubicBezTo>
                  <a:cubicBezTo>
                    <a:pt x="3021" y="2325"/>
                    <a:pt x="2858" y="2261"/>
                    <a:pt x="2695" y="2226"/>
                  </a:cubicBezTo>
                  <a:lnTo>
                    <a:pt x="2695" y="2226"/>
                  </a:lnTo>
                  <a:cubicBezTo>
                    <a:pt x="2716" y="2227"/>
                    <a:pt x="2736" y="2227"/>
                    <a:pt x="2756" y="2227"/>
                  </a:cubicBezTo>
                  <a:cubicBezTo>
                    <a:pt x="3041" y="2227"/>
                    <a:pt x="3327" y="2134"/>
                    <a:pt x="3539" y="1949"/>
                  </a:cubicBezTo>
                  <a:cubicBezTo>
                    <a:pt x="3638" y="1864"/>
                    <a:pt x="3723" y="1743"/>
                    <a:pt x="3738" y="1609"/>
                  </a:cubicBezTo>
                  <a:cubicBezTo>
                    <a:pt x="3759" y="1446"/>
                    <a:pt x="3653" y="1275"/>
                    <a:pt x="3504" y="1197"/>
                  </a:cubicBezTo>
                  <a:cubicBezTo>
                    <a:pt x="3417" y="1145"/>
                    <a:pt x="3313" y="1122"/>
                    <a:pt x="3211" y="1122"/>
                  </a:cubicBezTo>
                  <a:cubicBezTo>
                    <a:pt x="3146" y="1122"/>
                    <a:pt x="3082" y="1131"/>
                    <a:pt x="3021" y="1148"/>
                  </a:cubicBezTo>
                  <a:cubicBezTo>
                    <a:pt x="2858" y="1190"/>
                    <a:pt x="2709" y="1275"/>
                    <a:pt x="2568" y="1375"/>
                  </a:cubicBezTo>
                  <a:cubicBezTo>
                    <a:pt x="2674" y="1105"/>
                    <a:pt x="2795" y="878"/>
                    <a:pt x="2816" y="630"/>
                  </a:cubicBezTo>
                  <a:cubicBezTo>
                    <a:pt x="2830" y="382"/>
                    <a:pt x="2717" y="105"/>
                    <a:pt x="2475" y="27"/>
                  </a:cubicBezTo>
                  <a:cubicBezTo>
                    <a:pt x="2429" y="9"/>
                    <a:pt x="2379" y="1"/>
                    <a:pt x="23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51"/>
            <p:cNvSpPr/>
            <p:nvPr/>
          </p:nvSpPr>
          <p:spPr>
            <a:xfrm>
              <a:off x="3286109" y="2929298"/>
              <a:ext cx="19210" cy="18065"/>
            </a:xfrm>
            <a:custGeom>
              <a:avLst/>
              <a:gdLst/>
              <a:ahLst/>
              <a:cxnLst/>
              <a:rect l="l" t="t" r="r" b="b"/>
              <a:pathLst>
                <a:path w="604" h="568" fill="none" extrusionOk="0">
                  <a:moveTo>
                    <a:pt x="462" y="79"/>
                  </a:moveTo>
                  <a:cubicBezTo>
                    <a:pt x="362" y="1"/>
                    <a:pt x="206" y="1"/>
                    <a:pt x="107" y="93"/>
                  </a:cubicBezTo>
                  <a:cubicBezTo>
                    <a:pt x="15" y="185"/>
                    <a:pt x="1" y="348"/>
                    <a:pt x="86" y="447"/>
                  </a:cubicBezTo>
                  <a:cubicBezTo>
                    <a:pt x="171" y="547"/>
                    <a:pt x="334" y="568"/>
                    <a:pt x="433" y="483"/>
                  </a:cubicBezTo>
                  <a:cubicBezTo>
                    <a:pt x="540" y="405"/>
                    <a:pt x="604" y="192"/>
                    <a:pt x="462" y="79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51"/>
            <p:cNvSpPr/>
            <p:nvPr/>
          </p:nvSpPr>
          <p:spPr>
            <a:xfrm>
              <a:off x="3346570" y="3184438"/>
              <a:ext cx="117297" cy="121940"/>
            </a:xfrm>
            <a:custGeom>
              <a:avLst/>
              <a:gdLst/>
              <a:ahLst/>
              <a:cxnLst/>
              <a:rect l="l" t="t" r="r" b="b"/>
              <a:pathLst>
                <a:path w="3688" h="3834" extrusionOk="0">
                  <a:moveTo>
                    <a:pt x="2181" y="0"/>
                  </a:moveTo>
                  <a:cubicBezTo>
                    <a:pt x="2040" y="0"/>
                    <a:pt x="1897" y="66"/>
                    <a:pt x="1794" y="168"/>
                  </a:cubicBezTo>
                  <a:cubicBezTo>
                    <a:pt x="1674" y="289"/>
                    <a:pt x="1603" y="466"/>
                    <a:pt x="1574" y="643"/>
                  </a:cubicBezTo>
                  <a:cubicBezTo>
                    <a:pt x="1546" y="821"/>
                    <a:pt x="1560" y="998"/>
                    <a:pt x="1581" y="1189"/>
                  </a:cubicBezTo>
                  <a:cubicBezTo>
                    <a:pt x="1447" y="1062"/>
                    <a:pt x="1333" y="913"/>
                    <a:pt x="1191" y="778"/>
                  </a:cubicBezTo>
                  <a:cubicBezTo>
                    <a:pt x="1057" y="651"/>
                    <a:pt x="887" y="544"/>
                    <a:pt x="695" y="523"/>
                  </a:cubicBezTo>
                  <a:cubicBezTo>
                    <a:pt x="684" y="522"/>
                    <a:pt x="673" y="522"/>
                    <a:pt x="662" y="522"/>
                  </a:cubicBezTo>
                  <a:cubicBezTo>
                    <a:pt x="487" y="522"/>
                    <a:pt x="302" y="626"/>
                    <a:pt x="248" y="792"/>
                  </a:cubicBezTo>
                  <a:cubicBezTo>
                    <a:pt x="213" y="906"/>
                    <a:pt x="241" y="1033"/>
                    <a:pt x="284" y="1147"/>
                  </a:cubicBezTo>
                  <a:cubicBezTo>
                    <a:pt x="404" y="1423"/>
                    <a:pt x="624" y="1650"/>
                    <a:pt x="943" y="1785"/>
                  </a:cubicBezTo>
                  <a:cubicBezTo>
                    <a:pt x="896" y="1777"/>
                    <a:pt x="848" y="1772"/>
                    <a:pt x="800" y="1772"/>
                  </a:cubicBezTo>
                  <a:cubicBezTo>
                    <a:pt x="566" y="1772"/>
                    <a:pt x="329" y="1870"/>
                    <a:pt x="170" y="2040"/>
                  </a:cubicBezTo>
                  <a:cubicBezTo>
                    <a:pt x="71" y="2140"/>
                    <a:pt x="0" y="2281"/>
                    <a:pt x="29" y="2416"/>
                  </a:cubicBezTo>
                  <a:cubicBezTo>
                    <a:pt x="57" y="2558"/>
                    <a:pt x="177" y="2657"/>
                    <a:pt x="312" y="2686"/>
                  </a:cubicBezTo>
                  <a:cubicBezTo>
                    <a:pt x="362" y="2698"/>
                    <a:pt x="412" y="2704"/>
                    <a:pt x="461" y="2704"/>
                  </a:cubicBezTo>
                  <a:cubicBezTo>
                    <a:pt x="553" y="2704"/>
                    <a:pt x="643" y="2685"/>
                    <a:pt x="731" y="2657"/>
                  </a:cubicBezTo>
                  <a:cubicBezTo>
                    <a:pt x="858" y="2622"/>
                    <a:pt x="993" y="2572"/>
                    <a:pt x="1170" y="2530"/>
                  </a:cubicBezTo>
                  <a:lnTo>
                    <a:pt x="1170" y="2530"/>
                  </a:lnTo>
                  <a:cubicBezTo>
                    <a:pt x="1035" y="2643"/>
                    <a:pt x="908" y="2764"/>
                    <a:pt x="816" y="2913"/>
                  </a:cubicBezTo>
                  <a:cubicBezTo>
                    <a:pt x="723" y="3061"/>
                    <a:pt x="674" y="3239"/>
                    <a:pt x="702" y="3409"/>
                  </a:cubicBezTo>
                  <a:cubicBezTo>
                    <a:pt x="731" y="3579"/>
                    <a:pt x="851" y="3742"/>
                    <a:pt x="1021" y="3785"/>
                  </a:cubicBezTo>
                  <a:cubicBezTo>
                    <a:pt x="1054" y="3793"/>
                    <a:pt x="1087" y="3798"/>
                    <a:pt x="1120" y="3798"/>
                  </a:cubicBezTo>
                  <a:cubicBezTo>
                    <a:pt x="1274" y="3798"/>
                    <a:pt x="1427" y="3709"/>
                    <a:pt x="1532" y="3586"/>
                  </a:cubicBezTo>
                  <a:cubicBezTo>
                    <a:pt x="1652" y="3437"/>
                    <a:pt x="1716" y="3253"/>
                    <a:pt x="1815" y="3076"/>
                  </a:cubicBezTo>
                  <a:cubicBezTo>
                    <a:pt x="1822" y="3352"/>
                    <a:pt x="1971" y="3607"/>
                    <a:pt x="2198" y="3763"/>
                  </a:cubicBezTo>
                  <a:cubicBezTo>
                    <a:pt x="2256" y="3800"/>
                    <a:pt x="2330" y="3833"/>
                    <a:pt x="2404" y="3833"/>
                  </a:cubicBezTo>
                  <a:cubicBezTo>
                    <a:pt x="2430" y="3833"/>
                    <a:pt x="2456" y="3829"/>
                    <a:pt x="2482" y="3820"/>
                  </a:cubicBezTo>
                  <a:cubicBezTo>
                    <a:pt x="2595" y="3778"/>
                    <a:pt x="2645" y="3643"/>
                    <a:pt x="2638" y="3522"/>
                  </a:cubicBezTo>
                  <a:cubicBezTo>
                    <a:pt x="2638" y="3253"/>
                    <a:pt x="2461" y="3019"/>
                    <a:pt x="2276" y="2771"/>
                  </a:cubicBezTo>
                  <a:lnTo>
                    <a:pt x="2276" y="2771"/>
                  </a:lnTo>
                  <a:cubicBezTo>
                    <a:pt x="2383" y="2849"/>
                    <a:pt x="2489" y="2927"/>
                    <a:pt x="2617" y="2983"/>
                  </a:cubicBezTo>
                  <a:cubicBezTo>
                    <a:pt x="2708" y="3026"/>
                    <a:pt x="2808" y="3057"/>
                    <a:pt x="2909" y="3057"/>
                  </a:cubicBezTo>
                  <a:cubicBezTo>
                    <a:pt x="2942" y="3057"/>
                    <a:pt x="2974" y="3054"/>
                    <a:pt x="3007" y="3047"/>
                  </a:cubicBezTo>
                  <a:cubicBezTo>
                    <a:pt x="3134" y="3026"/>
                    <a:pt x="3262" y="2934"/>
                    <a:pt x="3304" y="2806"/>
                  </a:cubicBezTo>
                  <a:cubicBezTo>
                    <a:pt x="3361" y="2650"/>
                    <a:pt x="3283" y="2473"/>
                    <a:pt x="3156" y="2359"/>
                  </a:cubicBezTo>
                  <a:cubicBezTo>
                    <a:pt x="3028" y="2253"/>
                    <a:pt x="2865" y="2211"/>
                    <a:pt x="2695" y="2182"/>
                  </a:cubicBezTo>
                  <a:cubicBezTo>
                    <a:pt x="3007" y="2175"/>
                    <a:pt x="3304" y="2055"/>
                    <a:pt x="3510" y="1835"/>
                  </a:cubicBezTo>
                  <a:cubicBezTo>
                    <a:pt x="3602" y="1743"/>
                    <a:pt x="3680" y="1615"/>
                    <a:pt x="3680" y="1480"/>
                  </a:cubicBezTo>
                  <a:cubicBezTo>
                    <a:pt x="3687" y="1310"/>
                    <a:pt x="3567" y="1161"/>
                    <a:pt x="3411" y="1090"/>
                  </a:cubicBezTo>
                  <a:cubicBezTo>
                    <a:pt x="3339" y="1056"/>
                    <a:pt x="3258" y="1041"/>
                    <a:pt x="3176" y="1041"/>
                  </a:cubicBezTo>
                  <a:cubicBezTo>
                    <a:pt x="3090" y="1041"/>
                    <a:pt x="3002" y="1058"/>
                    <a:pt x="2922" y="1083"/>
                  </a:cubicBezTo>
                  <a:cubicBezTo>
                    <a:pt x="2766" y="1140"/>
                    <a:pt x="2624" y="1239"/>
                    <a:pt x="2496" y="1345"/>
                  </a:cubicBezTo>
                  <a:cubicBezTo>
                    <a:pt x="2574" y="1076"/>
                    <a:pt x="2680" y="835"/>
                    <a:pt x="2673" y="587"/>
                  </a:cubicBezTo>
                  <a:cubicBezTo>
                    <a:pt x="2666" y="339"/>
                    <a:pt x="2524" y="76"/>
                    <a:pt x="2283" y="12"/>
                  </a:cubicBezTo>
                  <a:cubicBezTo>
                    <a:pt x="2250" y="4"/>
                    <a:pt x="2215" y="0"/>
                    <a:pt x="2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51"/>
            <p:cNvSpPr/>
            <p:nvPr/>
          </p:nvSpPr>
          <p:spPr>
            <a:xfrm>
              <a:off x="3396408" y="3243690"/>
              <a:ext cx="18733" cy="18065"/>
            </a:xfrm>
            <a:custGeom>
              <a:avLst/>
              <a:gdLst/>
              <a:ahLst/>
              <a:cxnLst/>
              <a:rect l="l" t="t" r="r" b="b"/>
              <a:pathLst>
                <a:path w="589" h="568" fill="none" extrusionOk="0">
                  <a:moveTo>
                    <a:pt x="440" y="78"/>
                  </a:moveTo>
                  <a:cubicBezTo>
                    <a:pt x="333" y="0"/>
                    <a:pt x="177" y="21"/>
                    <a:pt x="85" y="121"/>
                  </a:cubicBezTo>
                  <a:cubicBezTo>
                    <a:pt x="0" y="220"/>
                    <a:pt x="7" y="383"/>
                    <a:pt x="99" y="475"/>
                  </a:cubicBezTo>
                  <a:cubicBezTo>
                    <a:pt x="192" y="567"/>
                    <a:pt x="355" y="567"/>
                    <a:pt x="447" y="475"/>
                  </a:cubicBezTo>
                  <a:cubicBezTo>
                    <a:pt x="539" y="390"/>
                    <a:pt x="589" y="170"/>
                    <a:pt x="440" y="7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51"/>
            <p:cNvSpPr/>
            <p:nvPr/>
          </p:nvSpPr>
          <p:spPr>
            <a:xfrm>
              <a:off x="3191616" y="3056136"/>
              <a:ext cx="118219" cy="118823"/>
            </a:xfrm>
            <a:custGeom>
              <a:avLst/>
              <a:gdLst/>
              <a:ahLst/>
              <a:cxnLst/>
              <a:rect l="l" t="t" r="r" b="b"/>
              <a:pathLst>
                <a:path w="3717" h="3736" extrusionOk="0">
                  <a:moveTo>
                    <a:pt x="2034" y="1"/>
                  </a:moveTo>
                  <a:cubicBezTo>
                    <a:pt x="1957" y="1"/>
                    <a:pt x="1881" y="29"/>
                    <a:pt x="1823" y="76"/>
                  </a:cubicBezTo>
                  <a:cubicBezTo>
                    <a:pt x="1738" y="139"/>
                    <a:pt x="1681" y="232"/>
                    <a:pt x="1639" y="324"/>
                  </a:cubicBezTo>
                  <a:cubicBezTo>
                    <a:pt x="1504" y="615"/>
                    <a:pt x="1469" y="955"/>
                    <a:pt x="1511" y="1281"/>
                  </a:cubicBezTo>
                  <a:cubicBezTo>
                    <a:pt x="1313" y="1033"/>
                    <a:pt x="1086" y="770"/>
                    <a:pt x="774" y="700"/>
                  </a:cubicBezTo>
                  <a:cubicBezTo>
                    <a:pt x="736" y="692"/>
                    <a:pt x="697" y="686"/>
                    <a:pt x="659" y="686"/>
                  </a:cubicBezTo>
                  <a:cubicBezTo>
                    <a:pt x="597" y="686"/>
                    <a:pt x="536" y="700"/>
                    <a:pt x="483" y="735"/>
                  </a:cubicBezTo>
                  <a:cubicBezTo>
                    <a:pt x="412" y="785"/>
                    <a:pt x="370" y="870"/>
                    <a:pt x="362" y="955"/>
                  </a:cubicBezTo>
                  <a:cubicBezTo>
                    <a:pt x="348" y="1040"/>
                    <a:pt x="362" y="1125"/>
                    <a:pt x="391" y="1203"/>
                  </a:cubicBezTo>
                  <a:cubicBezTo>
                    <a:pt x="476" y="1472"/>
                    <a:pt x="674" y="1699"/>
                    <a:pt x="923" y="1799"/>
                  </a:cubicBezTo>
                  <a:cubicBezTo>
                    <a:pt x="774" y="1834"/>
                    <a:pt x="625" y="1834"/>
                    <a:pt x="483" y="1870"/>
                  </a:cubicBezTo>
                  <a:cubicBezTo>
                    <a:pt x="334" y="1905"/>
                    <a:pt x="185" y="1969"/>
                    <a:pt x="100" y="2089"/>
                  </a:cubicBezTo>
                  <a:cubicBezTo>
                    <a:pt x="8" y="2210"/>
                    <a:pt x="1" y="2394"/>
                    <a:pt x="107" y="2501"/>
                  </a:cubicBezTo>
                  <a:cubicBezTo>
                    <a:pt x="185" y="2572"/>
                    <a:pt x="292" y="2586"/>
                    <a:pt x="398" y="2593"/>
                  </a:cubicBezTo>
                  <a:cubicBezTo>
                    <a:pt x="417" y="2593"/>
                    <a:pt x="436" y="2594"/>
                    <a:pt x="454" y="2594"/>
                  </a:cubicBezTo>
                  <a:cubicBezTo>
                    <a:pt x="664" y="2594"/>
                    <a:pt x="878" y="2557"/>
                    <a:pt x="1093" y="2479"/>
                  </a:cubicBezTo>
                  <a:lnTo>
                    <a:pt x="1093" y="2479"/>
                  </a:lnTo>
                  <a:cubicBezTo>
                    <a:pt x="1001" y="2586"/>
                    <a:pt x="894" y="2685"/>
                    <a:pt x="802" y="2791"/>
                  </a:cubicBezTo>
                  <a:cubicBezTo>
                    <a:pt x="717" y="2905"/>
                    <a:pt x="639" y="3025"/>
                    <a:pt x="611" y="3167"/>
                  </a:cubicBezTo>
                  <a:cubicBezTo>
                    <a:pt x="582" y="3302"/>
                    <a:pt x="611" y="3458"/>
                    <a:pt x="717" y="3557"/>
                  </a:cubicBezTo>
                  <a:cubicBezTo>
                    <a:pt x="786" y="3622"/>
                    <a:pt x="880" y="3652"/>
                    <a:pt x="976" y="3652"/>
                  </a:cubicBezTo>
                  <a:cubicBezTo>
                    <a:pt x="1038" y="3652"/>
                    <a:pt x="1101" y="3639"/>
                    <a:pt x="1157" y="3614"/>
                  </a:cubicBezTo>
                  <a:cubicBezTo>
                    <a:pt x="1298" y="3550"/>
                    <a:pt x="1405" y="3422"/>
                    <a:pt x="1476" y="3288"/>
                  </a:cubicBezTo>
                  <a:cubicBezTo>
                    <a:pt x="1547" y="3146"/>
                    <a:pt x="1582" y="2990"/>
                    <a:pt x="1625" y="2834"/>
                  </a:cubicBezTo>
                  <a:cubicBezTo>
                    <a:pt x="1625" y="3047"/>
                    <a:pt x="1674" y="3252"/>
                    <a:pt x="1766" y="3444"/>
                  </a:cubicBezTo>
                  <a:cubicBezTo>
                    <a:pt x="1816" y="3543"/>
                    <a:pt x="1880" y="3642"/>
                    <a:pt x="1979" y="3699"/>
                  </a:cubicBezTo>
                  <a:cubicBezTo>
                    <a:pt x="2025" y="3724"/>
                    <a:pt x="2075" y="3736"/>
                    <a:pt x="2126" y="3736"/>
                  </a:cubicBezTo>
                  <a:cubicBezTo>
                    <a:pt x="2248" y="3736"/>
                    <a:pt x="2374" y="3669"/>
                    <a:pt x="2454" y="3564"/>
                  </a:cubicBezTo>
                  <a:cubicBezTo>
                    <a:pt x="2561" y="3422"/>
                    <a:pt x="2582" y="3231"/>
                    <a:pt x="2546" y="3054"/>
                  </a:cubicBezTo>
                  <a:cubicBezTo>
                    <a:pt x="2511" y="2884"/>
                    <a:pt x="2426" y="2720"/>
                    <a:pt x="2390" y="2515"/>
                  </a:cubicBezTo>
                  <a:lnTo>
                    <a:pt x="2390" y="2515"/>
                  </a:lnTo>
                  <a:cubicBezTo>
                    <a:pt x="2537" y="2705"/>
                    <a:pt x="2780" y="2816"/>
                    <a:pt x="3022" y="2816"/>
                  </a:cubicBezTo>
                  <a:cubicBezTo>
                    <a:pt x="3096" y="2816"/>
                    <a:pt x="3170" y="2806"/>
                    <a:pt x="3241" y="2784"/>
                  </a:cubicBezTo>
                  <a:cubicBezTo>
                    <a:pt x="3348" y="2749"/>
                    <a:pt x="3447" y="2685"/>
                    <a:pt x="3504" y="2586"/>
                  </a:cubicBezTo>
                  <a:cubicBezTo>
                    <a:pt x="3582" y="2437"/>
                    <a:pt x="3518" y="2238"/>
                    <a:pt x="3390" y="2118"/>
                  </a:cubicBezTo>
                  <a:cubicBezTo>
                    <a:pt x="3263" y="2004"/>
                    <a:pt x="3092" y="1955"/>
                    <a:pt x="2922" y="1884"/>
                  </a:cubicBezTo>
                  <a:cubicBezTo>
                    <a:pt x="3128" y="1799"/>
                    <a:pt x="3341" y="1706"/>
                    <a:pt x="3497" y="1536"/>
                  </a:cubicBezTo>
                  <a:cubicBezTo>
                    <a:pt x="3645" y="1373"/>
                    <a:pt x="3716" y="1111"/>
                    <a:pt x="3596" y="919"/>
                  </a:cubicBezTo>
                  <a:cubicBezTo>
                    <a:pt x="3511" y="778"/>
                    <a:pt x="3341" y="707"/>
                    <a:pt x="3177" y="707"/>
                  </a:cubicBezTo>
                  <a:cubicBezTo>
                    <a:pt x="3014" y="714"/>
                    <a:pt x="2858" y="785"/>
                    <a:pt x="2731" y="884"/>
                  </a:cubicBezTo>
                  <a:cubicBezTo>
                    <a:pt x="2596" y="983"/>
                    <a:pt x="2490" y="1104"/>
                    <a:pt x="2383" y="1231"/>
                  </a:cubicBezTo>
                  <a:cubicBezTo>
                    <a:pt x="2419" y="941"/>
                    <a:pt x="2419" y="636"/>
                    <a:pt x="2348" y="352"/>
                  </a:cubicBezTo>
                  <a:cubicBezTo>
                    <a:pt x="2312" y="210"/>
                    <a:pt x="2249" y="61"/>
                    <a:pt x="2114" y="12"/>
                  </a:cubicBezTo>
                  <a:cubicBezTo>
                    <a:pt x="2088" y="4"/>
                    <a:pt x="2061" y="1"/>
                    <a:pt x="2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51"/>
            <p:cNvSpPr/>
            <p:nvPr/>
          </p:nvSpPr>
          <p:spPr>
            <a:xfrm>
              <a:off x="3243267" y="3115135"/>
              <a:ext cx="18988" cy="18065"/>
            </a:xfrm>
            <a:custGeom>
              <a:avLst/>
              <a:gdLst/>
              <a:ahLst/>
              <a:cxnLst/>
              <a:rect l="l" t="t" r="r" b="b"/>
              <a:pathLst>
                <a:path w="597" h="568" fill="none" extrusionOk="0">
                  <a:moveTo>
                    <a:pt x="462" y="85"/>
                  </a:moveTo>
                  <a:cubicBezTo>
                    <a:pt x="362" y="0"/>
                    <a:pt x="199" y="7"/>
                    <a:pt x="107" y="100"/>
                  </a:cubicBezTo>
                  <a:cubicBezTo>
                    <a:pt x="15" y="185"/>
                    <a:pt x="1" y="348"/>
                    <a:pt x="86" y="447"/>
                  </a:cubicBezTo>
                  <a:cubicBezTo>
                    <a:pt x="164" y="546"/>
                    <a:pt x="334" y="568"/>
                    <a:pt x="433" y="483"/>
                  </a:cubicBezTo>
                  <a:cubicBezTo>
                    <a:pt x="532" y="405"/>
                    <a:pt x="596" y="192"/>
                    <a:pt x="462" y="85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51"/>
            <p:cNvSpPr/>
            <p:nvPr/>
          </p:nvSpPr>
          <p:spPr>
            <a:xfrm>
              <a:off x="3513896" y="2636088"/>
              <a:ext cx="121145" cy="118601"/>
            </a:xfrm>
            <a:custGeom>
              <a:avLst/>
              <a:gdLst/>
              <a:ahLst/>
              <a:cxnLst/>
              <a:rect l="l" t="t" r="r" b="b"/>
              <a:pathLst>
                <a:path w="3809" h="3729" extrusionOk="0">
                  <a:moveTo>
                    <a:pt x="2191" y="0"/>
                  </a:moveTo>
                  <a:cubicBezTo>
                    <a:pt x="2126" y="0"/>
                    <a:pt x="2059" y="22"/>
                    <a:pt x="2000" y="58"/>
                  </a:cubicBezTo>
                  <a:cubicBezTo>
                    <a:pt x="1915" y="115"/>
                    <a:pt x="1851" y="200"/>
                    <a:pt x="1802" y="285"/>
                  </a:cubicBezTo>
                  <a:cubicBezTo>
                    <a:pt x="1638" y="569"/>
                    <a:pt x="1582" y="902"/>
                    <a:pt x="1596" y="1235"/>
                  </a:cubicBezTo>
                  <a:cubicBezTo>
                    <a:pt x="1419" y="966"/>
                    <a:pt x="1213" y="689"/>
                    <a:pt x="908" y="590"/>
                  </a:cubicBezTo>
                  <a:cubicBezTo>
                    <a:pt x="864" y="577"/>
                    <a:pt x="815" y="568"/>
                    <a:pt x="767" y="568"/>
                  </a:cubicBezTo>
                  <a:cubicBezTo>
                    <a:pt x="714" y="568"/>
                    <a:pt x="662" y="578"/>
                    <a:pt x="617" y="604"/>
                  </a:cubicBezTo>
                  <a:cubicBezTo>
                    <a:pt x="539" y="647"/>
                    <a:pt x="490" y="725"/>
                    <a:pt x="476" y="810"/>
                  </a:cubicBezTo>
                  <a:cubicBezTo>
                    <a:pt x="454" y="895"/>
                    <a:pt x="468" y="980"/>
                    <a:pt x="483" y="1065"/>
                  </a:cubicBezTo>
                  <a:cubicBezTo>
                    <a:pt x="546" y="1335"/>
                    <a:pt x="724" y="1583"/>
                    <a:pt x="965" y="1696"/>
                  </a:cubicBezTo>
                  <a:cubicBezTo>
                    <a:pt x="816" y="1718"/>
                    <a:pt x="667" y="1711"/>
                    <a:pt x="518" y="1732"/>
                  </a:cubicBezTo>
                  <a:cubicBezTo>
                    <a:pt x="369" y="1753"/>
                    <a:pt x="220" y="1803"/>
                    <a:pt x="121" y="1916"/>
                  </a:cubicBezTo>
                  <a:cubicBezTo>
                    <a:pt x="22" y="2030"/>
                    <a:pt x="1" y="2221"/>
                    <a:pt x="100" y="2327"/>
                  </a:cubicBezTo>
                  <a:cubicBezTo>
                    <a:pt x="164" y="2405"/>
                    <a:pt x="277" y="2434"/>
                    <a:pt x="376" y="2448"/>
                  </a:cubicBezTo>
                  <a:cubicBezTo>
                    <a:pt x="443" y="2456"/>
                    <a:pt x="509" y="2460"/>
                    <a:pt x="577" y="2460"/>
                  </a:cubicBezTo>
                  <a:cubicBezTo>
                    <a:pt x="740" y="2460"/>
                    <a:pt x="908" y="2436"/>
                    <a:pt x="1078" y="2391"/>
                  </a:cubicBezTo>
                  <a:lnTo>
                    <a:pt x="1078" y="2391"/>
                  </a:lnTo>
                  <a:cubicBezTo>
                    <a:pt x="979" y="2490"/>
                    <a:pt x="866" y="2583"/>
                    <a:pt x="766" y="2682"/>
                  </a:cubicBezTo>
                  <a:cubicBezTo>
                    <a:pt x="667" y="2781"/>
                    <a:pt x="582" y="2902"/>
                    <a:pt x="539" y="3036"/>
                  </a:cubicBezTo>
                  <a:cubicBezTo>
                    <a:pt x="504" y="3171"/>
                    <a:pt x="518" y="3327"/>
                    <a:pt x="617" y="3434"/>
                  </a:cubicBezTo>
                  <a:cubicBezTo>
                    <a:pt x="690" y="3511"/>
                    <a:pt x="796" y="3552"/>
                    <a:pt x="904" y="3552"/>
                  </a:cubicBezTo>
                  <a:cubicBezTo>
                    <a:pt x="953" y="3552"/>
                    <a:pt x="1003" y="3544"/>
                    <a:pt x="1050" y="3526"/>
                  </a:cubicBezTo>
                  <a:cubicBezTo>
                    <a:pt x="1199" y="3476"/>
                    <a:pt x="1319" y="3363"/>
                    <a:pt x="1397" y="3228"/>
                  </a:cubicBezTo>
                  <a:cubicBezTo>
                    <a:pt x="1475" y="3093"/>
                    <a:pt x="1525" y="2944"/>
                    <a:pt x="1575" y="2788"/>
                  </a:cubicBezTo>
                  <a:lnTo>
                    <a:pt x="1575" y="2788"/>
                  </a:lnTo>
                  <a:cubicBezTo>
                    <a:pt x="1568" y="3001"/>
                    <a:pt x="1596" y="3214"/>
                    <a:pt x="1674" y="3405"/>
                  </a:cubicBezTo>
                  <a:cubicBezTo>
                    <a:pt x="1709" y="3512"/>
                    <a:pt x="1766" y="3618"/>
                    <a:pt x="1858" y="3682"/>
                  </a:cubicBezTo>
                  <a:cubicBezTo>
                    <a:pt x="1913" y="3714"/>
                    <a:pt x="1974" y="3729"/>
                    <a:pt x="2036" y="3729"/>
                  </a:cubicBezTo>
                  <a:cubicBezTo>
                    <a:pt x="2152" y="3729"/>
                    <a:pt x="2269" y="3677"/>
                    <a:pt x="2348" y="3590"/>
                  </a:cubicBezTo>
                  <a:cubicBezTo>
                    <a:pt x="2461" y="3455"/>
                    <a:pt x="2496" y="3263"/>
                    <a:pt x="2475" y="3086"/>
                  </a:cubicBezTo>
                  <a:cubicBezTo>
                    <a:pt x="2461" y="2909"/>
                    <a:pt x="2390" y="2746"/>
                    <a:pt x="2369" y="2533"/>
                  </a:cubicBezTo>
                  <a:lnTo>
                    <a:pt x="2369" y="2533"/>
                  </a:lnTo>
                  <a:cubicBezTo>
                    <a:pt x="2510" y="2751"/>
                    <a:pt x="2775" y="2891"/>
                    <a:pt x="3035" y="2891"/>
                  </a:cubicBezTo>
                  <a:cubicBezTo>
                    <a:pt x="3088" y="2891"/>
                    <a:pt x="3140" y="2885"/>
                    <a:pt x="3191" y="2873"/>
                  </a:cubicBezTo>
                  <a:cubicBezTo>
                    <a:pt x="3305" y="2845"/>
                    <a:pt x="3411" y="2788"/>
                    <a:pt x="3475" y="2696"/>
                  </a:cubicBezTo>
                  <a:cubicBezTo>
                    <a:pt x="3567" y="2554"/>
                    <a:pt x="3518" y="2349"/>
                    <a:pt x="3397" y="2221"/>
                  </a:cubicBezTo>
                  <a:cubicBezTo>
                    <a:pt x="3284" y="2101"/>
                    <a:pt x="3113" y="2037"/>
                    <a:pt x="2957" y="1952"/>
                  </a:cubicBezTo>
                  <a:cubicBezTo>
                    <a:pt x="3170" y="1881"/>
                    <a:pt x="3390" y="1803"/>
                    <a:pt x="3553" y="1654"/>
                  </a:cubicBezTo>
                  <a:cubicBezTo>
                    <a:pt x="3716" y="1498"/>
                    <a:pt x="3808" y="1243"/>
                    <a:pt x="3709" y="1044"/>
                  </a:cubicBezTo>
                  <a:cubicBezTo>
                    <a:pt x="3631" y="895"/>
                    <a:pt x="3468" y="810"/>
                    <a:pt x="3305" y="796"/>
                  </a:cubicBezTo>
                  <a:cubicBezTo>
                    <a:pt x="3296" y="795"/>
                    <a:pt x="3286" y="795"/>
                    <a:pt x="3277" y="795"/>
                  </a:cubicBezTo>
                  <a:cubicBezTo>
                    <a:pt x="3123" y="795"/>
                    <a:pt x="2971" y="851"/>
                    <a:pt x="2844" y="938"/>
                  </a:cubicBezTo>
                  <a:cubicBezTo>
                    <a:pt x="2702" y="1023"/>
                    <a:pt x="2582" y="1136"/>
                    <a:pt x="2468" y="1257"/>
                  </a:cubicBezTo>
                  <a:cubicBezTo>
                    <a:pt x="2532" y="966"/>
                    <a:pt x="2553" y="668"/>
                    <a:pt x="2504" y="377"/>
                  </a:cubicBezTo>
                  <a:cubicBezTo>
                    <a:pt x="2482" y="236"/>
                    <a:pt x="2433" y="80"/>
                    <a:pt x="2298" y="23"/>
                  </a:cubicBezTo>
                  <a:cubicBezTo>
                    <a:pt x="2264" y="7"/>
                    <a:pt x="2228" y="0"/>
                    <a:pt x="2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51"/>
            <p:cNvSpPr/>
            <p:nvPr/>
          </p:nvSpPr>
          <p:spPr>
            <a:xfrm>
              <a:off x="3565770" y="2694545"/>
              <a:ext cx="19433" cy="18065"/>
            </a:xfrm>
            <a:custGeom>
              <a:avLst/>
              <a:gdLst/>
              <a:ahLst/>
              <a:cxnLst/>
              <a:rect l="l" t="t" r="r" b="b"/>
              <a:pathLst>
                <a:path w="611" h="568" fill="none" extrusionOk="0">
                  <a:moveTo>
                    <a:pt x="483" y="99"/>
                  </a:moveTo>
                  <a:cubicBezTo>
                    <a:pt x="390" y="7"/>
                    <a:pt x="227" y="0"/>
                    <a:pt x="128" y="78"/>
                  </a:cubicBezTo>
                  <a:cubicBezTo>
                    <a:pt x="29" y="163"/>
                    <a:pt x="0" y="326"/>
                    <a:pt x="78" y="433"/>
                  </a:cubicBezTo>
                  <a:cubicBezTo>
                    <a:pt x="149" y="539"/>
                    <a:pt x="312" y="567"/>
                    <a:pt x="419" y="497"/>
                  </a:cubicBezTo>
                  <a:cubicBezTo>
                    <a:pt x="525" y="426"/>
                    <a:pt x="610" y="220"/>
                    <a:pt x="483" y="99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51"/>
            <p:cNvSpPr/>
            <p:nvPr/>
          </p:nvSpPr>
          <p:spPr>
            <a:xfrm>
              <a:off x="3653711" y="2895012"/>
              <a:ext cx="71084" cy="431912"/>
            </a:xfrm>
            <a:custGeom>
              <a:avLst/>
              <a:gdLst/>
              <a:ahLst/>
              <a:cxnLst/>
              <a:rect l="l" t="t" r="r" b="b"/>
              <a:pathLst>
                <a:path w="2235" h="13580" extrusionOk="0">
                  <a:moveTo>
                    <a:pt x="589" y="1"/>
                  </a:moveTo>
                  <a:lnTo>
                    <a:pt x="1" y="185"/>
                  </a:lnTo>
                  <a:lnTo>
                    <a:pt x="965" y="3787"/>
                  </a:lnTo>
                  <a:cubicBezTo>
                    <a:pt x="852" y="7049"/>
                    <a:pt x="852" y="10318"/>
                    <a:pt x="972" y="13580"/>
                  </a:cubicBezTo>
                  <a:lnTo>
                    <a:pt x="2234" y="13580"/>
                  </a:lnTo>
                  <a:lnTo>
                    <a:pt x="2234" y="363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51"/>
            <p:cNvSpPr/>
            <p:nvPr/>
          </p:nvSpPr>
          <p:spPr>
            <a:xfrm>
              <a:off x="3681222" y="3121209"/>
              <a:ext cx="3435" cy="205715"/>
            </a:xfrm>
            <a:custGeom>
              <a:avLst/>
              <a:gdLst/>
              <a:ahLst/>
              <a:cxnLst/>
              <a:rect l="l" t="t" r="r" b="b"/>
              <a:pathLst>
                <a:path w="108" h="6468" fill="none" extrusionOk="0">
                  <a:moveTo>
                    <a:pt x="22" y="1"/>
                  </a:moveTo>
                  <a:cubicBezTo>
                    <a:pt x="1" y="2156"/>
                    <a:pt x="29" y="4312"/>
                    <a:pt x="107" y="6468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51"/>
            <p:cNvSpPr/>
            <p:nvPr/>
          </p:nvSpPr>
          <p:spPr>
            <a:xfrm>
              <a:off x="3653711" y="2900896"/>
              <a:ext cx="30724" cy="174132"/>
            </a:xfrm>
            <a:custGeom>
              <a:avLst/>
              <a:gdLst/>
              <a:ahLst/>
              <a:cxnLst/>
              <a:rect l="l" t="t" r="r" b="b"/>
              <a:pathLst>
                <a:path w="966" h="5475" fill="none" extrusionOk="0">
                  <a:moveTo>
                    <a:pt x="1" y="0"/>
                  </a:moveTo>
                  <a:lnTo>
                    <a:pt x="965" y="3602"/>
                  </a:lnTo>
                  <a:cubicBezTo>
                    <a:pt x="944" y="4226"/>
                    <a:pt x="923" y="4850"/>
                    <a:pt x="908" y="5474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51"/>
            <p:cNvSpPr/>
            <p:nvPr/>
          </p:nvSpPr>
          <p:spPr>
            <a:xfrm>
              <a:off x="3688442" y="2930443"/>
              <a:ext cx="25508" cy="56390"/>
            </a:xfrm>
            <a:custGeom>
              <a:avLst/>
              <a:gdLst/>
              <a:ahLst/>
              <a:cxnLst/>
              <a:rect l="l" t="t" r="r" b="b"/>
              <a:pathLst>
                <a:path w="802" h="1773" fill="none" extrusionOk="0">
                  <a:moveTo>
                    <a:pt x="802" y="1773"/>
                  </a:moveTo>
                  <a:lnTo>
                    <a:pt x="1" y="0"/>
                  </a:ln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51"/>
            <p:cNvSpPr/>
            <p:nvPr/>
          </p:nvSpPr>
          <p:spPr>
            <a:xfrm>
              <a:off x="3461131" y="3127093"/>
              <a:ext cx="103303" cy="157212"/>
            </a:xfrm>
            <a:custGeom>
              <a:avLst/>
              <a:gdLst/>
              <a:ahLst/>
              <a:cxnLst/>
              <a:rect l="l" t="t" r="r" b="b"/>
              <a:pathLst>
                <a:path w="3248" h="4943" extrusionOk="0">
                  <a:moveTo>
                    <a:pt x="1603" y="0"/>
                  </a:moveTo>
                  <a:cubicBezTo>
                    <a:pt x="1603" y="0"/>
                    <a:pt x="1603" y="0"/>
                    <a:pt x="1603" y="0"/>
                  </a:cubicBezTo>
                  <a:lnTo>
                    <a:pt x="1603" y="0"/>
                  </a:lnTo>
                  <a:cubicBezTo>
                    <a:pt x="1603" y="0"/>
                    <a:pt x="1603" y="0"/>
                    <a:pt x="1603" y="0"/>
                  </a:cubicBezTo>
                  <a:close/>
                  <a:moveTo>
                    <a:pt x="1603" y="0"/>
                  </a:moveTo>
                  <a:cubicBezTo>
                    <a:pt x="1596" y="1"/>
                    <a:pt x="1234" y="21"/>
                    <a:pt x="1234" y="21"/>
                  </a:cubicBezTo>
                  <a:cubicBezTo>
                    <a:pt x="1270" y="745"/>
                    <a:pt x="1312" y="1468"/>
                    <a:pt x="1355" y="2191"/>
                  </a:cubicBezTo>
                  <a:cubicBezTo>
                    <a:pt x="1354" y="2194"/>
                    <a:pt x="1352" y="2195"/>
                    <a:pt x="1348" y="2195"/>
                  </a:cubicBezTo>
                  <a:cubicBezTo>
                    <a:pt x="1260" y="2195"/>
                    <a:pt x="334" y="1347"/>
                    <a:pt x="334" y="1347"/>
                  </a:cubicBezTo>
                  <a:lnTo>
                    <a:pt x="0" y="1610"/>
                  </a:lnTo>
                  <a:cubicBezTo>
                    <a:pt x="787" y="2723"/>
                    <a:pt x="1574" y="3829"/>
                    <a:pt x="2369" y="4942"/>
                  </a:cubicBezTo>
                  <a:lnTo>
                    <a:pt x="3248" y="4326"/>
                  </a:lnTo>
                  <a:cubicBezTo>
                    <a:pt x="2858" y="3879"/>
                    <a:pt x="2468" y="3439"/>
                    <a:pt x="2085" y="3000"/>
                  </a:cubicBezTo>
                  <a:cubicBezTo>
                    <a:pt x="1872" y="1872"/>
                    <a:pt x="1738" y="936"/>
                    <a:pt x="16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51"/>
            <p:cNvSpPr/>
            <p:nvPr/>
          </p:nvSpPr>
          <p:spPr>
            <a:xfrm>
              <a:off x="3519971" y="3239015"/>
              <a:ext cx="60493" cy="56231"/>
            </a:xfrm>
            <a:custGeom>
              <a:avLst/>
              <a:gdLst/>
              <a:ahLst/>
              <a:cxnLst/>
              <a:rect l="l" t="t" r="r" b="b"/>
              <a:pathLst>
                <a:path w="1902" h="1768" extrusionOk="0">
                  <a:moveTo>
                    <a:pt x="1504" y="0"/>
                  </a:moveTo>
                  <a:cubicBezTo>
                    <a:pt x="1301" y="0"/>
                    <a:pt x="1096" y="72"/>
                    <a:pt x="937" y="204"/>
                  </a:cubicBezTo>
                  <a:cubicBezTo>
                    <a:pt x="738" y="381"/>
                    <a:pt x="625" y="651"/>
                    <a:pt x="646" y="913"/>
                  </a:cubicBezTo>
                  <a:cubicBezTo>
                    <a:pt x="462" y="927"/>
                    <a:pt x="285" y="1019"/>
                    <a:pt x="164" y="1161"/>
                  </a:cubicBezTo>
                  <a:cubicBezTo>
                    <a:pt x="51" y="1303"/>
                    <a:pt x="1" y="1501"/>
                    <a:pt x="29" y="1679"/>
                  </a:cubicBezTo>
                  <a:cubicBezTo>
                    <a:pt x="29" y="1679"/>
                    <a:pt x="198" y="1767"/>
                    <a:pt x="450" y="1767"/>
                  </a:cubicBezTo>
                  <a:cubicBezTo>
                    <a:pt x="677" y="1767"/>
                    <a:pt x="971" y="1695"/>
                    <a:pt x="1270" y="1423"/>
                  </a:cubicBezTo>
                  <a:cubicBezTo>
                    <a:pt x="1901" y="842"/>
                    <a:pt x="1681" y="19"/>
                    <a:pt x="1681" y="19"/>
                  </a:cubicBezTo>
                  <a:cubicBezTo>
                    <a:pt x="1623" y="7"/>
                    <a:pt x="1564" y="0"/>
                    <a:pt x="15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51"/>
            <p:cNvSpPr/>
            <p:nvPr/>
          </p:nvSpPr>
          <p:spPr>
            <a:xfrm>
              <a:off x="3519971" y="3237806"/>
              <a:ext cx="53496" cy="54609"/>
            </a:xfrm>
            <a:custGeom>
              <a:avLst/>
              <a:gdLst/>
              <a:ahLst/>
              <a:cxnLst/>
              <a:rect l="l" t="t" r="r" b="b"/>
              <a:pathLst>
                <a:path w="1682" h="1717" fill="none" extrusionOk="0">
                  <a:moveTo>
                    <a:pt x="1681" y="57"/>
                  </a:moveTo>
                  <a:cubicBezTo>
                    <a:pt x="1426" y="1"/>
                    <a:pt x="1143" y="72"/>
                    <a:pt x="937" y="242"/>
                  </a:cubicBezTo>
                  <a:cubicBezTo>
                    <a:pt x="738" y="419"/>
                    <a:pt x="625" y="689"/>
                    <a:pt x="646" y="951"/>
                  </a:cubicBezTo>
                  <a:cubicBezTo>
                    <a:pt x="462" y="965"/>
                    <a:pt x="285" y="1057"/>
                    <a:pt x="164" y="1199"/>
                  </a:cubicBezTo>
                  <a:cubicBezTo>
                    <a:pt x="51" y="1341"/>
                    <a:pt x="1" y="1539"/>
                    <a:pt x="29" y="1717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8" name="Google Shape;2178;p51"/>
          <p:cNvGrpSpPr/>
          <p:nvPr/>
        </p:nvGrpSpPr>
        <p:grpSpPr>
          <a:xfrm>
            <a:off x="7403637" y="-76029"/>
            <a:ext cx="1816711" cy="1907346"/>
            <a:chOff x="2861448" y="3558051"/>
            <a:chExt cx="908446" cy="953768"/>
          </a:xfrm>
        </p:grpSpPr>
        <p:sp>
          <p:nvSpPr>
            <p:cNvPr id="2179" name="Google Shape;2179;p51"/>
            <p:cNvSpPr/>
            <p:nvPr/>
          </p:nvSpPr>
          <p:spPr>
            <a:xfrm>
              <a:off x="2861448" y="3558051"/>
              <a:ext cx="908446" cy="953768"/>
            </a:xfrm>
            <a:custGeom>
              <a:avLst/>
              <a:gdLst/>
              <a:ahLst/>
              <a:cxnLst/>
              <a:rect l="l" t="t" r="r" b="b"/>
              <a:pathLst>
                <a:path w="28563" h="29988" extrusionOk="0">
                  <a:moveTo>
                    <a:pt x="7872" y="1"/>
                  </a:moveTo>
                  <a:cubicBezTo>
                    <a:pt x="7737" y="1"/>
                    <a:pt x="7595" y="22"/>
                    <a:pt x="7460" y="57"/>
                  </a:cubicBezTo>
                  <a:lnTo>
                    <a:pt x="1433" y="57"/>
                  </a:lnTo>
                  <a:cubicBezTo>
                    <a:pt x="1050" y="57"/>
                    <a:pt x="675" y="220"/>
                    <a:pt x="405" y="497"/>
                  </a:cubicBezTo>
                  <a:cubicBezTo>
                    <a:pt x="143" y="781"/>
                    <a:pt x="1" y="1156"/>
                    <a:pt x="15" y="1546"/>
                  </a:cubicBezTo>
                  <a:lnTo>
                    <a:pt x="22" y="1667"/>
                  </a:lnTo>
                  <a:cubicBezTo>
                    <a:pt x="29" y="1759"/>
                    <a:pt x="29" y="1851"/>
                    <a:pt x="36" y="1951"/>
                  </a:cubicBezTo>
                  <a:cubicBezTo>
                    <a:pt x="256" y="5836"/>
                    <a:pt x="859" y="9148"/>
                    <a:pt x="1887" y="12048"/>
                  </a:cubicBezTo>
                  <a:cubicBezTo>
                    <a:pt x="1852" y="12090"/>
                    <a:pt x="1823" y="12133"/>
                    <a:pt x="1795" y="12175"/>
                  </a:cubicBezTo>
                  <a:cubicBezTo>
                    <a:pt x="1100" y="13182"/>
                    <a:pt x="930" y="14530"/>
                    <a:pt x="1341" y="15884"/>
                  </a:cubicBezTo>
                  <a:cubicBezTo>
                    <a:pt x="1540" y="16522"/>
                    <a:pt x="1837" y="17096"/>
                    <a:pt x="2157" y="17621"/>
                  </a:cubicBezTo>
                  <a:cubicBezTo>
                    <a:pt x="1845" y="18125"/>
                    <a:pt x="1667" y="18678"/>
                    <a:pt x="1646" y="19245"/>
                  </a:cubicBezTo>
                  <a:cubicBezTo>
                    <a:pt x="1639" y="19429"/>
                    <a:pt x="1653" y="19621"/>
                    <a:pt x="1681" y="19798"/>
                  </a:cubicBezTo>
                  <a:cubicBezTo>
                    <a:pt x="1525" y="20039"/>
                    <a:pt x="1419" y="20316"/>
                    <a:pt x="1384" y="20613"/>
                  </a:cubicBezTo>
                  <a:cubicBezTo>
                    <a:pt x="1306" y="21351"/>
                    <a:pt x="1639" y="22074"/>
                    <a:pt x="2249" y="22535"/>
                  </a:cubicBezTo>
                  <a:cubicBezTo>
                    <a:pt x="2093" y="23414"/>
                    <a:pt x="2192" y="24180"/>
                    <a:pt x="2554" y="24854"/>
                  </a:cubicBezTo>
                  <a:cubicBezTo>
                    <a:pt x="2929" y="25541"/>
                    <a:pt x="3568" y="26080"/>
                    <a:pt x="4411" y="26407"/>
                  </a:cubicBezTo>
                  <a:cubicBezTo>
                    <a:pt x="4575" y="26477"/>
                    <a:pt x="4752" y="26534"/>
                    <a:pt x="4929" y="26577"/>
                  </a:cubicBezTo>
                  <a:cubicBezTo>
                    <a:pt x="4936" y="26584"/>
                    <a:pt x="4943" y="26584"/>
                    <a:pt x="4950" y="26584"/>
                  </a:cubicBezTo>
                  <a:cubicBezTo>
                    <a:pt x="5021" y="26605"/>
                    <a:pt x="5092" y="26619"/>
                    <a:pt x="5163" y="26633"/>
                  </a:cubicBezTo>
                  <a:lnTo>
                    <a:pt x="5163" y="26640"/>
                  </a:lnTo>
                  <a:lnTo>
                    <a:pt x="5206" y="26648"/>
                  </a:lnTo>
                  <a:cubicBezTo>
                    <a:pt x="5298" y="26669"/>
                    <a:pt x="5369" y="26683"/>
                    <a:pt x="5440" y="26690"/>
                  </a:cubicBezTo>
                  <a:cubicBezTo>
                    <a:pt x="5489" y="26697"/>
                    <a:pt x="5539" y="26711"/>
                    <a:pt x="5588" y="26718"/>
                  </a:cubicBezTo>
                  <a:cubicBezTo>
                    <a:pt x="5794" y="26825"/>
                    <a:pt x="6021" y="26882"/>
                    <a:pt x="6269" y="26882"/>
                  </a:cubicBezTo>
                  <a:cubicBezTo>
                    <a:pt x="6319" y="26882"/>
                    <a:pt x="6376" y="26882"/>
                    <a:pt x="6425" y="26874"/>
                  </a:cubicBezTo>
                  <a:lnTo>
                    <a:pt x="6432" y="26874"/>
                  </a:lnTo>
                  <a:cubicBezTo>
                    <a:pt x="6532" y="26860"/>
                    <a:pt x="6624" y="26846"/>
                    <a:pt x="6709" y="26818"/>
                  </a:cubicBezTo>
                  <a:lnTo>
                    <a:pt x="6929" y="26818"/>
                  </a:lnTo>
                  <a:cubicBezTo>
                    <a:pt x="7035" y="26825"/>
                    <a:pt x="7141" y="26825"/>
                    <a:pt x="7248" y="26825"/>
                  </a:cubicBezTo>
                  <a:lnTo>
                    <a:pt x="7510" y="26825"/>
                  </a:lnTo>
                  <a:cubicBezTo>
                    <a:pt x="7723" y="26988"/>
                    <a:pt x="7978" y="27087"/>
                    <a:pt x="8255" y="27116"/>
                  </a:cubicBezTo>
                  <a:cubicBezTo>
                    <a:pt x="8304" y="27123"/>
                    <a:pt x="8354" y="27130"/>
                    <a:pt x="8404" y="27130"/>
                  </a:cubicBezTo>
                  <a:cubicBezTo>
                    <a:pt x="8744" y="27130"/>
                    <a:pt x="9063" y="27009"/>
                    <a:pt x="9311" y="26818"/>
                  </a:cubicBezTo>
                  <a:cubicBezTo>
                    <a:pt x="9410" y="26825"/>
                    <a:pt x="9495" y="26825"/>
                    <a:pt x="9588" y="26832"/>
                  </a:cubicBezTo>
                  <a:cubicBezTo>
                    <a:pt x="9602" y="26867"/>
                    <a:pt x="9623" y="26903"/>
                    <a:pt x="9644" y="26931"/>
                  </a:cubicBezTo>
                  <a:cubicBezTo>
                    <a:pt x="9878" y="27250"/>
                    <a:pt x="10219" y="27463"/>
                    <a:pt x="10609" y="27534"/>
                  </a:cubicBezTo>
                  <a:cubicBezTo>
                    <a:pt x="10687" y="27548"/>
                    <a:pt x="10772" y="27548"/>
                    <a:pt x="10850" y="27548"/>
                  </a:cubicBezTo>
                  <a:cubicBezTo>
                    <a:pt x="11105" y="27548"/>
                    <a:pt x="11339" y="27491"/>
                    <a:pt x="11552" y="27378"/>
                  </a:cubicBezTo>
                  <a:cubicBezTo>
                    <a:pt x="11765" y="27456"/>
                    <a:pt x="11991" y="27534"/>
                    <a:pt x="12225" y="27598"/>
                  </a:cubicBezTo>
                  <a:cubicBezTo>
                    <a:pt x="12502" y="27924"/>
                    <a:pt x="12906" y="28108"/>
                    <a:pt x="13346" y="28108"/>
                  </a:cubicBezTo>
                  <a:cubicBezTo>
                    <a:pt x="13615" y="28108"/>
                    <a:pt x="13885" y="28037"/>
                    <a:pt x="14119" y="27888"/>
                  </a:cubicBezTo>
                  <a:cubicBezTo>
                    <a:pt x="14161" y="27860"/>
                    <a:pt x="14204" y="27832"/>
                    <a:pt x="14246" y="27803"/>
                  </a:cubicBezTo>
                  <a:cubicBezTo>
                    <a:pt x="14268" y="27803"/>
                    <a:pt x="14296" y="27796"/>
                    <a:pt x="14317" y="27796"/>
                  </a:cubicBezTo>
                  <a:cubicBezTo>
                    <a:pt x="14587" y="28059"/>
                    <a:pt x="14955" y="28215"/>
                    <a:pt x="15352" y="28215"/>
                  </a:cubicBezTo>
                  <a:cubicBezTo>
                    <a:pt x="15402" y="28215"/>
                    <a:pt x="15445" y="28215"/>
                    <a:pt x="15494" y="28208"/>
                  </a:cubicBezTo>
                  <a:cubicBezTo>
                    <a:pt x="15792" y="28654"/>
                    <a:pt x="16218" y="29023"/>
                    <a:pt x="16764" y="29307"/>
                  </a:cubicBezTo>
                  <a:cubicBezTo>
                    <a:pt x="17480" y="29682"/>
                    <a:pt x="18309" y="29867"/>
                    <a:pt x="19238" y="29867"/>
                  </a:cubicBezTo>
                  <a:cubicBezTo>
                    <a:pt x="19508" y="29867"/>
                    <a:pt x="19777" y="29853"/>
                    <a:pt x="20068" y="29824"/>
                  </a:cubicBezTo>
                  <a:cubicBezTo>
                    <a:pt x="20181" y="29881"/>
                    <a:pt x="20295" y="29924"/>
                    <a:pt x="20422" y="29952"/>
                  </a:cubicBezTo>
                  <a:lnTo>
                    <a:pt x="20429" y="29952"/>
                  </a:lnTo>
                  <a:cubicBezTo>
                    <a:pt x="20536" y="29973"/>
                    <a:pt x="20635" y="29987"/>
                    <a:pt x="20741" y="29987"/>
                  </a:cubicBezTo>
                  <a:cubicBezTo>
                    <a:pt x="21174" y="29987"/>
                    <a:pt x="21564" y="29803"/>
                    <a:pt x="21840" y="29498"/>
                  </a:cubicBezTo>
                  <a:cubicBezTo>
                    <a:pt x="21926" y="29477"/>
                    <a:pt x="22018" y="29456"/>
                    <a:pt x="22103" y="29434"/>
                  </a:cubicBezTo>
                  <a:cubicBezTo>
                    <a:pt x="22117" y="29434"/>
                    <a:pt x="22124" y="29427"/>
                    <a:pt x="22138" y="29427"/>
                  </a:cubicBezTo>
                  <a:cubicBezTo>
                    <a:pt x="22238" y="29463"/>
                    <a:pt x="22351" y="29491"/>
                    <a:pt x="22472" y="29505"/>
                  </a:cubicBezTo>
                  <a:cubicBezTo>
                    <a:pt x="22521" y="29505"/>
                    <a:pt x="22571" y="29512"/>
                    <a:pt x="22628" y="29512"/>
                  </a:cubicBezTo>
                  <a:cubicBezTo>
                    <a:pt x="23018" y="29512"/>
                    <a:pt x="23372" y="29363"/>
                    <a:pt x="23634" y="29115"/>
                  </a:cubicBezTo>
                  <a:cubicBezTo>
                    <a:pt x="23684" y="29108"/>
                    <a:pt x="23734" y="29101"/>
                    <a:pt x="23783" y="29094"/>
                  </a:cubicBezTo>
                  <a:cubicBezTo>
                    <a:pt x="24039" y="29307"/>
                    <a:pt x="24365" y="29427"/>
                    <a:pt x="24719" y="29427"/>
                  </a:cubicBezTo>
                  <a:cubicBezTo>
                    <a:pt x="24769" y="29427"/>
                    <a:pt x="24819" y="29427"/>
                    <a:pt x="24875" y="29420"/>
                  </a:cubicBezTo>
                  <a:lnTo>
                    <a:pt x="24882" y="29420"/>
                  </a:lnTo>
                  <a:cubicBezTo>
                    <a:pt x="25081" y="29399"/>
                    <a:pt x="25272" y="29335"/>
                    <a:pt x="25443" y="29243"/>
                  </a:cubicBezTo>
                  <a:cubicBezTo>
                    <a:pt x="25691" y="29328"/>
                    <a:pt x="25953" y="29434"/>
                    <a:pt x="26223" y="29548"/>
                  </a:cubicBezTo>
                  <a:cubicBezTo>
                    <a:pt x="26357" y="29604"/>
                    <a:pt x="26485" y="29654"/>
                    <a:pt x="26620" y="29711"/>
                  </a:cubicBezTo>
                  <a:cubicBezTo>
                    <a:pt x="26790" y="29775"/>
                    <a:pt x="26967" y="29810"/>
                    <a:pt x="27144" y="29810"/>
                  </a:cubicBezTo>
                  <a:cubicBezTo>
                    <a:pt x="27428" y="29810"/>
                    <a:pt x="27705" y="29732"/>
                    <a:pt x="27939" y="29569"/>
                  </a:cubicBezTo>
                  <a:cubicBezTo>
                    <a:pt x="28329" y="29307"/>
                    <a:pt x="28563" y="28867"/>
                    <a:pt x="28563" y="28392"/>
                  </a:cubicBezTo>
                  <a:lnTo>
                    <a:pt x="28563" y="25130"/>
                  </a:lnTo>
                  <a:lnTo>
                    <a:pt x="28563" y="22960"/>
                  </a:lnTo>
                  <a:lnTo>
                    <a:pt x="28563" y="21868"/>
                  </a:lnTo>
                  <a:lnTo>
                    <a:pt x="28563" y="20528"/>
                  </a:lnTo>
                  <a:lnTo>
                    <a:pt x="28563" y="20117"/>
                  </a:lnTo>
                  <a:lnTo>
                    <a:pt x="28563" y="18997"/>
                  </a:lnTo>
                  <a:lnTo>
                    <a:pt x="28563" y="14735"/>
                  </a:lnTo>
                  <a:lnTo>
                    <a:pt x="28563" y="13154"/>
                  </a:lnTo>
                  <a:lnTo>
                    <a:pt x="28563" y="12409"/>
                  </a:lnTo>
                  <a:lnTo>
                    <a:pt x="28563" y="10857"/>
                  </a:lnTo>
                  <a:lnTo>
                    <a:pt x="28563" y="8205"/>
                  </a:lnTo>
                  <a:lnTo>
                    <a:pt x="28563" y="6184"/>
                  </a:lnTo>
                  <a:lnTo>
                    <a:pt x="28563" y="1475"/>
                  </a:lnTo>
                  <a:cubicBezTo>
                    <a:pt x="28563" y="695"/>
                    <a:pt x="27931" y="57"/>
                    <a:pt x="27144" y="57"/>
                  </a:cubicBezTo>
                  <a:lnTo>
                    <a:pt x="26293" y="57"/>
                  </a:lnTo>
                  <a:cubicBezTo>
                    <a:pt x="26180" y="29"/>
                    <a:pt x="26067" y="8"/>
                    <a:pt x="25953" y="1"/>
                  </a:cubicBezTo>
                  <a:lnTo>
                    <a:pt x="25825" y="1"/>
                  </a:lnTo>
                  <a:cubicBezTo>
                    <a:pt x="25705" y="8"/>
                    <a:pt x="25584" y="29"/>
                    <a:pt x="25464" y="57"/>
                  </a:cubicBezTo>
                  <a:lnTo>
                    <a:pt x="8290" y="57"/>
                  </a:lnTo>
                  <a:cubicBezTo>
                    <a:pt x="8155" y="22"/>
                    <a:pt x="8014" y="1"/>
                    <a:pt x="78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51"/>
            <p:cNvSpPr/>
            <p:nvPr/>
          </p:nvSpPr>
          <p:spPr>
            <a:xfrm>
              <a:off x="2907025" y="3604963"/>
              <a:ext cx="817770" cy="752379"/>
            </a:xfrm>
            <a:custGeom>
              <a:avLst/>
              <a:gdLst/>
              <a:ahLst/>
              <a:cxnLst/>
              <a:rect l="l" t="t" r="r" b="b"/>
              <a:pathLst>
                <a:path w="25712" h="23656" extrusionOk="0">
                  <a:moveTo>
                    <a:pt x="0" y="0"/>
                  </a:moveTo>
                  <a:cubicBezTo>
                    <a:pt x="7" y="135"/>
                    <a:pt x="14" y="263"/>
                    <a:pt x="22" y="398"/>
                  </a:cubicBezTo>
                  <a:cubicBezTo>
                    <a:pt x="892" y="16011"/>
                    <a:pt x="8474" y="23655"/>
                    <a:pt x="25616" y="23655"/>
                  </a:cubicBezTo>
                  <a:cubicBezTo>
                    <a:pt x="25648" y="23655"/>
                    <a:pt x="25680" y="23655"/>
                    <a:pt x="25711" y="23655"/>
                  </a:cubicBezTo>
                  <a:lnTo>
                    <a:pt x="25711" y="0"/>
                  </a:lnTo>
                  <a:close/>
                </a:path>
              </a:pathLst>
            </a:custGeom>
            <a:solidFill>
              <a:srgbClr val="9876C1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51"/>
            <p:cNvSpPr/>
            <p:nvPr/>
          </p:nvSpPr>
          <p:spPr>
            <a:xfrm>
              <a:off x="3059911" y="3604963"/>
              <a:ext cx="664884" cy="606012"/>
            </a:xfrm>
            <a:custGeom>
              <a:avLst/>
              <a:gdLst/>
              <a:ahLst/>
              <a:cxnLst/>
              <a:rect l="l" t="t" r="r" b="b"/>
              <a:pathLst>
                <a:path w="20905" h="19054" extrusionOk="0">
                  <a:moveTo>
                    <a:pt x="15" y="0"/>
                  </a:moveTo>
                  <a:cubicBezTo>
                    <a:pt x="8" y="305"/>
                    <a:pt x="1" y="603"/>
                    <a:pt x="8" y="908"/>
                  </a:cubicBezTo>
                  <a:cubicBezTo>
                    <a:pt x="121" y="14239"/>
                    <a:pt x="12750" y="18607"/>
                    <a:pt x="20486" y="19039"/>
                  </a:cubicBezTo>
                  <a:cubicBezTo>
                    <a:pt x="20621" y="19046"/>
                    <a:pt x="20763" y="19046"/>
                    <a:pt x="20904" y="19053"/>
                  </a:cubicBezTo>
                  <a:lnTo>
                    <a:pt x="20904" y="0"/>
                  </a:lnTo>
                  <a:close/>
                </a:path>
              </a:pathLst>
            </a:custGeom>
            <a:solidFill>
              <a:srgbClr val="9876C1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51"/>
            <p:cNvSpPr/>
            <p:nvPr/>
          </p:nvSpPr>
          <p:spPr>
            <a:xfrm>
              <a:off x="3269665" y="3604963"/>
              <a:ext cx="455130" cy="421766"/>
            </a:xfrm>
            <a:custGeom>
              <a:avLst/>
              <a:gdLst/>
              <a:ahLst/>
              <a:cxnLst/>
              <a:rect l="l" t="t" r="r" b="b"/>
              <a:pathLst>
                <a:path w="14310" h="13261" extrusionOk="0">
                  <a:moveTo>
                    <a:pt x="64" y="0"/>
                  </a:moveTo>
                  <a:cubicBezTo>
                    <a:pt x="0" y="7687"/>
                    <a:pt x="5425" y="12948"/>
                    <a:pt x="14309" y="13260"/>
                  </a:cubicBezTo>
                  <a:lnTo>
                    <a:pt x="14309" y="0"/>
                  </a:lnTo>
                  <a:close/>
                </a:path>
              </a:pathLst>
            </a:custGeom>
            <a:solidFill>
              <a:srgbClr val="9876C1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51"/>
            <p:cNvSpPr/>
            <p:nvPr/>
          </p:nvSpPr>
          <p:spPr>
            <a:xfrm>
              <a:off x="3526523" y="3604963"/>
              <a:ext cx="198272" cy="214048"/>
            </a:xfrm>
            <a:custGeom>
              <a:avLst/>
              <a:gdLst/>
              <a:ahLst/>
              <a:cxnLst/>
              <a:rect l="l" t="t" r="r" b="b"/>
              <a:pathLst>
                <a:path w="6234" h="6730" extrusionOk="0">
                  <a:moveTo>
                    <a:pt x="1" y="0"/>
                  </a:moveTo>
                  <a:cubicBezTo>
                    <a:pt x="128" y="4255"/>
                    <a:pt x="3121" y="6439"/>
                    <a:pt x="6233" y="6730"/>
                  </a:cubicBezTo>
                  <a:lnTo>
                    <a:pt x="6233" y="0"/>
                  </a:lnTo>
                  <a:close/>
                </a:path>
              </a:pathLst>
            </a:custGeom>
            <a:solidFill>
              <a:srgbClr val="FF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51"/>
            <p:cNvSpPr/>
            <p:nvPr/>
          </p:nvSpPr>
          <p:spPr>
            <a:xfrm>
              <a:off x="2939275" y="3710111"/>
              <a:ext cx="785520" cy="555220"/>
            </a:xfrm>
            <a:custGeom>
              <a:avLst/>
              <a:gdLst/>
              <a:ahLst/>
              <a:cxnLst/>
              <a:rect l="l" t="t" r="r" b="b"/>
              <a:pathLst>
                <a:path w="24698" h="17457" extrusionOk="0">
                  <a:moveTo>
                    <a:pt x="9880" y="1"/>
                  </a:moveTo>
                  <a:cubicBezTo>
                    <a:pt x="9625" y="1"/>
                    <a:pt x="9370" y="28"/>
                    <a:pt x="9119" y="84"/>
                  </a:cubicBezTo>
                  <a:cubicBezTo>
                    <a:pt x="7566" y="438"/>
                    <a:pt x="6325" y="1871"/>
                    <a:pt x="6205" y="3452"/>
                  </a:cubicBezTo>
                  <a:cubicBezTo>
                    <a:pt x="5711" y="2916"/>
                    <a:pt x="5093" y="2654"/>
                    <a:pt x="4528" y="2654"/>
                  </a:cubicBezTo>
                  <a:cubicBezTo>
                    <a:pt x="4226" y="2654"/>
                    <a:pt x="3939" y="2729"/>
                    <a:pt x="3695" y="2878"/>
                  </a:cubicBezTo>
                  <a:cubicBezTo>
                    <a:pt x="3000" y="3296"/>
                    <a:pt x="2652" y="4154"/>
                    <a:pt x="2652" y="4969"/>
                  </a:cubicBezTo>
                  <a:cubicBezTo>
                    <a:pt x="2645" y="5778"/>
                    <a:pt x="2936" y="6565"/>
                    <a:pt x="3255" y="7316"/>
                  </a:cubicBezTo>
                  <a:cubicBezTo>
                    <a:pt x="3041" y="7251"/>
                    <a:pt x="2808" y="7218"/>
                    <a:pt x="2568" y="7218"/>
                  </a:cubicBezTo>
                  <a:cubicBezTo>
                    <a:pt x="1799" y="7218"/>
                    <a:pt x="965" y="7554"/>
                    <a:pt x="511" y="8203"/>
                  </a:cubicBezTo>
                  <a:cubicBezTo>
                    <a:pt x="22" y="8905"/>
                    <a:pt x="0" y="9862"/>
                    <a:pt x="256" y="10684"/>
                  </a:cubicBezTo>
                  <a:cubicBezTo>
                    <a:pt x="504" y="11514"/>
                    <a:pt x="1000" y="12237"/>
                    <a:pt x="1482" y="12954"/>
                  </a:cubicBezTo>
                  <a:cubicBezTo>
                    <a:pt x="454" y="13804"/>
                    <a:pt x="397" y="14981"/>
                    <a:pt x="1028" y="15598"/>
                  </a:cubicBezTo>
                  <a:cubicBezTo>
                    <a:pt x="970" y="15562"/>
                    <a:pt x="906" y="15546"/>
                    <a:pt x="841" y="15546"/>
                  </a:cubicBezTo>
                  <a:cubicBezTo>
                    <a:pt x="613" y="15546"/>
                    <a:pt x="375" y="15746"/>
                    <a:pt x="348" y="15988"/>
                  </a:cubicBezTo>
                  <a:cubicBezTo>
                    <a:pt x="312" y="16300"/>
                    <a:pt x="546" y="16591"/>
                    <a:pt x="830" y="16726"/>
                  </a:cubicBezTo>
                  <a:cubicBezTo>
                    <a:pt x="1031" y="16816"/>
                    <a:pt x="1254" y="16843"/>
                    <a:pt x="1478" y="16843"/>
                  </a:cubicBezTo>
                  <a:cubicBezTo>
                    <a:pt x="1570" y="16843"/>
                    <a:pt x="1661" y="16838"/>
                    <a:pt x="1752" y="16832"/>
                  </a:cubicBezTo>
                  <a:cubicBezTo>
                    <a:pt x="1931" y="16820"/>
                    <a:pt x="2113" y="16803"/>
                    <a:pt x="2294" y="16803"/>
                  </a:cubicBezTo>
                  <a:cubicBezTo>
                    <a:pt x="2426" y="16803"/>
                    <a:pt x="2558" y="16812"/>
                    <a:pt x="2688" y="16839"/>
                  </a:cubicBezTo>
                  <a:cubicBezTo>
                    <a:pt x="4726" y="17257"/>
                    <a:pt x="6801" y="17457"/>
                    <a:pt x="8879" y="17457"/>
                  </a:cubicBezTo>
                  <a:cubicBezTo>
                    <a:pt x="13190" y="17457"/>
                    <a:pt x="17513" y="16596"/>
                    <a:pt x="21542" y="15031"/>
                  </a:cubicBezTo>
                  <a:cubicBezTo>
                    <a:pt x="22563" y="14634"/>
                    <a:pt x="23627" y="14372"/>
                    <a:pt x="24697" y="14216"/>
                  </a:cubicBezTo>
                  <a:lnTo>
                    <a:pt x="24697" y="8373"/>
                  </a:lnTo>
                  <a:cubicBezTo>
                    <a:pt x="24038" y="7536"/>
                    <a:pt x="23556" y="6891"/>
                    <a:pt x="22932" y="6395"/>
                  </a:cubicBezTo>
                  <a:cubicBezTo>
                    <a:pt x="22337" y="5920"/>
                    <a:pt x="21597" y="5597"/>
                    <a:pt x="20832" y="5597"/>
                  </a:cubicBezTo>
                  <a:cubicBezTo>
                    <a:pt x="20785" y="5597"/>
                    <a:pt x="20738" y="5598"/>
                    <a:pt x="20691" y="5600"/>
                  </a:cubicBezTo>
                  <a:cubicBezTo>
                    <a:pt x="19883" y="5643"/>
                    <a:pt x="19081" y="6104"/>
                    <a:pt x="18748" y="6841"/>
                  </a:cubicBezTo>
                  <a:cubicBezTo>
                    <a:pt x="18380" y="6409"/>
                    <a:pt x="18287" y="6012"/>
                    <a:pt x="18075" y="5671"/>
                  </a:cubicBezTo>
                  <a:cubicBezTo>
                    <a:pt x="17862" y="5324"/>
                    <a:pt x="17514" y="5040"/>
                    <a:pt x="17110" y="5026"/>
                  </a:cubicBezTo>
                  <a:cubicBezTo>
                    <a:pt x="17090" y="5025"/>
                    <a:pt x="17070" y="5024"/>
                    <a:pt x="17050" y="5024"/>
                  </a:cubicBezTo>
                  <a:cubicBezTo>
                    <a:pt x="16627" y="5024"/>
                    <a:pt x="16250" y="5301"/>
                    <a:pt x="15912" y="5565"/>
                  </a:cubicBezTo>
                  <a:cubicBezTo>
                    <a:pt x="16430" y="4962"/>
                    <a:pt x="16734" y="4175"/>
                    <a:pt x="16628" y="3438"/>
                  </a:cubicBezTo>
                  <a:cubicBezTo>
                    <a:pt x="16529" y="2693"/>
                    <a:pt x="16018" y="2027"/>
                    <a:pt x="15330" y="1722"/>
                  </a:cubicBezTo>
                  <a:cubicBezTo>
                    <a:pt x="15056" y="1602"/>
                    <a:pt x="14755" y="1543"/>
                    <a:pt x="14454" y="1543"/>
                  </a:cubicBezTo>
                  <a:cubicBezTo>
                    <a:pt x="14010" y="1543"/>
                    <a:pt x="13564" y="1671"/>
                    <a:pt x="13196" y="1920"/>
                  </a:cubicBezTo>
                  <a:cubicBezTo>
                    <a:pt x="12530" y="731"/>
                    <a:pt x="11206" y="1"/>
                    <a:pt x="98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51"/>
            <p:cNvSpPr/>
            <p:nvPr/>
          </p:nvSpPr>
          <p:spPr>
            <a:xfrm>
              <a:off x="2971525" y="3917607"/>
              <a:ext cx="748531" cy="480383"/>
            </a:xfrm>
            <a:custGeom>
              <a:avLst/>
              <a:gdLst/>
              <a:ahLst/>
              <a:cxnLst/>
              <a:rect l="l" t="t" r="r" b="b"/>
              <a:pathLst>
                <a:path w="23535" h="15104" extrusionOk="0">
                  <a:moveTo>
                    <a:pt x="8540" y="1"/>
                  </a:moveTo>
                  <a:cubicBezTo>
                    <a:pt x="8342" y="1"/>
                    <a:pt x="8143" y="77"/>
                    <a:pt x="7992" y="232"/>
                  </a:cubicBezTo>
                  <a:cubicBezTo>
                    <a:pt x="6034" y="2267"/>
                    <a:pt x="4198" y="4501"/>
                    <a:pt x="2539" y="6848"/>
                  </a:cubicBezTo>
                  <a:cubicBezTo>
                    <a:pt x="1674" y="8067"/>
                    <a:pt x="851" y="9337"/>
                    <a:pt x="369" y="10748"/>
                  </a:cubicBezTo>
                  <a:cubicBezTo>
                    <a:pt x="135" y="11436"/>
                    <a:pt x="0" y="12230"/>
                    <a:pt x="341" y="12875"/>
                  </a:cubicBezTo>
                  <a:cubicBezTo>
                    <a:pt x="702" y="13542"/>
                    <a:pt x="1482" y="13861"/>
                    <a:pt x="2220" y="13988"/>
                  </a:cubicBezTo>
                  <a:cubicBezTo>
                    <a:pt x="2733" y="14078"/>
                    <a:pt x="3253" y="14100"/>
                    <a:pt x="3776" y="14100"/>
                  </a:cubicBezTo>
                  <a:cubicBezTo>
                    <a:pt x="4281" y="14100"/>
                    <a:pt x="4788" y="14080"/>
                    <a:pt x="5292" y="14080"/>
                  </a:cubicBezTo>
                  <a:cubicBezTo>
                    <a:pt x="5953" y="14080"/>
                    <a:pt x="6608" y="14115"/>
                    <a:pt x="7247" y="14279"/>
                  </a:cubicBezTo>
                  <a:cubicBezTo>
                    <a:pt x="8098" y="14499"/>
                    <a:pt x="8885" y="14938"/>
                    <a:pt x="9750" y="15066"/>
                  </a:cubicBezTo>
                  <a:cubicBezTo>
                    <a:pt x="9929" y="15092"/>
                    <a:pt x="10107" y="15104"/>
                    <a:pt x="10284" y="15104"/>
                  </a:cubicBezTo>
                  <a:cubicBezTo>
                    <a:pt x="11761" y="15104"/>
                    <a:pt x="13164" y="14258"/>
                    <a:pt x="14430" y="13428"/>
                  </a:cubicBezTo>
                  <a:cubicBezTo>
                    <a:pt x="16146" y="13350"/>
                    <a:pt x="17578" y="13386"/>
                    <a:pt x="18961" y="13074"/>
                  </a:cubicBezTo>
                  <a:cubicBezTo>
                    <a:pt x="20344" y="12762"/>
                    <a:pt x="21698" y="12067"/>
                    <a:pt x="22513" y="10911"/>
                  </a:cubicBezTo>
                  <a:cubicBezTo>
                    <a:pt x="23329" y="9755"/>
                    <a:pt x="23534" y="8231"/>
                    <a:pt x="23201" y="6855"/>
                  </a:cubicBezTo>
                  <a:cubicBezTo>
                    <a:pt x="22875" y="5486"/>
                    <a:pt x="22045" y="4260"/>
                    <a:pt x="20989" y="3324"/>
                  </a:cubicBezTo>
                  <a:cubicBezTo>
                    <a:pt x="20103" y="2523"/>
                    <a:pt x="19053" y="1920"/>
                    <a:pt x="17961" y="1438"/>
                  </a:cubicBezTo>
                  <a:cubicBezTo>
                    <a:pt x="17765" y="1353"/>
                    <a:pt x="17557" y="1310"/>
                    <a:pt x="17349" y="1310"/>
                  </a:cubicBezTo>
                  <a:cubicBezTo>
                    <a:pt x="17052" y="1310"/>
                    <a:pt x="16758" y="1397"/>
                    <a:pt x="16508" y="1572"/>
                  </a:cubicBezTo>
                  <a:cubicBezTo>
                    <a:pt x="16096" y="1849"/>
                    <a:pt x="15756" y="2232"/>
                    <a:pt x="15394" y="2579"/>
                  </a:cubicBezTo>
                  <a:cubicBezTo>
                    <a:pt x="14856" y="3105"/>
                    <a:pt x="14180" y="3593"/>
                    <a:pt x="13442" y="3593"/>
                  </a:cubicBezTo>
                  <a:cubicBezTo>
                    <a:pt x="13394" y="3593"/>
                    <a:pt x="13345" y="3591"/>
                    <a:pt x="13295" y="3586"/>
                  </a:cubicBezTo>
                  <a:cubicBezTo>
                    <a:pt x="12664" y="3529"/>
                    <a:pt x="12125" y="3118"/>
                    <a:pt x="11643" y="2707"/>
                  </a:cubicBezTo>
                  <a:cubicBezTo>
                    <a:pt x="10743" y="1948"/>
                    <a:pt x="9899" y="1126"/>
                    <a:pt x="9112" y="253"/>
                  </a:cubicBezTo>
                  <a:cubicBezTo>
                    <a:pt x="8959" y="86"/>
                    <a:pt x="8750" y="1"/>
                    <a:pt x="8540" y="1"/>
                  </a:cubicBezTo>
                  <a:close/>
                </a:path>
              </a:pathLst>
            </a:custGeom>
            <a:solidFill>
              <a:srgbClr val="9876C1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51"/>
            <p:cNvSpPr/>
            <p:nvPr/>
          </p:nvSpPr>
          <p:spPr>
            <a:xfrm>
              <a:off x="3434288" y="3959303"/>
              <a:ext cx="285768" cy="317287"/>
            </a:xfrm>
            <a:custGeom>
              <a:avLst/>
              <a:gdLst/>
              <a:ahLst/>
              <a:cxnLst/>
              <a:rect l="l" t="t" r="r" b="b"/>
              <a:pathLst>
                <a:path w="8985" h="9976" extrusionOk="0">
                  <a:moveTo>
                    <a:pt x="2810" y="0"/>
                  </a:moveTo>
                  <a:cubicBezTo>
                    <a:pt x="2743" y="0"/>
                    <a:pt x="2676" y="4"/>
                    <a:pt x="2610" y="13"/>
                  </a:cubicBezTo>
                  <a:lnTo>
                    <a:pt x="362" y="2545"/>
                  </a:lnTo>
                  <a:cubicBezTo>
                    <a:pt x="178" y="2750"/>
                    <a:pt x="0" y="3055"/>
                    <a:pt x="178" y="3261"/>
                  </a:cubicBezTo>
                  <a:cubicBezTo>
                    <a:pt x="242" y="3337"/>
                    <a:pt x="332" y="3366"/>
                    <a:pt x="430" y="3366"/>
                  </a:cubicBezTo>
                  <a:cubicBezTo>
                    <a:pt x="568" y="3366"/>
                    <a:pt x="723" y="3309"/>
                    <a:pt x="851" y="3247"/>
                  </a:cubicBezTo>
                  <a:cubicBezTo>
                    <a:pt x="1298" y="3027"/>
                    <a:pt x="1752" y="2807"/>
                    <a:pt x="2206" y="2587"/>
                  </a:cubicBezTo>
                  <a:cubicBezTo>
                    <a:pt x="2307" y="2534"/>
                    <a:pt x="2421" y="2484"/>
                    <a:pt x="2534" y="2484"/>
                  </a:cubicBezTo>
                  <a:cubicBezTo>
                    <a:pt x="2571" y="2484"/>
                    <a:pt x="2608" y="2490"/>
                    <a:pt x="2645" y="2502"/>
                  </a:cubicBezTo>
                  <a:cubicBezTo>
                    <a:pt x="2851" y="2573"/>
                    <a:pt x="2901" y="2864"/>
                    <a:pt x="2844" y="3076"/>
                  </a:cubicBezTo>
                  <a:cubicBezTo>
                    <a:pt x="2787" y="3296"/>
                    <a:pt x="2652" y="3488"/>
                    <a:pt x="2631" y="3715"/>
                  </a:cubicBezTo>
                  <a:cubicBezTo>
                    <a:pt x="2582" y="4147"/>
                    <a:pt x="2964" y="4523"/>
                    <a:pt x="3369" y="4679"/>
                  </a:cubicBezTo>
                  <a:cubicBezTo>
                    <a:pt x="3773" y="4842"/>
                    <a:pt x="4227" y="4863"/>
                    <a:pt x="4638" y="5012"/>
                  </a:cubicBezTo>
                  <a:cubicBezTo>
                    <a:pt x="5411" y="5296"/>
                    <a:pt x="5964" y="6012"/>
                    <a:pt x="6311" y="6764"/>
                  </a:cubicBezTo>
                  <a:cubicBezTo>
                    <a:pt x="6659" y="7515"/>
                    <a:pt x="6850" y="8331"/>
                    <a:pt x="7176" y="9096"/>
                  </a:cubicBezTo>
                  <a:cubicBezTo>
                    <a:pt x="7311" y="9401"/>
                    <a:pt x="7467" y="9699"/>
                    <a:pt x="7658" y="9976"/>
                  </a:cubicBezTo>
                  <a:cubicBezTo>
                    <a:pt x="7765" y="9855"/>
                    <a:pt x="7871" y="9728"/>
                    <a:pt x="7963" y="9600"/>
                  </a:cubicBezTo>
                  <a:cubicBezTo>
                    <a:pt x="8779" y="8444"/>
                    <a:pt x="8984" y="6920"/>
                    <a:pt x="8651" y="5544"/>
                  </a:cubicBezTo>
                  <a:cubicBezTo>
                    <a:pt x="8325" y="4175"/>
                    <a:pt x="7495" y="2949"/>
                    <a:pt x="6439" y="2013"/>
                  </a:cubicBezTo>
                  <a:cubicBezTo>
                    <a:pt x="5553" y="1212"/>
                    <a:pt x="4503" y="609"/>
                    <a:pt x="3411" y="127"/>
                  </a:cubicBezTo>
                  <a:cubicBezTo>
                    <a:pt x="3219" y="41"/>
                    <a:pt x="3015" y="0"/>
                    <a:pt x="2810" y="0"/>
                  </a:cubicBezTo>
                  <a:close/>
                </a:path>
              </a:pathLst>
            </a:custGeom>
            <a:solidFill>
              <a:srgbClr val="9876C1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51"/>
            <p:cNvSpPr/>
            <p:nvPr/>
          </p:nvSpPr>
          <p:spPr>
            <a:xfrm>
              <a:off x="3018215" y="3917766"/>
              <a:ext cx="433916" cy="448291"/>
            </a:xfrm>
            <a:custGeom>
              <a:avLst/>
              <a:gdLst/>
              <a:ahLst/>
              <a:cxnLst/>
              <a:rect l="l" t="t" r="r" b="b"/>
              <a:pathLst>
                <a:path w="13643" h="14095" extrusionOk="0">
                  <a:moveTo>
                    <a:pt x="7074" y="1"/>
                  </a:moveTo>
                  <a:cubicBezTo>
                    <a:pt x="6996" y="1"/>
                    <a:pt x="6918" y="13"/>
                    <a:pt x="6843" y="36"/>
                  </a:cubicBezTo>
                  <a:cubicBezTo>
                    <a:pt x="7112" y="277"/>
                    <a:pt x="7197" y="716"/>
                    <a:pt x="7112" y="1085"/>
                  </a:cubicBezTo>
                  <a:cubicBezTo>
                    <a:pt x="7013" y="1539"/>
                    <a:pt x="6750" y="1929"/>
                    <a:pt x="6594" y="2369"/>
                  </a:cubicBezTo>
                  <a:cubicBezTo>
                    <a:pt x="6438" y="2801"/>
                    <a:pt x="6417" y="3340"/>
                    <a:pt x="6750" y="3659"/>
                  </a:cubicBezTo>
                  <a:cubicBezTo>
                    <a:pt x="7119" y="4014"/>
                    <a:pt x="7800" y="3985"/>
                    <a:pt x="8027" y="4432"/>
                  </a:cubicBezTo>
                  <a:cubicBezTo>
                    <a:pt x="8310" y="4971"/>
                    <a:pt x="7665" y="5637"/>
                    <a:pt x="7906" y="6191"/>
                  </a:cubicBezTo>
                  <a:cubicBezTo>
                    <a:pt x="8069" y="6581"/>
                    <a:pt x="8559" y="6687"/>
                    <a:pt x="8892" y="6942"/>
                  </a:cubicBezTo>
                  <a:cubicBezTo>
                    <a:pt x="9324" y="7283"/>
                    <a:pt x="9466" y="7892"/>
                    <a:pt x="9353" y="8431"/>
                  </a:cubicBezTo>
                  <a:cubicBezTo>
                    <a:pt x="9246" y="8970"/>
                    <a:pt x="8927" y="9438"/>
                    <a:pt x="8573" y="9856"/>
                  </a:cubicBezTo>
                  <a:cubicBezTo>
                    <a:pt x="7403" y="11225"/>
                    <a:pt x="5800" y="12168"/>
                    <a:pt x="4106" y="12785"/>
                  </a:cubicBezTo>
                  <a:cubicBezTo>
                    <a:pt x="2780" y="13260"/>
                    <a:pt x="1390" y="13551"/>
                    <a:pt x="0" y="13778"/>
                  </a:cubicBezTo>
                  <a:cubicBezTo>
                    <a:pt x="241" y="13877"/>
                    <a:pt x="496" y="13941"/>
                    <a:pt x="752" y="13983"/>
                  </a:cubicBezTo>
                  <a:cubicBezTo>
                    <a:pt x="1275" y="14073"/>
                    <a:pt x="1805" y="14095"/>
                    <a:pt x="2337" y="14095"/>
                  </a:cubicBezTo>
                  <a:cubicBezTo>
                    <a:pt x="2830" y="14095"/>
                    <a:pt x="3324" y="14076"/>
                    <a:pt x="3816" y="14076"/>
                  </a:cubicBezTo>
                  <a:cubicBezTo>
                    <a:pt x="3967" y="14076"/>
                    <a:pt x="4118" y="14078"/>
                    <a:pt x="4269" y="14083"/>
                  </a:cubicBezTo>
                  <a:cubicBezTo>
                    <a:pt x="7474" y="13671"/>
                    <a:pt x="9509" y="12317"/>
                    <a:pt x="10289" y="9743"/>
                  </a:cubicBezTo>
                  <a:cubicBezTo>
                    <a:pt x="10977" y="7474"/>
                    <a:pt x="12572" y="8020"/>
                    <a:pt x="13104" y="6978"/>
                  </a:cubicBezTo>
                  <a:cubicBezTo>
                    <a:pt x="13643" y="5942"/>
                    <a:pt x="12551" y="5063"/>
                    <a:pt x="11827" y="4538"/>
                  </a:cubicBezTo>
                  <a:cubicBezTo>
                    <a:pt x="11303" y="4163"/>
                    <a:pt x="11232" y="3673"/>
                    <a:pt x="11232" y="3425"/>
                  </a:cubicBezTo>
                  <a:cubicBezTo>
                    <a:pt x="10849" y="3255"/>
                    <a:pt x="10501" y="2978"/>
                    <a:pt x="10175" y="2702"/>
                  </a:cubicBezTo>
                  <a:cubicBezTo>
                    <a:pt x="9275" y="1943"/>
                    <a:pt x="8431" y="1121"/>
                    <a:pt x="7644" y="248"/>
                  </a:cubicBezTo>
                  <a:cubicBezTo>
                    <a:pt x="7489" y="83"/>
                    <a:pt x="7282" y="1"/>
                    <a:pt x="7074" y="1"/>
                  </a:cubicBezTo>
                  <a:close/>
                </a:path>
              </a:pathLst>
            </a:custGeom>
            <a:solidFill>
              <a:srgbClr val="9876C1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51"/>
            <p:cNvSpPr/>
            <p:nvPr/>
          </p:nvSpPr>
          <p:spPr>
            <a:xfrm>
              <a:off x="3111785" y="3604963"/>
              <a:ext cx="613010" cy="308954"/>
            </a:xfrm>
            <a:custGeom>
              <a:avLst/>
              <a:gdLst/>
              <a:ahLst/>
              <a:cxnLst/>
              <a:rect l="l" t="t" r="r" b="b"/>
              <a:pathLst>
                <a:path w="19274" h="9714" extrusionOk="0">
                  <a:moveTo>
                    <a:pt x="1" y="0"/>
                  </a:moveTo>
                  <a:cubicBezTo>
                    <a:pt x="845" y="795"/>
                    <a:pt x="1944" y="1319"/>
                    <a:pt x="3099" y="1440"/>
                  </a:cubicBezTo>
                  <a:cubicBezTo>
                    <a:pt x="3085" y="1482"/>
                    <a:pt x="2993" y="1638"/>
                    <a:pt x="2965" y="1809"/>
                  </a:cubicBezTo>
                  <a:cubicBezTo>
                    <a:pt x="2936" y="1979"/>
                    <a:pt x="2986" y="2177"/>
                    <a:pt x="3128" y="2277"/>
                  </a:cubicBezTo>
                  <a:cubicBezTo>
                    <a:pt x="3201" y="2332"/>
                    <a:pt x="3288" y="2355"/>
                    <a:pt x="3378" y="2355"/>
                  </a:cubicBezTo>
                  <a:cubicBezTo>
                    <a:pt x="3508" y="2355"/>
                    <a:pt x="3643" y="2308"/>
                    <a:pt x="3752" y="2241"/>
                  </a:cubicBezTo>
                  <a:cubicBezTo>
                    <a:pt x="3943" y="2121"/>
                    <a:pt x="4092" y="1950"/>
                    <a:pt x="4276" y="1830"/>
                  </a:cubicBezTo>
                  <a:cubicBezTo>
                    <a:pt x="4383" y="3354"/>
                    <a:pt x="5340" y="4843"/>
                    <a:pt x="6723" y="5581"/>
                  </a:cubicBezTo>
                  <a:cubicBezTo>
                    <a:pt x="7393" y="5942"/>
                    <a:pt x="8154" y="6121"/>
                    <a:pt x="8914" y="6121"/>
                  </a:cubicBezTo>
                  <a:cubicBezTo>
                    <a:pt x="9723" y="6121"/>
                    <a:pt x="10531" y="5919"/>
                    <a:pt x="11232" y="5517"/>
                  </a:cubicBezTo>
                  <a:lnTo>
                    <a:pt x="11232" y="5517"/>
                  </a:lnTo>
                  <a:cubicBezTo>
                    <a:pt x="11225" y="5999"/>
                    <a:pt x="11601" y="6396"/>
                    <a:pt x="12034" y="6425"/>
                  </a:cubicBezTo>
                  <a:cubicBezTo>
                    <a:pt x="12050" y="6426"/>
                    <a:pt x="12067" y="6426"/>
                    <a:pt x="12083" y="6426"/>
                  </a:cubicBezTo>
                  <a:cubicBezTo>
                    <a:pt x="12498" y="6426"/>
                    <a:pt x="12894" y="6089"/>
                    <a:pt x="12948" y="5673"/>
                  </a:cubicBezTo>
                  <a:cubicBezTo>
                    <a:pt x="13402" y="7304"/>
                    <a:pt x="14303" y="8580"/>
                    <a:pt x="15544" y="9226"/>
                  </a:cubicBezTo>
                  <a:cubicBezTo>
                    <a:pt x="16169" y="9552"/>
                    <a:pt x="16872" y="9714"/>
                    <a:pt x="17575" y="9714"/>
                  </a:cubicBezTo>
                  <a:cubicBezTo>
                    <a:pt x="18156" y="9714"/>
                    <a:pt x="18737" y="9603"/>
                    <a:pt x="19273" y="9382"/>
                  </a:cubicBezTo>
                  <a:lnTo>
                    <a:pt x="192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51"/>
            <p:cNvSpPr/>
            <p:nvPr/>
          </p:nvSpPr>
          <p:spPr>
            <a:xfrm>
              <a:off x="3111785" y="3604963"/>
              <a:ext cx="64310" cy="38579"/>
            </a:xfrm>
            <a:custGeom>
              <a:avLst/>
              <a:gdLst/>
              <a:ahLst/>
              <a:cxnLst/>
              <a:rect l="l" t="t" r="r" b="b"/>
              <a:pathLst>
                <a:path w="2022" h="1213" fill="none" extrusionOk="0">
                  <a:moveTo>
                    <a:pt x="1" y="0"/>
                  </a:moveTo>
                  <a:cubicBezTo>
                    <a:pt x="575" y="546"/>
                    <a:pt x="1277" y="965"/>
                    <a:pt x="2022" y="121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51"/>
            <p:cNvSpPr/>
            <p:nvPr/>
          </p:nvSpPr>
          <p:spPr>
            <a:xfrm>
              <a:off x="3508712" y="3785393"/>
              <a:ext cx="45577" cy="66313"/>
            </a:xfrm>
            <a:custGeom>
              <a:avLst/>
              <a:gdLst/>
              <a:ahLst/>
              <a:cxnLst/>
              <a:rect l="l" t="t" r="r" b="b"/>
              <a:pathLst>
                <a:path w="1433" h="2085" fill="none" extrusionOk="0">
                  <a:moveTo>
                    <a:pt x="0" y="645"/>
                  </a:moveTo>
                  <a:cubicBezTo>
                    <a:pt x="249" y="518"/>
                    <a:pt x="433" y="277"/>
                    <a:pt x="468" y="0"/>
                  </a:cubicBezTo>
                  <a:cubicBezTo>
                    <a:pt x="688" y="787"/>
                    <a:pt x="1014" y="1496"/>
                    <a:pt x="1433" y="2085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51"/>
            <p:cNvSpPr/>
            <p:nvPr/>
          </p:nvSpPr>
          <p:spPr>
            <a:xfrm>
              <a:off x="3350164" y="3780432"/>
              <a:ext cx="134662" cy="26176"/>
            </a:xfrm>
            <a:custGeom>
              <a:avLst/>
              <a:gdLst/>
              <a:ahLst/>
              <a:cxnLst/>
              <a:rect l="l" t="t" r="r" b="b"/>
              <a:pathLst>
                <a:path w="4234" h="823" fill="none" extrusionOk="0">
                  <a:moveTo>
                    <a:pt x="1" y="390"/>
                  </a:moveTo>
                  <a:cubicBezTo>
                    <a:pt x="1227" y="773"/>
                    <a:pt x="2624" y="638"/>
                    <a:pt x="3737" y="0"/>
                  </a:cubicBezTo>
                  <a:cubicBezTo>
                    <a:pt x="3737" y="362"/>
                    <a:pt x="3943" y="674"/>
                    <a:pt x="4234" y="82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51"/>
            <p:cNvSpPr/>
            <p:nvPr/>
          </p:nvSpPr>
          <p:spPr>
            <a:xfrm>
              <a:off x="3280256" y="3744333"/>
              <a:ext cx="51238" cy="41092"/>
            </a:xfrm>
            <a:custGeom>
              <a:avLst/>
              <a:gdLst/>
              <a:ahLst/>
              <a:cxnLst/>
              <a:rect l="l" t="t" r="r" b="b"/>
              <a:pathLst>
                <a:path w="1611" h="1292" fill="none" extrusionOk="0">
                  <a:moveTo>
                    <a:pt x="0" y="1"/>
                  </a:moveTo>
                  <a:cubicBezTo>
                    <a:pt x="390" y="490"/>
                    <a:pt x="873" y="901"/>
                    <a:pt x="1426" y="1199"/>
                  </a:cubicBezTo>
                  <a:cubicBezTo>
                    <a:pt x="1490" y="1234"/>
                    <a:pt x="1546" y="1263"/>
                    <a:pt x="1610" y="129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51"/>
            <p:cNvSpPr/>
            <p:nvPr/>
          </p:nvSpPr>
          <p:spPr>
            <a:xfrm>
              <a:off x="3363458" y="3613583"/>
              <a:ext cx="182052" cy="70098"/>
            </a:xfrm>
            <a:custGeom>
              <a:avLst/>
              <a:gdLst/>
              <a:ahLst/>
              <a:cxnLst/>
              <a:rect l="l" t="t" r="r" b="b"/>
              <a:pathLst>
                <a:path w="5724" h="2204" extrusionOk="0">
                  <a:moveTo>
                    <a:pt x="4573" y="1"/>
                  </a:moveTo>
                  <a:cubicBezTo>
                    <a:pt x="4315" y="1"/>
                    <a:pt x="4024" y="59"/>
                    <a:pt x="3667" y="141"/>
                  </a:cubicBezTo>
                  <a:cubicBezTo>
                    <a:pt x="3435" y="197"/>
                    <a:pt x="3198" y="213"/>
                    <a:pt x="2959" y="213"/>
                  </a:cubicBezTo>
                  <a:cubicBezTo>
                    <a:pt x="2657" y="213"/>
                    <a:pt x="2351" y="187"/>
                    <a:pt x="2050" y="183"/>
                  </a:cubicBezTo>
                  <a:cubicBezTo>
                    <a:pt x="2009" y="182"/>
                    <a:pt x="1968" y="182"/>
                    <a:pt x="1926" y="182"/>
                  </a:cubicBezTo>
                  <a:cubicBezTo>
                    <a:pt x="1424" y="182"/>
                    <a:pt x="905" y="267"/>
                    <a:pt x="526" y="595"/>
                  </a:cubicBezTo>
                  <a:cubicBezTo>
                    <a:pt x="122" y="949"/>
                    <a:pt x="1" y="1665"/>
                    <a:pt x="412" y="2013"/>
                  </a:cubicBezTo>
                  <a:cubicBezTo>
                    <a:pt x="571" y="2149"/>
                    <a:pt x="771" y="2204"/>
                    <a:pt x="980" y="2204"/>
                  </a:cubicBezTo>
                  <a:cubicBezTo>
                    <a:pt x="1227" y="2204"/>
                    <a:pt x="1487" y="2127"/>
                    <a:pt x="1710" y="2020"/>
                  </a:cubicBezTo>
                  <a:cubicBezTo>
                    <a:pt x="2121" y="1821"/>
                    <a:pt x="2504" y="1531"/>
                    <a:pt x="2951" y="1467"/>
                  </a:cubicBezTo>
                  <a:cubicBezTo>
                    <a:pt x="3024" y="1456"/>
                    <a:pt x="3096" y="1452"/>
                    <a:pt x="3169" y="1452"/>
                  </a:cubicBezTo>
                  <a:cubicBezTo>
                    <a:pt x="3584" y="1452"/>
                    <a:pt x="3996" y="1602"/>
                    <a:pt x="4419" y="1644"/>
                  </a:cubicBezTo>
                  <a:cubicBezTo>
                    <a:pt x="4475" y="1651"/>
                    <a:pt x="4534" y="1654"/>
                    <a:pt x="4593" y="1654"/>
                  </a:cubicBezTo>
                  <a:cubicBezTo>
                    <a:pt x="5041" y="1654"/>
                    <a:pt x="5525" y="1461"/>
                    <a:pt x="5631" y="1041"/>
                  </a:cubicBezTo>
                  <a:cubicBezTo>
                    <a:pt x="5723" y="644"/>
                    <a:pt x="5418" y="240"/>
                    <a:pt x="5043" y="84"/>
                  </a:cubicBezTo>
                  <a:cubicBezTo>
                    <a:pt x="4895" y="25"/>
                    <a:pt x="4741" y="1"/>
                    <a:pt x="45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51"/>
            <p:cNvSpPr/>
            <p:nvPr/>
          </p:nvSpPr>
          <p:spPr>
            <a:xfrm>
              <a:off x="3436864" y="3692014"/>
              <a:ext cx="30151" cy="27766"/>
            </a:xfrm>
            <a:custGeom>
              <a:avLst/>
              <a:gdLst/>
              <a:ahLst/>
              <a:cxnLst/>
              <a:rect l="l" t="t" r="r" b="b"/>
              <a:pathLst>
                <a:path w="948" h="873" extrusionOk="0">
                  <a:moveTo>
                    <a:pt x="476" y="0"/>
                  </a:moveTo>
                  <a:cubicBezTo>
                    <a:pt x="228" y="0"/>
                    <a:pt x="1" y="231"/>
                    <a:pt x="12" y="461"/>
                  </a:cubicBezTo>
                  <a:cubicBezTo>
                    <a:pt x="28" y="697"/>
                    <a:pt x="264" y="873"/>
                    <a:pt x="491" y="873"/>
                  </a:cubicBezTo>
                  <a:cubicBezTo>
                    <a:pt x="559" y="873"/>
                    <a:pt x="625" y="857"/>
                    <a:pt x="685" y="823"/>
                  </a:cubicBezTo>
                  <a:cubicBezTo>
                    <a:pt x="941" y="667"/>
                    <a:pt x="948" y="220"/>
                    <a:pt x="692" y="64"/>
                  </a:cubicBezTo>
                  <a:cubicBezTo>
                    <a:pt x="622" y="20"/>
                    <a:pt x="548" y="0"/>
                    <a:pt x="4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51"/>
            <p:cNvSpPr/>
            <p:nvPr/>
          </p:nvSpPr>
          <p:spPr>
            <a:xfrm>
              <a:off x="3155549" y="3610402"/>
              <a:ext cx="155876" cy="99772"/>
            </a:xfrm>
            <a:custGeom>
              <a:avLst/>
              <a:gdLst/>
              <a:ahLst/>
              <a:cxnLst/>
              <a:rect l="l" t="t" r="r" b="b"/>
              <a:pathLst>
                <a:path w="4901" h="3137" extrusionOk="0">
                  <a:moveTo>
                    <a:pt x="682" y="1"/>
                  </a:moveTo>
                  <a:cubicBezTo>
                    <a:pt x="406" y="1"/>
                    <a:pt x="156" y="238"/>
                    <a:pt x="78" y="510"/>
                  </a:cubicBezTo>
                  <a:cubicBezTo>
                    <a:pt x="0" y="808"/>
                    <a:pt x="85" y="1127"/>
                    <a:pt x="213" y="1404"/>
                  </a:cubicBezTo>
                  <a:cubicBezTo>
                    <a:pt x="532" y="2106"/>
                    <a:pt x="1135" y="2666"/>
                    <a:pt x="1851" y="2942"/>
                  </a:cubicBezTo>
                  <a:cubicBezTo>
                    <a:pt x="2187" y="3072"/>
                    <a:pt x="2549" y="3136"/>
                    <a:pt x="2910" y="3136"/>
                  </a:cubicBezTo>
                  <a:cubicBezTo>
                    <a:pt x="3318" y="3136"/>
                    <a:pt x="3726" y="3054"/>
                    <a:pt x="4099" y="2893"/>
                  </a:cubicBezTo>
                  <a:cubicBezTo>
                    <a:pt x="4389" y="2765"/>
                    <a:pt x="4730" y="2460"/>
                    <a:pt x="4815" y="2106"/>
                  </a:cubicBezTo>
                  <a:cubicBezTo>
                    <a:pt x="4900" y="1751"/>
                    <a:pt x="4701" y="1347"/>
                    <a:pt x="4375" y="1198"/>
                  </a:cubicBezTo>
                  <a:cubicBezTo>
                    <a:pt x="4085" y="1070"/>
                    <a:pt x="3716" y="1113"/>
                    <a:pt x="3489" y="886"/>
                  </a:cubicBezTo>
                  <a:cubicBezTo>
                    <a:pt x="3290" y="695"/>
                    <a:pt x="3269" y="347"/>
                    <a:pt x="3028" y="205"/>
                  </a:cubicBezTo>
                  <a:cubicBezTo>
                    <a:pt x="2962" y="169"/>
                    <a:pt x="2891" y="154"/>
                    <a:pt x="2817" y="154"/>
                  </a:cubicBezTo>
                  <a:cubicBezTo>
                    <a:pt x="2660" y="154"/>
                    <a:pt x="2494" y="223"/>
                    <a:pt x="2354" y="305"/>
                  </a:cubicBezTo>
                  <a:cubicBezTo>
                    <a:pt x="2166" y="408"/>
                    <a:pt x="1966" y="542"/>
                    <a:pt x="1754" y="542"/>
                  </a:cubicBezTo>
                  <a:cubicBezTo>
                    <a:pt x="1734" y="542"/>
                    <a:pt x="1715" y="541"/>
                    <a:pt x="1695" y="539"/>
                  </a:cubicBezTo>
                  <a:cubicBezTo>
                    <a:pt x="1333" y="496"/>
                    <a:pt x="1114" y="63"/>
                    <a:pt x="759" y="7"/>
                  </a:cubicBezTo>
                  <a:cubicBezTo>
                    <a:pt x="733" y="3"/>
                    <a:pt x="708" y="1"/>
                    <a:pt x="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51"/>
            <p:cNvSpPr/>
            <p:nvPr/>
          </p:nvSpPr>
          <p:spPr>
            <a:xfrm>
              <a:off x="3155549" y="3618258"/>
              <a:ext cx="58871" cy="85746"/>
            </a:xfrm>
            <a:custGeom>
              <a:avLst/>
              <a:gdLst/>
              <a:ahLst/>
              <a:cxnLst/>
              <a:rect l="l" t="t" r="r" b="b"/>
              <a:pathLst>
                <a:path w="1851" h="2696" fill="none" extrusionOk="0">
                  <a:moveTo>
                    <a:pt x="1851" y="2695"/>
                  </a:moveTo>
                  <a:cubicBezTo>
                    <a:pt x="1135" y="2426"/>
                    <a:pt x="532" y="1859"/>
                    <a:pt x="213" y="1157"/>
                  </a:cubicBezTo>
                  <a:cubicBezTo>
                    <a:pt x="85" y="880"/>
                    <a:pt x="0" y="561"/>
                    <a:pt x="78" y="263"/>
                  </a:cubicBezTo>
                  <a:cubicBezTo>
                    <a:pt x="107" y="171"/>
                    <a:pt x="149" y="79"/>
                    <a:pt x="213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51"/>
            <p:cNvSpPr/>
            <p:nvPr/>
          </p:nvSpPr>
          <p:spPr>
            <a:xfrm>
              <a:off x="3229273" y="3705785"/>
              <a:ext cx="47421" cy="5661"/>
            </a:xfrm>
            <a:custGeom>
              <a:avLst/>
              <a:gdLst/>
              <a:ahLst/>
              <a:cxnLst/>
              <a:rect l="l" t="t" r="r" b="b"/>
              <a:pathLst>
                <a:path w="1491" h="178" fill="none" extrusionOk="0">
                  <a:moveTo>
                    <a:pt x="1490" y="0"/>
                  </a:moveTo>
                  <a:cubicBezTo>
                    <a:pt x="1008" y="149"/>
                    <a:pt x="490" y="177"/>
                    <a:pt x="1" y="78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51"/>
            <p:cNvSpPr/>
            <p:nvPr/>
          </p:nvSpPr>
          <p:spPr>
            <a:xfrm>
              <a:off x="3594617" y="3604963"/>
              <a:ext cx="130178" cy="650444"/>
            </a:xfrm>
            <a:custGeom>
              <a:avLst/>
              <a:gdLst/>
              <a:ahLst/>
              <a:cxnLst/>
              <a:rect l="l" t="t" r="r" b="b"/>
              <a:pathLst>
                <a:path w="4093" h="20451" extrusionOk="0">
                  <a:moveTo>
                    <a:pt x="2830" y="0"/>
                  </a:moveTo>
                  <a:cubicBezTo>
                    <a:pt x="2873" y="1085"/>
                    <a:pt x="2922" y="2163"/>
                    <a:pt x="2986" y="3248"/>
                  </a:cubicBezTo>
                  <a:cubicBezTo>
                    <a:pt x="2983" y="3252"/>
                    <a:pt x="2979" y="3254"/>
                    <a:pt x="2973" y="3254"/>
                  </a:cubicBezTo>
                  <a:cubicBezTo>
                    <a:pt x="2769" y="3254"/>
                    <a:pt x="738" y="681"/>
                    <a:pt x="738" y="681"/>
                  </a:cubicBezTo>
                  <a:lnTo>
                    <a:pt x="1" y="1461"/>
                  </a:lnTo>
                  <a:lnTo>
                    <a:pt x="2589" y="5248"/>
                  </a:lnTo>
                  <a:cubicBezTo>
                    <a:pt x="2575" y="7765"/>
                    <a:pt x="2610" y="10282"/>
                    <a:pt x="2710" y="12813"/>
                  </a:cubicBezTo>
                  <a:lnTo>
                    <a:pt x="3199" y="20450"/>
                  </a:lnTo>
                  <a:cubicBezTo>
                    <a:pt x="3497" y="20450"/>
                    <a:pt x="3795" y="20429"/>
                    <a:pt x="4092" y="20393"/>
                  </a:cubicBezTo>
                  <a:lnTo>
                    <a:pt x="40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51"/>
            <p:cNvSpPr/>
            <p:nvPr/>
          </p:nvSpPr>
          <p:spPr>
            <a:xfrm>
              <a:off x="3680777" y="4012481"/>
              <a:ext cx="15584" cy="242927"/>
            </a:xfrm>
            <a:custGeom>
              <a:avLst/>
              <a:gdLst/>
              <a:ahLst/>
              <a:cxnLst/>
              <a:rect l="l" t="t" r="r" b="b"/>
              <a:pathLst>
                <a:path w="490" h="7638" extrusionOk="0">
                  <a:moveTo>
                    <a:pt x="1" y="0"/>
                  </a:moveTo>
                  <a:lnTo>
                    <a:pt x="1" y="0"/>
                  </a:lnTo>
                  <a:cubicBezTo>
                    <a:pt x="93" y="2532"/>
                    <a:pt x="256" y="5070"/>
                    <a:pt x="490" y="763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B66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51"/>
            <p:cNvSpPr/>
            <p:nvPr/>
          </p:nvSpPr>
          <p:spPr>
            <a:xfrm>
              <a:off x="3684625" y="3604963"/>
              <a:ext cx="1813" cy="41983"/>
            </a:xfrm>
            <a:custGeom>
              <a:avLst/>
              <a:gdLst/>
              <a:ahLst/>
              <a:cxnLst/>
              <a:rect l="l" t="t" r="r" b="b"/>
              <a:pathLst>
                <a:path w="57" h="1320" fill="none" extrusionOk="0">
                  <a:moveTo>
                    <a:pt x="0" y="0"/>
                  </a:moveTo>
                  <a:cubicBezTo>
                    <a:pt x="14" y="440"/>
                    <a:pt x="36" y="880"/>
                    <a:pt x="57" y="1319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51"/>
            <p:cNvSpPr/>
            <p:nvPr/>
          </p:nvSpPr>
          <p:spPr>
            <a:xfrm>
              <a:off x="3681699" y="4037957"/>
              <a:ext cx="14662" cy="217451"/>
            </a:xfrm>
            <a:custGeom>
              <a:avLst/>
              <a:gdLst/>
              <a:ahLst/>
              <a:cxnLst/>
              <a:rect l="l" t="t" r="r" b="b"/>
              <a:pathLst>
                <a:path w="461" h="6837" fill="none" extrusionOk="0">
                  <a:moveTo>
                    <a:pt x="0" y="1"/>
                  </a:moveTo>
                  <a:cubicBezTo>
                    <a:pt x="99" y="2263"/>
                    <a:pt x="248" y="4539"/>
                    <a:pt x="461" y="6836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51"/>
            <p:cNvSpPr/>
            <p:nvPr/>
          </p:nvSpPr>
          <p:spPr>
            <a:xfrm>
              <a:off x="3677183" y="3870185"/>
              <a:ext cx="1590" cy="79862"/>
            </a:xfrm>
            <a:custGeom>
              <a:avLst/>
              <a:gdLst/>
              <a:ahLst/>
              <a:cxnLst/>
              <a:rect l="l" t="t" r="r" b="b"/>
              <a:pathLst>
                <a:path w="50" h="2511" fill="none" extrusionOk="0">
                  <a:moveTo>
                    <a:pt x="0" y="0"/>
                  </a:moveTo>
                  <a:cubicBezTo>
                    <a:pt x="14" y="837"/>
                    <a:pt x="29" y="1674"/>
                    <a:pt x="50" y="2510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51"/>
            <p:cNvSpPr/>
            <p:nvPr/>
          </p:nvSpPr>
          <p:spPr>
            <a:xfrm>
              <a:off x="3594617" y="3651431"/>
              <a:ext cx="82375" cy="172765"/>
            </a:xfrm>
            <a:custGeom>
              <a:avLst/>
              <a:gdLst/>
              <a:ahLst/>
              <a:cxnLst/>
              <a:rect l="l" t="t" r="r" b="b"/>
              <a:pathLst>
                <a:path w="2590" h="5432" fill="none" extrusionOk="0">
                  <a:moveTo>
                    <a:pt x="1" y="0"/>
                  </a:moveTo>
                  <a:lnTo>
                    <a:pt x="2589" y="3787"/>
                  </a:lnTo>
                  <a:cubicBezTo>
                    <a:pt x="2589" y="4333"/>
                    <a:pt x="2589" y="4879"/>
                    <a:pt x="2589" y="5432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51"/>
            <p:cNvSpPr/>
            <p:nvPr/>
          </p:nvSpPr>
          <p:spPr>
            <a:xfrm>
              <a:off x="3575025" y="3616986"/>
              <a:ext cx="67681" cy="51174"/>
            </a:xfrm>
            <a:custGeom>
              <a:avLst/>
              <a:gdLst/>
              <a:ahLst/>
              <a:cxnLst/>
              <a:rect l="l" t="t" r="r" b="b"/>
              <a:pathLst>
                <a:path w="2128" h="1609" extrusionOk="0">
                  <a:moveTo>
                    <a:pt x="1749" y="1"/>
                  </a:moveTo>
                  <a:cubicBezTo>
                    <a:pt x="1483" y="1"/>
                    <a:pt x="1050" y="54"/>
                    <a:pt x="645" y="339"/>
                  </a:cubicBezTo>
                  <a:cubicBezTo>
                    <a:pt x="0" y="785"/>
                    <a:pt x="298" y="1587"/>
                    <a:pt x="298" y="1587"/>
                  </a:cubicBezTo>
                  <a:cubicBezTo>
                    <a:pt x="356" y="1601"/>
                    <a:pt x="416" y="1608"/>
                    <a:pt x="477" y="1608"/>
                  </a:cubicBezTo>
                  <a:cubicBezTo>
                    <a:pt x="624" y="1608"/>
                    <a:pt x="773" y="1566"/>
                    <a:pt x="894" y="1480"/>
                  </a:cubicBezTo>
                  <a:cubicBezTo>
                    <a:pt x="1064" y="1360"/>
                    <a:pt x="1170" y="1161"/>
                    <a:pt x="1191" y="956"/>
                  </a:cubicBezTo>
                  <a:cubicBezTo>
                    <a:pt x="1220" y="962"/>
                    <a:pt x="1249" y="964"/>
                    <a:pt x="1277" y="964"/>
                  </a:cubicBezTo>
                  <a:cubicBezTo>
                    <a:pt x="1485" y="964"/>
                    <a:pt x="1688" y="814"/>
                    <a:pt x="1737" y="615"/>
                  </a:cubicBezTo>
                  <a:cubicBezTo>
                    <a:pt x="1986" y="558"/>
                    <a:pt x="2127" y="239"/>
                    <a:pt x="2007" y="20"/>
                  </a:cubicBezTo>
                  <a:cubicBezTo>
                    <a:pt x="2007" y="20"/>
                    <a:pt x="1907" y="1"/>
                    <a:pt x="17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51"/>
            <p:cNvSpPr/>
            <p:nvPr/>
          </p:nvSpPr>
          <p:spPr>
            <a:xfrm>
              <a:off x="3584471" y="3617590"/>
              <a:ext cx="58235" cy="51460"/>
            </a:xfrm>
            <a:custGeom>
              <a:avLst/>
              <a:gdLst/>
              <a:ahLst/>
              <a:cxnLst/>
              <a:rect l="l" t="t" r="r" b="b"/>
              <a:pathLst>
                <a:path w="1831" h="1618" fill="none" extrusionOk="0">
                  <a:moveTo>
                    <a:pt x="1" y="1568"/>
                  </a:moveTo>
                  <a:cubicBezTo>
                    <a:pt x="199" y="1617"/>
                    <a:pt x="426" y="1582"/>
                    <a:pt x="597" y="1461"/>
                  </a:cubicBezTo>
                  <a:cubicBezTo>
                    <a:pt x="767" y="1341"/>
                    <a:pt x="873" y="1142"/>
                    <a:pt x="894" y="937"/>
                  </a:cubicBezTo>
                  <a:cubicBezTo>
                    <a:pt x="1128" y="986"/>
                    <a:pt x="1384" y="823"/>
                    <a:pt x="1440" y="596"/>
                  </a:cubicBezTo>
                  <a:cubicBezTo>
                    <a:pt x="1689" y="539"/>
                    <a:pt x="1830" y="220"/>
                    <a:pt x="1710" y="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51"/>
            <p:cNvSpPr/>
            <p:nvPr/>
          </p:nvSpPr>
          <p:spPr>
            <a:xfrm>
              <a:off x="3383082" y="4145044"/>
              <a:ext cx="341713" cy="317891"/>
            </a:xfrm>
            <a:custGeom>
              <a:avLst/>
              <a:gdLst/>
              <a:ahLst/>
              <a:cxnLst/>
              <a:rect l="l" t="t" r="r" b="b"/>
              <a:pathLst>
                <a:path w="10744" h="9995" extrusionOk="0">
                  <a:moveTo>
                    <a:pt x="8702" y="0"/>
                  </a:moveTo>
                  <a:cubicBezTo>
                    <a:pt x="8322" y="0"/>
                    <a:pt x="7932" y="159"/>
                    <a:pt x="7602" y="371"/>
                  </a:cubicBezTo>
                  <a:cubicBezTo>
                    <a:pt x="6957" y="789"/>
                    <a:pt x="6439" y="1413"/>
                    <a:pt x="6149" y="2129"/>
                  </a:cubicBezTo>
                  <a:cubicBezTo>
                    <a:pt x="5879" y="1817"/>
                    <a:pt x="5617" y="1533"/>
                    <a:pt x="5298" y="1328"/>
                  </a:cubicBezTo>
                  <a:cubicBezTo>
                    <a:pt x="5046" y="1171"/>
                    <a:pt x="4749" y="1063"/>
                    <a:pt x="4454" y="1063"/>
                  </a:cubicBezTo>
                  <a:cubicBezTo>
                    <a:pt x="4376" y="1063"/>
                    <a:pt x="4297" y="1070"/>
                    <a:pt x="4220" y="1087"/>
                  </a:cubicBezTo>
                  <a:cubicBezTo>
                    <a:pt x="3780" y="1186"/>
                    <a:pt x="3433" y="1555"/>
                    <a:pt x="3270" y="1973"/>
                  </a:cubicBezTo>
                  <a:cubicBezTo>
                    <a:pt x="3114" y="2391"/>
                    <a:pt x="3107" y="2859"/>
                    <a:pt x="3163" y="3306"/>
                  </a:cubicBezTo>
                  <a:cubicBezTo>
                    <a:pt x="3213" y="3753"/>
                    <a:pt x="3312" y="4200"/>
                    <a:pt x="3355" y="4646"/>
                  </a:cubicBezTo>
                  <a:cubicBezTo>
                    <a:pt x="3014" y="4618"/>
                    <a:pt x="2660" y="4483"/>
                    <a:pt x="2291" y="4455"/>
                  </a:cubicBezTo>
                  <a:cubicBezTo>
                    <a:pt x="2231" y="4449"/>
                    <a:pt x="2171" y="4446"/>
                    <a:pt x="2111" y="4446"/>
                  </a:cubicBezTo>
                  <a:cubicBezTo>
                    <a:pt x="1800" y="4446"/>
                    <a:pt x="1490" y="4525"/>
                    <a:pt x="1235" y="4703"/>
                  </a:cubicBezTo>
                  <a:cubicBezTo>
                    <a:pt x="816" y="5001"/>
                    <a:pt x="611" y="5540"/>
                    <a:pt x="625" y="6050"/>
                  </a:cubicBezTo>
                  <a:cubicBezTo>
                    <a:pt x="639" y="6568"/>
                    <a:pt x="845" y="7057"/>
                    <a:pt x="1114" y="7490"/>
                  </a:cubicBezTo>
                  <a:cubicBezTo>
                    <a:pt x="1032" y="7450"/>
                    <a:pt x="943" y="7432"/>
                    <a:pt x="853" y="7432"/>
                  </a:cubicBezTo>
                  <a:cubicBezTo>
                    <a:pt x="588" y="7432"/>
                    <a:pt x="316" y="7590"/>
                    <a:pt x="178" y="7823"/>
                  </a:cubicBezTo>
                  <a:cubicBezTo>
                    <a:pt x="1" y="8142"/>
                    <a:pt x="36" y="8553"/>
                    <a:pt x="214" y="8872"/>
                  </a:cubicBezTo>
                  <a:cubicBezTo>
                    <a:pt x="391" y="9191"/>
                    <a:pt x="696" y="9425"/>
                    <a:pt x="1015" y="9588"/>
                  </a:cubicBezTo>
                  <a:cubicBezTo>
                    <a:pt x="1581" y="9885"/>
                    <a:pt x="2206" y="9995"/>
                    <a:pt x="2847" y="9995"/>
                  </a:cubicBezTo>
                  <a:cubicBezTo>
                    <a:pt x="3537" y="9995"/>
                    <a:pt x="4245" y="9867"/>
                    <a:pt x="4915" y="9709"/>
                  </a:cubicBezTo>
                  <a:cubicBezTo>
                    <a:pt x="5921" y="9473"/>
                    <a:pt x="6949" y="9181"/>
                    <a:pt x="7968" y="9181"/>
                  </a:cubicBezTo>
                  <a:cubicBezTo>
                    <a:pt x="8263" y="9181"/>
                    <a:pt x="8557" y="9205"/>
                    <a:pt x="8850" y="9262"/>
                  </a:cubicBezTo>
                  <a:cubicBezTo>
                    <a:pt x="9510" y="9397"/>
                    <a:pt x="10119" y="9688"/>
                    <a:pt x="10743" y="9936"/>
                  </a:cubicBezTo>
                  <a:lnTo>
                    <a:pt x="10743" y="1661"/>
                  </a:lnTo>
                  <a:cubicBezTo>
                    <a:pt x="10722" y="1661"/>
                    <a:pt x="10701" y="1661"/>
                    <a:pt x="10672" y="1668"/>
                  </a:cubicBezTo>
                  <a:cubicBezTo>
                    <a:pt x="10431" y="1704"/>
                    <a:pt x="10219" y="1881"/>
                    <a:pt x="10141" y="2115"/>
                  </a:cubicBezTo>
                  <a:cubicBezTo>
                    <a:pt x="10112" y="1668"/>
                    <a:pt x="10077" y="1264"/>
                    <a:pt x="9928" y="902"/>
                  </a:cubicBezTo>
                  <a:cubicBezTo>
                    <a:pt x="9779" y="534"/>
                    <a:pt x="9495" y="207"/>
                    <a:pt x="9120" y="73"/>
                  </a:cubicBezTo>
                  <a:cubicBezTo>
                    <a:pt x="8984" y="22"/>
                    <a:pt x="8844" y="0"/>
                    <a:pt x="87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51"/>
            <p:cNvSpPr/>
            <p:nvPr/>
          </p:nvSpPr>
          <p:spPr>
            <a:xfrm>
              <a:off x="3393927" y="4284445"/>
              <a:ext cx="67236" cy="72992"/>
            </a:xfrm>
            <a:custGeom>
              <a:avLst/>
              <a:gdLst/>
              <a:ahLst/>
              <a:cxnLst/>
              <a:rect l="l" t="t" r="r" b="b"/>
              <a:pathLst>
                <a:path w="2114" h="2295" extrusionOk="0">
                  <a:moveTo>
                    <a:pt x="1229" y="1"/>
                  </a:moveTo>
                  <a:cubicBezTo>
                    <a:pt x="1048" y="1"/>
                    <a:pt x="863" y="59"/>
                    <a:pt x="709" y="157"/>
                  </a:cubicBezTo>
                  <a:cubicBezTo>
                    <a:pt x="475" y="306"/>
                    <a:pt x="305" y="540"/>
                    <a:pt x="192" y="788"/>
                  </a:cubicBezTo>
                  <a:cubicBezTo>
                    <a:pt x="71" y="1036"/>
                    <a:pt x="0" y="1313"/>
                    <a:pt x="36" y="1582"/>
                  </a:cubicBezTo>
                  <a:cubicBezTo>
                    <a:pt x="78" y="1859"/>
                    <a:pt x="234" y="2121"/>
                    <a:pt x="482" y="2234"/>
                  </a:cubicBezTo>
                  <a:cubicBezTo>
                    <a:pt x="575" y="2276"/>
                    <a:pt x="672" y="2295"/>
                    <a:pt x="771" y="2295"/>
                  </a:cubicBezTo>
                  <a:cubicBezTo>
                    <a:pt x="1044" y="2295"/>
                    <a:pt x="1323" y="2150"/>
                    <a:pt x="1511" y="1937"/>
                  </a:cubicBezTo>
                  <a:cubicBezTo>
                    <a:pt x="1766" y="1653"/>
                    <a:pt x="1879" y="1277"/>
                    <a:pt x="1979" y="908"/>
                  </a:cubicBezTo>
                  <a:cubicBezTo>
                    <a:pt x="2113" y="448"/>
                    <a:pt x="1766" y="150"/>
                    <a:pt x="1503" y="50"/>
                  </a:cubicBezTo>
                  <a:cubicBezTo>
                    <a:pt x="1416" y="17"/>
                    <a:pt x="1323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51"/>
            <p:cNvSpPr/>
            <p:nvPr/>
          </p:nvSpPr>
          <p:spPr>
            <a:xfrm>
              <a:off x="3457283" y="4333521"/>
              <a:ext cx="23281" cy="20737"/>
            </a:xfrm>
            <a:custGeom>
              <a:avLst/>
              <a:gdLst/>
              <a:ahLst/>
              <a:cxnLst/>
              <a:rect l="l" t="t" r="r" b="b"/>
              <a:pathLst>
                <a:path w="732" h="652" extrusionOk="0">
                  <a:moveTo>
                    <a:pt x="374" y="0"/>
                  </a:moveTo>
                  <a:cubicBezTo>
                    <a:pt x="245" y="0"/>
                    <a:pt x="115" y="79"/>
                    <a:pt x="65" y="202"/>
                  </a:cubicBezTo>
                  <a:cubicBezTo>
                    <a:pt x="1" y="358"/>
                    <a:pt x="79" y="557"/>
                    <a:pt x="235" y="628"/>
                  </a:cubicBezTo>
                  <a:cubicBezTo>
                    <a:pt x="272" y="644"/>
                    <a:pt x="313" y="651"/>
                    <a:pt x="354" y="651"/>
                  </a:cubicBezTo>
                  <a:cubicBezTo>
                    <a:pt x="478" y="651"/>
                    <a:pt x="607" y="583"/>
                    <a:pt x="660" y="472"/>
                  </a:cubicBezTo>
                  <a:cubicBezTo>
                    <a:pt x="731" y="323"/>
                    <a:pt x="674" y="96"/>
                    <a:pt x="476" y="18"/>
                  </a:cubicBezTo>
                  <a:cubicBezTo>
                    <a:pt x="443" y="6"/>
                    <a:pt x="408" y="0"/>
                    <a:pt x="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51"/>
            <p:cNvSpPr/>
            <p:nvPr/>
          </p:nvSpPr>
          <p:spPr>
            <a:xfrm>
              <a:off x="3478720" y="4167371"/>
              <a:ext cx="92266" cy="96910"/>
            </a:xfrm>
            <a:custGeom>
              <a:avLst/>
              <a:gdLst/>
              <a:ahLst/>
              <a:cxnLst/>
              <a:rect l="l" t="t" r="r" b="b"/>
              <a:pathLst>
                <a:path w="2901" h="3047" extrusionOk="0">
                  <a:moveTo>
                    <a:pt x="1668" y="1"/>
                  </a:moveTo>
                  <a:cubicBezTo>
                    <a:pt x="1177" y="1"/>
                    <a:pt x="706" y="272"/>
                    <a:pt x="419" y="668"/>
                  </a:cubicBezTo>
                  <a:cubicBezTo>
                    <a:pt x="121" y="1080"/>
                    <a:pt x="0" y="1604"/>
                    <a:pt x="36" y="2115"/>
                  </a:cubicBezTo>
                  <a:cubicBezTo>
                    <a:pt x="50" y="2349"/>
                    <a:pt x="93" y="2590"/>
                    <a:pt x="234" y="2781"/>
                  </a:cubicBezTo>
                  <a:cubicBezTo>
                    <a:pt x="345" y="2933"/>
                    <a:pt x="533" y="3046"/>
                    <a:pt x="722" y="3046"/>
                  </a:cubicBezTo>
                  <a:cubicBezTo>
                    <a:pt x="763" y="3046"/>
                    <a:pt x="804" y="3041"/>
                    <a:pt x="844" y="3030"/>
                  </a:cubicBezTo>
                  <a:cubicBezTo>
                    <a:pt x="1064" y="2973"/>
                    <a:pt x="1206" y="2760"/>
                    <a:pt x="1270" y="2547"/>
                  </a:cubicBezTo>
                  <a:cubicBezTo>
                    <a:pt x="1333" y="2328"/>
                    <a:pt x="1333" y="2101"/>
                    <a:pt x="1369" y="1881"/>
                  </a:cubicBezTo>
                  <a:cubicBezTo>
                    <a:pt x="1404" y="1654"/>
                    <a:pt x="1489" y="1427"/>
                    <a:pt x="1667" y="1292"/>
                  </a:cubicBezTo>
                  <a:cubicBezTo>
                    <a:pt x="1747" y="1234"/>
                    <a:pt x="1848" y="1203"/>
                    <a:pt x="1947" y="1203"/>
                  </a:cubicBezTo>
                  <a:cubicBezTo>
                    <a:pt x="2075" y="1203"/>
                    <a:pt x="2198" y="1255"/>
                    <a:pt x="2262" y="1363"/>
                  </a:cubicBezTo>
                  <a:cubicBezTo>
                    <a:pt x="2321" y="1458"/>
                    <a:pt x="2404" y="1494"/>
                    <a:pt x="2488" y="1494"/>
                  </a:cubicBezTo>
                  <a:cubicBezTo>
                    <a:pt x="2618" y="1494"/>
                    <a:pt x="2752" y="1409"/>
                    <a:pt x="2808" y="1328"/>
                  </a:cubicBezTo>
                  <a:cubicBezTo>
                    <a:pt x="2900" y="1200"/>
                    <a:pt x="2893" y="1023"/>
                    <a:pt x="2858" y="867"/>
                  </a:cubicBezTo>
                  <a:cubicBezTo>
                    <a:pt x="2723" y="370"/>
                    <a:pt x="2227" y="23"/>
                    <a:pt x="1723" y="2"/>
                  </a:cubicBezTo>
                  <a:cubicBezTo>
                    <a:pt x="1705" y="1"/>
                    <a:pt x="1687" y="1"/>
                    <a:pt x="1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51"/>
            <p:cNvSpPr/>
            <p:nvPr/>
          </p:nvSpPr>
          <p:spPr>
            <a:xfrm>
              <a:off x="3606957" y="4211421"/>
              <a:ext cx="21087" cy="18383"/>
            </a:xfrm>
            <a:custGeom>
              <a:avLst/>
              <a:gdLst/>
              <a:ahLst/>
              <a:cxnLst/>
              <a:rect l="l" t="t" r="r" b="b"/>
              <a:pathLst>
                <a:path w="663" h="578" extrusionOk="0">
                  <a:moveTo>
                    <a:pt x="339" y="1"/>
                  </a:moveTo>
                  <a:cubicBezTo>
                    <a:pt x="196" y="1"/>
                    <a:pt x="45" y="104"/>
                    <a:pt x="24" y="248"/>
                  </a:cubicBezTo>
                  <a:cubicBezTo>
                    <a:pt x="0" y="420"/>
                    <a:pt x="167" y="578"/>
                    <a:pt x="334" y="578"/>
                  </a:cubicBezTo>
                  <a:cubicBezTo>
                    <a:pt x="366" y="578"/>
                    <a:pt x="398" y="572"/>
                    <a:pt x="428" y="560"/>
                  </a:cubicBezTo>
                  <a:cubicBezTo>
                    <a:pt x="620" y="482"/>
                    <a:pt x="662" y="184"/>
                    <a:pt x="492" y="49"/>
                  </a:cubicBezTo>
                  <a:cubicBezTo>
                    <a:pt x="447" y="16"/>
                    <a:pt x="394" y="1"/>
                    <a:pt x="3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51"/>
            <p:cNvSpPr/>
            <p:nvPr/>
          </p:nvSpPr>
          <p:spPr>
            <a:xfrm>
              <a:off x="3596207" y="4136234"/>
              <a:ext cx="80308" cy="57281"/>
            </a:xfrm>
            <a:custGeom>
              <a:avLst/>
              <a:gdLst/>
              <a:ahLst/>
              <a:cxnLst/>
              <a:rect l="l" t="t" r="r" b="b"/>
              <a:pathLst>
                <a:path w="2525" h="1801" extrusionOk="0">
                  <a:moveTo>
                    <a:pt x="1933" y="1"/>
                  </a:moveTo>
                  <a:cubicBezTo>
                    <a:pt x="1824" y="1"/>
                    <a:pt x="1714" y="24"/>
                    <a:pt x="1610" y="52"/>
                  </a:cubicBezTo>
                  <a:cubicBezTo>
                    <a:pt x="1100" y="194"/>
                    <a:pt x="625" y="477"/>
                    <a:pt x="256" y="867"/>
                  </a:cubicBezTo>
                  <a:cubicBezTo>
                    <a:pt x="164" y="967"/>
                    <a:pt x="72" y="1080"/>
                    <a:pt x="43" y="1222"/>
                  </a:cubicBezTo>
                  <a:cubicBezTo>
                    <a:pt x="1" y="1477"/>
                    <a:pt x="228" y="1725"/>
                    <a:pt x="476" y="1782"/>
                  </a:cubicBezTo>
                  <a:cubicBezTo>
                    <a:pt x="534" y="1795"/>
                    <a:pt x="594" y="1801"/>
                    <a:pt x="653" y="1801"/>
                  </a:cubicBezTo>
                  <a:cubicBezTo>
                    <a:pt x="851" y="1801"/>
                    <a:pt x="1049" y="1735"/>
                    <a:pt x="1234" y="1647"/>
                  </a:cubicBezTo>
                  <a:cubicBezTo>
                    <a:pt x="1468" y="1534"/>
                    <a:pt x="1688" y="1392"/>
                    <a:pt x="1936" y="1321"/>
                  </a:cubicBezTo>
                  <a:cubicBezTo>
                    <a:pt x="2255" y="1229"/>
                    <a:pt x="2419" y="952"/>
                    <a:pt x="2475" y="704"/>
                  </a:cubicBezTo>
                  <a:cubicBezTo>
                    <a:pt x="2525" y="449"/>
                    <a:pt x="2411" y="158"/>
                    <a:pt x="2177" y="52"/>
                  </a:cubicBezTo>
                  <a:cubicBezTo>
                    <a:pt x="2100" y="15"/>
                    <a:pt x="2017" y="1"/>
                    <a:pt x="19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51"/>
            <p:cNvSpPr/>
            <p:nvPr/>
          </p:nvSpPr>
          <p:spPr>
            <a:xfrm>
              <a:off x="3520893" y="4366757"/>
              <a:ext cx="7252" cy="97928"/>
            </a:xfrm>
            <a:custGeom>
              <a:avLst/>
              <a:gdLst/>
              <a:ahLst/>
              <a:cxnLst/>
              <a:rect l="l" t="t" r="r" b="b"/>
              <a:pathLst>
                <a:path w="228" h="3079" fill="none" extrusionOk="0">
                  <a:moveTo>
                    <a:pt x="0" y="1"/>
                  </a:moveTo>
                  <a:cubicBezTo>
                    <a:pt x="227" y="1008"/>
                    <a:pt x="227" y="2071"/>
                    <a:pt x="7" y="3078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51"/>
            <p:cNvSpPr/>
            <p:nvPr/>
          </p:nvSpPr>
          <p:spPr>
            <a:xfrm>
              <a:off x="3497644" y="4343062"/>
              <a:ext cx="41315" cy="36099"/>
            </a:xfrm>
            <a:custGeom>
              <a:avLst/>
              <a:gdLst/>
              <a:ahLst/>
              <a:cxnLst/>
              <a:rect l="l" t="t" r="r" b="b"/>
              <a:pathLst>
                <a:path w="1299" h="1135" extrusionOk="0">
                  <a:moveTo>
                    <a:pt x="660" y="1"/>
                  </a:moveTo>
                  <a:cubicBezTo>
                    <a:pt x="471" y="1"/>
                    <a:pt x="279" y="89"/>
                    <a:pt x="171" y="250"/>
                  </a:cubicBezTo>
                  <a:cubicBezTo>
                    <a:pt x="1" y="498"/>
                    <a:pt x="79" y="881"/>
                    <a:pt x="334" y="1044"/>
                  </a:cubicBezTo>
                  <a:cubicBezTo>
                    <a:pt x="424" y="1106"/>
                    <a:pt x="533" y="1135"/>
                    <a:pt x="642" y="1135"/>
                  </a:cubicBezTo>
                  <a:cubicBezTo>
                    <a:pt x="833" y="1135"/>
                    <a:pt x="1027" y="1046"/>
                    <a:pt x="1135" y="888"/>
                  </a:cubicBezTo>
                  <a:cubicBezTo>
                    <a:pt x="1299" y="633"/>
                    <a:pt x="1213" y="264"/>
                    <a:pt x="972" y="94"/>
                  </a:cubicBezTo>
                  <a:cubicBezTo>
                    <a:pt x="881" y="31"/>
                    <a:pt x="771" y="1"/>
                    <a:pt x="6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51"/>
            <p:cNvSpPr/>
            <p:nvPr/>
          </p:nvSpPr>
          <p:spPr>
            <a:xfrm>
              <a:off x="3503082" y="4350759"/>
              <a:ext cx="22359" cy="21914"/>
            </a:xfrm>
            <a:custGeom>
              <a:avLst/>
              <a:gdLst/>
              <a:ahLst/>
              <a:cxnLst/>
              <a:rect l="l" t="t" r="r" b="b"/>
              <a:pathLst>
                <a:path w="703" h="689" fill="none" extrusionOk="0">
                  <a:moveTo>
                    <a:pt x="298" y="107"/>
                  </a:moveTo>
                  <a:cubicBezTo>
                    <a:pt x="674" y="1"/>
                    <a:pt x="702" y="539"/>
                    <a:pt x="433" y="617"/>
                  </a:cubicBezTo>
                  <a:cubicBezTo>
                    <a:pt x="163" y="688"/>
                    <a:pt x="0" y="199"/>
                    <a:pt x="298" y="107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51"/>
            <p:cNvSpPr/>
            <p:nvPr/>
          </p:nvSpPr>
          <p:spPr>
            <a:xfrm>
              <a:off x="3570064" y="4306550"/>
              <a:ext cx="15807" cy="143027"/>
            </a:xfrm>
            <a:custGeom>
              <a:avLst/>
              <a:gdLst/>
              <a:ahLst/>
              <a:cxnLst/>
              <a:rect l="l" t="t" r="r" b="b"/>
              <a:pathLst>
                <a:path w="497" h="4497" fill="none" extrusionOk="0">
                  <a:moveTo>
                    <a:pt x="0" y="1"/>
                  </a:moveTo>
                  <a:cubicBezTo>
                    <a:pt x="376" y="1469"/>
                    <a:pt x="496" y="2993"/>
                    <a:pt x="348" y="4496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51"/>
            <p:cNvSpPr/>
            <p:nvPr/>
          </p:nvSpPr>
          <p:spPr>
            <a:xfrm>
              <a:off x="3550440" y="4280947"/>
              <a:ext cx="36099" cy="32568"/>
            </a:xfrm>
            <a:custGeom>
              <a:avLst/>
              <a:gdLst/>
              <a:ahLst/>
              <a:cxnLst/>
              <a:rect l="l" t="t" r="r" b="b"/>
              <a:pathLst>
                <a:path w="1135" h="1024" extrusionOk="0">
                  <a:moveTo>
                    <a:pt x="550" y="1"/>
                  </a:moveTo>
                  <a:cubicBezTo>
                    <a:pt x="433" y="1"/>
                    <a:pt x="316" y="37"/>
                    <a:pt x="227" y="111"/>
                  </a:cubicBezTo>
                  <a:cubicBezTo>
                    <a:pt x="21" y="288"/>
                    <a:pt x="0" y="643"/>
                    <a:pt x="177" y="848"/>
                  </a:cubicBezTo>
                  <a:cubicBezTo>
                    <a:pt x="277" y="964"/>
                    <a:pt x="430" y="1023"/>
                    <a:pt x="583" y="1023"/>
                  </a:cubicBezTo>
                  <a:cubicBezTo>
                    <a:pt x="702" y="1023"/>
                    <a:pt x="822" y="987"/>
                    <a:pt x="915" y="912"/>
                  </a:cubicBezTo>
                  <a:cubicBezTo>
                    <a:pt x="1128" y="735"/>
                    <a:pt x="1135" y="430"/>
                    <a:pt x="957" y="189"/>
                  </a:cubicBezTo>
                  <a:cubicBezTo>
                    <a:pt x="861" y="64"/>
                    <a:pt x="705" y="1"/>
                    <a:pt x="5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51"/>
            <p:cNvSpPr/>
            <p:nvPr/>
          </p:nvSpPr>
          <p:spPr>
            <a:xfrm>
              <a:off x="3557183" y="4286926"/>
              <a:ext cx="21023" cy="20355"/>
            </a:xfrm>
            <a:custGeom>
              <a:avLst/>
              <a:gdLst/>
              <a:ahLst/>
              <a:cxnLst/>
              <a:rect l="l" t="t" r="r" b="b"/>
              <a:pathLst>
                <a:path w="661" h="640" fill="none" extrusionOk="0">
                  <a:moveTo>
                    <a:pt x="285" y="58"/>
                  </a:moveTo>
                  <a:cubicBezTo>
                    <a:pt x="568" y="1"/>
                    <a:pt x="660" y="440"/>
                    <a:pt x="355" y="540"/>
                  </a:cubicBezTo>
                  <a:cubicBezTo>
                    <a:pt x="58" y="639"/>
                    <a:pt x="1" y="114"/>
                    <a:pt x="285" y="5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51"/>
            <p:cNvSpPr/>
            <p:nvPr/>
          </p:nvSpPr>
          <p:spPr>
            <a:xfrm>
              <a:off x="3644233" y="4358869"/>
              <a:ext cx="23281" cy="88227"/>
            </a:xfrm>
            <a:custGeom>
              <a:avLst/>
              <a:gdLst/>
              <a:ahLst/>
              <a:cxnLst/>
              <a:rect l="l" t="t" r="r" b="b"/>
              <a:pathLst>
                <a:path w="732" h="2774" fill="none" extrusionOk="0">
                  <a:moveTo>
                    <a:pt x="731" y="1"/>
                  </a:moveTo>
                  <a:cubicBezTo>
                    <a:pt x="228" y="823"/>
                    <a:pt x="1" y="1816"/>
                    <a:pt x="107" y="277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51"/>
            <p:cNvSpPr/>
            <p:nvPr/>
          </p:nvSpPr>
          <p:spPr>
            <a:xfrm>
              <a:off x="3647636" y="4331739"/>
              <a:ext cx="45354" cy="41028"/>
            </a:xfrm>
            <a:custGeom>
              <a:avLst/>
              <a:gdLst/>
              <a:ahLst/>
              <a:cxnLst/>
              <a:rect l="l" t="t" r="r" b="b"/>
              <a:pathLst>
                <a:path w="1426" h="1290" extrusionOk="0">
                  <a:moveTo>
                    <a:pt x="699" y="0"/>
                  </a:moveTo>
                  <a:cubicBezTo>
                    <a:pt x="530" y="0"/>
                    <a:pt x="361" y="61"/>
                    <a:pt x="241" y="180"/>
                  </a:cubicBezTo>
                  <a:cubicBezTo>
                    <a:pt x="0" y="428"/>
                    <a:pt x="0" y="868"/>
                    <a:pt x="248" y="1109"/>
                  </a:cubicBezTo>
                  <a:cubicBezTo>
                    <a:pt x="373" y="1230"/>
                    <a:pt x="545" y="1290"/>
                    <a:pt x="716" y="1290"/>
                  </a:cubicBezTo>
                  <a:cubicBezTo>
                    <a:pt x="887" y="1290"/>
                    <a:pt x="1057" y="1230"/>
                    <a:pt x="1177" y="1109"/>
                  </a:cubicBezTo>
                  <a:cubicBezTo>
                    <a:pt x="1426" y="868"/>
                    <a:pt x="1411" y="450"/>
                    <a:pt x="1163" y="187"/>
                  </a:cubicBezTo>
                  <a:cubicBezTo>
                    <a:pt x="1042" y="62"/>
                    <a:pt x="870" y="0"/>
                    <a:pt x="6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51"/>
            <p:cNvSpPr/>
            <p:nvPr/>
          </p:nvSpPr>
          <p:spPr>
            <a:xfrm>
              <a:off x="3653711" y="4338800"/>
              <a:ext cx="22804" cy="17843"/>
            </a:xfrm>
            <a:custGeom>
              <a:avLst/>
              <a:gdLst/>
              <a:ahLst/>
              <a:cxnLst/>
              <a:rect l="l" t="t" r="r" b="b"/>
              <a:pathLst>
                <a:path w="717" h="561" fill="none" extrusionOk="0">
                  <a:moveTo>
                    <a:pt x="398" y="8"/>
                  </a:moveTo>
                  <a:cubicBezTo>
                    <a:pt x="717" y="1"/>
                    <a:pt x="710" y="561"/>
                    <a:pt x="355" y="540"/>
                  </a:cubicBezTo>
                  <a:cubicBezTo>
                    <a:pt x="1" y="511"/>
                    <a:pt x="72" y="15"/>
                    <a:pt x="398" y="8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51"/>
            <p:cNvSpPr/>
            <p:nvPr/>
          </p:nvSpPr>
          <p:spPr>
            <a:xfrm>
              <a:off x="3117669" y="4230790"/>
              <a:ext cx="15807" cy="142995"/>
            </a:xfrm>
            <a:custGeom>
              <a:avLst/>
              <a:gdLst/>
              <a:ahLst/>
              <a:cxnLst/>
              <a:rect l="l" t="t" r="r" b="b"/>
              <a:pathLst>
                <a:path w="497" h="4496" fill="none" extrusionOk="0">
                  <a:moveTo>
                    <a:pt x="0" y="0"/>
                  </a:moveTo>
                  <a:cubicBezTo>
                    <a:pt x="383" y="1461"/>
                    <a:pt x="496" y="2993"/>
                    <a:pt x="348" y="4496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51"/>
            <p:cNvSpPr/>
            <p:nvPr/>
          </p:nvSpPr>
          <p:spPr>
            <a:xfrm>
              <a:off x="3098046" y="4205092"/>
              <a:ext cx="36321" cy="32505"/>
            </a:xfrm>
            <a:custGeom>
              <a:avLst/>
              <a:gdLst/>
              <a:ahLst/>
              <a:cxnLst/>
              <a:rect l="l" t="t" r="r" b="b"/>
              <a:pathLst>
                <a:path w="1142" h="1022" extrusionOk="0">
                  <a:moveTo>
                    <a:pt x="554" y="0"/>
                  </a:moveTo>
                  <a:cubicBezTo>
                    <a:pt x="438" y="0"/>
                    <a:pt x="322" y="37"/>
                    <a:pt x="234" y="113"/>
                  </a:cubicBezTo>
                  <a:cubicBezTo>
                    <a:pt x="21" y="291"/>
                    <a:pt x="0" y="645"/>
                    <a:pt x="177" y="851"/>
                  </a:cubicBezTo>
                  <a:cubicBezTo>
                    <a:pt x="275" y="964"/>
                    <a:pt x="425" y="1022"/>
                    <a:pt x="575" y="1022"/>
                  </a:cubicBezTo>
                  <a:cubicBezTo>
                    <a:pt x="697" y="1022"/>
                    <a:pt x="820" y="984"/>
                    <a:pt x="915" y="908"/>
                  </a:cubicBezTo>
                  <a:cubicBezTo>
                    <a:pt x="1128" y="737"/>
                    <a:pt x="1142" y="432"/>
                    <a:pt x="957" y="191"/>
                  </a:cubicBezTo>
                  <a:cubicBezTo>
                    <a:pt x="864" y="66"/>
                    <a:pt x="709" y="0"/>
                    <a:pt x="5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51"/>
            <p:cNvSpPr/>
            <p:nvPr/>
          </p:nvSpPr>
          <p:spPr>
            <a:xfrm>
              <a:off x="3105011" y="4210944"/>
              <a:ext cx="20800" cy="20323"/>
            </a:xfrm>
            <a:custGeom>
              <a:avLst/>
              <a:gdLst/>
              <a:ahLst/>
              <a:cxnLst/>
              <a:rect l="l" t="t" r="r" b="b"/>
              <a:pathLst>
                <a:path w="654" h="639" fill="none" extrusionOk="0">
                  <a:moveTo>
                    <a:pt x="278" y="64"/>
                  </a:moveTo>
                  <a:cubicBezTo>
                    <a:pt x="561" y="0"/>
                    <a:pt x="653" y="440"/>
                    <a:pt x="356" y="539"/>
                  </a:cubicBezTo>
                  <a:cubicBezTo>
                    <a:pt x="51" y="638"/>
                    <a:pt x="1" y="121"/>
                    <a:pt x="278" y="64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51"/>
            <p:cNvSpPr/>
            <p:nvPr/>
          </p:nvSpPr>
          <p:spPr>
            <a:xfrm>
              <a:off x="3057431" y="4277925"/>
              <a:ext cx="23504" cy="88195"/>
            </a:xfrm>
            <a:custGeom>
              <a:avLst/>
              <a:gdLst/>
              <a:ahLst/>
              <a:cxnLst/>
              <a:rect l="l" t="t" r="r" b="b"/>
              <a:pathLst>
                <a:path w="739" h="2773" fill="none" extrusionOk="0">
                  <a:moveTo>
                    <a:pt x="738" y="0"/>
                  </a:moveTo>
                  <a:cubicBezTo>
                    <a:pt x="228" y="823"/>
                    <a:pt x="1" y="1815"/>
                    <a:pt x="107" y="2773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51"/>
            <p:cNvSpPr/>
            <p:nvPr/>
          </p:nvSpPr>
          <p:spPr>
            <a:xfrm>
              <a:off x="3060834" y="4250764"/>
              <a:ext cx="45354" cy="41060"/>
            </a:xfrm>
            <a:custGeom>
              <a:avLst/>
              <a:gdLst/>
              <a:ahLst/>
              <a:cxnLst/>
              <a:rect l="l" t="t" r="r" b="b"/>
              <a:pathLst>
                <a:path w="1426" h="1291" extrusionOk="0">
                  <a:moveTo>
                    <a:pt x="701" y="1"/>
                  </a:moveTo>
                  <a:cubicBezTo>
                    <a:pt x="531" y="1"/>
                    <a:pt x="361" y="61"/>
                    <a:pt x="241" y="181"/>
                  </a:cubicBezTo>
                  <a:cubicBezTo>
                    <a:pt x="0" y="429"/>
                    <a:pt x="7" y="868"/>
                    <a:pt x="248" y="1109"/>
                  </a:cubicBezTo>
                  <a:cubicBezTo>
                    <a:pt x="372" y="1230"/>
                    <a:pt x="544" y="1290"/>
                    <a:pt x="716" y="1290"/>
                  </a:cubicBezTo>
                  <a:cubicBezTo>
                    <a:pt x="888" y="1290"/>
                    <a:pt x="1060" y="1230"/>
                    <a:pt x="1184" y="1109"/>
                  </a:cubicBezTo>
                  <a:cubicBezTo>
                    <a:pt x="1425" y="868"/>
                    <a:pt x="1418" y="450"/>
                    <a:pt x="1163" y="188"/>
                  </a:cubicBezTo>
                  <a:cubicBezTo>
                    <a:pt x="1045" y="63"/>
                    <a:pt x="873" y="1"/>
                    <a:pt x="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51"/>
            <p:cNvSpPr/>
            <p:nvPr/>
          </p:nvSpPr>
          <p:spPr>
            <a:xfrm>
              <a:off x="3066908" y="4257856"/>
              <a:ext cx="22804" cy="17843"/>
            </a:xfrm>
            <a:custGeom>
              <a:avLst/>
              <a:gdLst/>
              <a:ahLst/>
              <a:cxnLst/>
              <a:rect l="l" t="t" r="r" b="b"/>
              <a:pathLst>
                <a:path w="717" h="561" fill="none" extrusionOk="0">
                  <a:moveTo>
                    <a:pt x="405" y="7"/>
                  </a:moveTo>
                  <a:cubicBezTo>
                    <a:pt x="717" y="0"/>
                    <a:pt x="717" y="560"/>
                    <a:pt x="355" y="539"/>
                  </a:cubicBezTo>
                  <a:cubicBezTo>
                    <a:pt x="1" y="511"/>
                    <a:pt x="79" y="14"/>
                    <a:pt x="405" y="7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51"/>
            <p:cNvSpPr/>
            <p:nvPr/>
          </p:nvSpPr>
          <p:spPr>
            <a:xfrm>
              <a:off x="3335724" y="4306550"/>
              <a:ext cx="14026" cy="101967"/>
            </a:xfrm>
            <a:custGeom>
              <a:avLst/>
              <a:gdLst/>
              <a:ahLst/>
              <a:cxnLst/>
              <a:rect l="l" t="t" r="r" b="b"/>
              <a:pathLst>
                <a:path w="441" h="3206" fill="none" extrusionOk="0">
                  <a:moveTo>
                    <a:pt x="405" y="1"/>
                  </a:moveTo>
                  <a:cubicBezTo>
                    <a:pt x="1" y="1015"/>
                    <a:pt x="15" y="2199"/>
                    <a:pt x="440" y="3206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51"/>
            <p:cNvSpPr/>
            <p:nvPr/>
          </p:nvSpPr>
          <p:spPr>
            <a:xfrm>
              <a:off x="3324465" y="4271946"/>
              <a:ext cx="49648" cy="45926"/>
            </a:xfrm>
            <a:custGeom>
              <a:avLst/>
              <a:gdLst/>
              <a:ahLst/>
              <a:cxnLst/>
              <a:rect l="l" t="t" r="r" b="b"/>
              <a:pathLst>
                <a:path w="1561" h="1444" extrusionOk="0">
                  <a:moveTo>
                    <a:pt x="885" y="1"/>
                  </a:moveTo>
                  <a:cubicBezTo>
                    <a:pt x="583" y="1"/>
                    <a:pt x="279" y="169"/>
                    <a:pt x="156" y="443"/>
                  </a:cubicBezTo>
                  <a:cubicBezTo>
                    <a:pt x="0" y="777"/>
                    <a:pt x="142" y="1223"/>
                    <a:pt x="475" y="1387"/>
                  </a:cubicBezTo>
                  <a:cubicBezTo>
                    <a:pt x="559" y="1426"/>
                    <a:pt x="650" y="1444"/>
                    <a:pt x="741" y="1444"/>
                  </a:cubicBezTo>
                  <a:cubicBezTo>
                    <a:pt x="1014" y="1444"/>
                    <a:pt x="1293" y="1282"/>
                    <a:pt x="1404" y="1032"/>
                  </a:cubicBezTo>
                  <a:cubicBezTo>
                    <a:pt x="1560" y="692"/>
                    <a:pt x="1482" y="124"/>
                    <a:pt x="1078" y="25"/>
                  </a:cubicBezTo>
                  <a:cubicBezTo>
                    <a:pt x="1015" y="9"/>
                    <a:pt x="950" y="1"/>
                    <a:pt x="8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51"/>
            <p:cNvSpPr/>
            <p:nvPr/>
          </p:nvSpPr>
          <p:spPr>
            <a:xfrm>
              <a:off x="3340463" y="4276113"/>
              <a:ext cx="22582" cy="23472"/>
            </a:xfrm>
            <a:custGeom>
              <a:avLst/>
              <a:gdLst/>
              <a:ahLst/>
              <a:cxnLst/>
              <a:rect l="l" t="t" r="r" b="b"/>
              <a:pathLst>
                <a:path w="710" h="738" fill="none" extrusionOk="0">
                  <a:moveTo>
                    <a:pt x="490" y="43"/>
                  </a:moveTo>
                  <a:cubicBezTo>
                    <a:pt x="327" y="1"/>
                    <a:pt x="135" y="86"/>
                    <a:pt x="72" y="234"/>
                  </a:cubicBezTo>
                  <a:cubicBezTo>
                    <a:pt x="1" y="390"/>
                    <a:pt x="65" y="596"/>
                    <a:pt x="213" y="667"/>
                  </a:cubicBezTo>
                  <a:cubicBezTo>
                    <a:pt x="369" y="738"/>
                    <a:pt x="568" y="660"/>
                    <a:pt x="639" y="504"/>
                  </a:cubicBezTo>
                  <a:cubicBezTo>
                    <a:pt x="710" y="348"/>
                    <a:pt x="674" y="93"/>
                    <a:pt x="490" y="43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51"/>
            <p:cNvSpPr/>
            <p:nvPr/>
          </p:nvSpPr>
          <p:spPr>
            <a:xfrm>
              <a:off x="3268520" y="4333839"/>
              <a:ext cx="17397" cy="71307"/>
            </a:xfrm>
            <a:custGeom>
              <a:avLst/>
              <a:gdLst/>
              <a:ahLst/>
              <a:cxnLst/>
              <a:rect l="l" t="t" r="r" b="b"/>
              <a:pathLst>
                <a:path w="547" h="2242" fill="none" extrusionOk="0">
                  <a:moveTo>
                    <a:pt x="171" y="1"/>
                  </a:moveTo>
                  <a:cubicBezTo>
                    <a:pt x="1" y="759"/>
                    <a:pt x="136" y="1582"/>
                    <a:pt x="547" y="2241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51"/>
            <p:cNvSpPr/>
            <p:nvPr/>
          </p:nvSpPr>
          <p:spPr>
            <a:xfrm>
              <a:off x="3252522" y="4299457"/>
              <a:ext cx="47835" cy="42364"/>
            </a:xfrm>
            <a:custGeom>
              <a:avLst/>
              <a:gdLst/>
              <a:ahLst/>
              <a:cxnLst/>
              <a:rect l="l" t="t" r="r" b="b"/>
              <a:pathLst>
                <a:path w="1504" h="1332" extrusionOk="0">
                  <a:moveTo>
                    <a:pt x="764" y="0"/>
                  </a:moveTo>
                  <a:cubicBezTo>
                    <a:pt x="553" y="0"/>
                    <a:pt x="341" y="89"/>
                    <a:pt x="213" y="252"/>
                  </a:cubicBezTo>
                  <a:cubicBezTo>
                    <a:pt x="0" y="522"/>
                    <a:pt x="36" y="954"/>
                    <a:pt x="291" y="1174"/>
                  </a:cubicBezTo>
                  <a:cubicBezTo>
                    <a:pt x="410" y="1280"/>
                    <a:pt x="568" y="1332"/>
                    <a:pt x="726" y="1332"/>
                  </a:cubicBezTo>
                  <a:cubicBezTo>
                    <a:pt x="907" y="1332"/>
                    <a:pt x="1088" y="1264"/>
                    <a:pt x="1213" y="1131"/>
                  </a:cubicBezTo>
                  <a:cubicBezTo>
                    <a:pt x="1440" y="876"/>
                    <a:pt x="1504" y="337"/>
                    <a:pt x="1128" y="103"/>
                  </a:cubicBezTo>
                  <a:cubicBezTo>
                    <a:pt x="1020" y="33"/>
                    <a:pt x="892" y="0"/>
                    <a:pt x="7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51"/>
            <p:cNvSpPr/>
            <p:nvPr/>
          </p:nvSpPr>
          <p:spPr>
            <a:xfrm>
              <a:off x="3263114" y="4305659"/>
              <a:ext cx="24394" cy="24172"/>
            </a:xfrm>
            <a:custGeom>
              <a:avLst/>
              <a:gdLst/>
              <a:ahLst/>
              <a:cxnLst/>
              <a:rect l="l" t="t" r="r" b="b"/>
              <a:pathLst>
                <a:path w="767" h="760" fill="none" extrusionOk="0">
                  <a:moveTo>
                    <a:pt x="575" y="93"/>
                  </a:moveTo>
                  <a:cubicBezTo>
                    <a:pt x="433" y="0"/>
                    <a:pt x="213" y="36"/>
                    <a:pt x="107" y="171"/>
                  </a:cubicBezTo>
                  <a:cubicBezTo>
                    <a:pt x="1" y="305"/>
                    <a:pt x="22" y="532"/>
                    <a:pt x="150" y="646"/>
                  </a:cubicBezTo>
                  <a:cubicBezTo>
                    <a:pt x="277" y="759"/>
                    <a:pt x="504" y="752"/>
                    <a:pt x="617" y="617"/>
                  </a:cubicBezTo>
                  <a:cubicBezTo>
                    <a:pt x="738" y="490"/>
                    <a:pt x="766" y="213"/>
                    <a:pt x="575" y="93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51"/>
            <p:cNvSpPr/>
            <p:nvPr/>
          </p:nvSpPr>
          <p:spPr>
            <a:xfrm>
              <a:off x="3199535" y="4314915"/>
              <a:ext cx="11068" cy="72420"/>
            </a:xfrm>
            <a:custGeom>
              <a:avLst/>
              <a:gdLst/>
              <a:ahLst/>
              <a:cxnLst/>
              <a:rect l="l" t="t" r="r" b="b"/>
              <a:pathLst>
                <a:path w="348" h="2277" fill="none" extrusionOk="0">
                  <a:moveTo>
                    <a:pt x="0" y="0"/>
                  </a:moveTo>
                  <a:cubicBezTo>
                    <a:pt x="269" y="723"/>
                    <a:pt x="347" y="1518"/>
                    <a:pt x="220" y="2276"/>
                  </a:cubicBezTo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51"/>
            <p:cNvSpPr/>
            <p:nvPr/>
          </p:nvSpPr>
          <p:spPr>
            <a:xfrm>
              <a:off x="3181470" y="4289471"/>
              <a:ext cx="36576" cy="33109"/>
            </a:xfrm>
            <a:custGeom>
              <a:avLst/>
              <a:gdLst/>
              <a:ahLst/>
              <a:cxnLst/>
              <a:rect l="l" t="t" r="r" b="b"/>
              <a:pathLst>
                <a:path w="1150" h="1041" extrusionOk="0">
                  <a:moveTo>
                    <a:pt x="587" y="1"/>
                  </a:moveTo>
                  <a:cubicBezTo>
                    <a:pt x="426" y="1"/>
                    <a:pt x="265" y="68"/>
                    <a:pt x="164" y="190"/>
                  </a:cubicBezTo>
                  <a:cubicBezTo>
                    <a:pt x="1" y="403"/>
                    <a:pt x="29" y="750"/>
                    <a:pt x="235" y="921"/>
                  </a:cubicBezTo>
                  <a:cubicBezTo>
                    <a:pt x="328" y="1001"/>
                    <a:pt x="451" y="1041"/>
                    <a:pt x="573" y="1041"/>
                  </a:cubicBezTo>
                  <a:cubicBezTo>
                    <a:pt x="721" y="1041"/>
                    <a:pt x="868" y="983"/>
                    <a:pt x="965" y="871"/>
                  </a:cubicBezTo>
                  <a:cubicBezTo>
                    <a:pt x="1142" y="665"/>
                    <a:pt x="1149" y="275"/>
                    <a:pt x="894" y="98"/>
                  </a:cubicBezTo>
                  <a:cubicBezTo>
                    <a:pt x="805" y="32"/>
                    <a:pt x="696" y="1"/>
                    <a:pt x="5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51"/>
            <p:cNvSpPr/>
            <p:nvPr/>
          </p:nvSpPr>
          <p:spPr>
            <a:xfrm>
              <a:off x="3194574" y="4300920"/>
              <a:ext cx="14662" cy="14917"/>
            </a:xfrm>
            <a:custGeom>
              <a:avLst/>
              <a:gdLst/>
              <a:ahLst/>
              <a:cxnLst/>
              <a:rect l="l" t="t" r="r" b="b"/>
              <a:pathLst>
                <a:path w="461" h="469" fill="none" extrusionOk="0">
                  <a:moveTo>
                    <a:pt x="362" y="64"/>
                  </a:moveTo>
                  <a:cubicBezTo>
                    <a:pt x="269" y="0"/>
                    <a:pt x="135" y="22"/>
                    <a:pt x="71" y="107"/>
                  </a:cubicBezTo>
                  <a:cubicBezTo>
                    <a:pt x="0" y="192"/>
                    <a:pt x="14" y="327"/>
                    <a:pt x="92" y="398"/>
                  </a:cubicBezTo>
                  <a:cubicBezTo>
                    <a:pt x="177" y="468"/>
                    <a:pt x="319" y="454"/>
                    <a:pt x="383" y="376"/>
                  </a:cubicBezTo>
                  <a:cubicBezTo>
                    <a:pt x="454" y="291"/>
                    <a:pt x="461" y="142"/>
                    <a:pt x="362" y="64"/>
                  </a:cubicBezTo>
                  <a:close/>
                </a:path>
              </a:pathLst>
            </a:custGeom>
            <a:noFill/>
            <a:ln w="30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C9BB5799-00FB-BB5E-0894-772ABD5EA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694493" y="234050"/>
            <a:ext cx="2559747" cy="17064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4DCDA98-03E8-0AB0-C11C-00445DFABA43}"/>
              </a:ext>
            </a:extLst>
          </p:cNvPr>
          <p:cNvSpPr txBox="1"/>
          <p:nvPr/>
        </p:nvSpPr>
        <p:spPr>
          <a:xfrm>
            <a:off x="2218944" y="3990906"/>
            <a:ext cx="4706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212529"/>
                </a:solidFill>
                <a:effectLst/>
                <a:latin typeface="system-ui"/>
              </a:rPr>
              <a:t>Em lugares distantes do Equador, o inverno representa um período de intensas nevascas.</a:t>
            </a:r>
            <a:endParaRPr lang="pt-BR" dirty="0"/>
          </a:p>
        </p:txBody>
      </p:sp>
      <p:sp>
        <p:nvSpPr>
          <p:cNvPr id="4" name="Botão de ação: Retornar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49D9D43-B717-EF56-35A8-D9A5ED21F7FE}"/>
              </a:ext>
            </a:extLst>
          </p:cNvPr>
          <p:cNvSpPr/>
          <p:nvPr/>
        </p:nvSpPr>
        <p:spPr>
          <a:xfrm>
            <a:off x="7775232" y="4608576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Primavera</a:t>
            </a:r>
            <a:endParaRPr dirty="0"/>
          </a:p>
        </p:txBody>
      </p:sp>
      <p:sp>
        <p:nvSpPr>
          <p:cNvPr id="1559" name="Google Shape;1559;p43"/>
          <p:cNvSpPr txBox="1">
            <a:spLocks noGrp="1"/>
          </p:cNvSpPr>
          <p:nvPr>
            <p:ph type="subTitle" idx="1"/>
          </p:nvPr>
        </p:nvSpPr>
        <p:spPr>
          <a:xfrm>
            <a:off x="720000" y="1422600"/>
            <a:ext cx="4496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pt-BR" dirty="0"/>
              <a:t>Apresenta temperaturas amenas e agradáveis e aumento dos índices pluviométricos. Os dias começam a ficar mais longos, e as noites passam a ser mais curtas. A característica principal dessa estação é reflorescimento da flora terrestre.</a:t>
            </a:r>
            <a:endParaRPr dirty="0"/>
          </a:p>
        </p:txBody>
      </p:sp>
      <p:pic>
        <p:nvPicPr>
          <p:cNvPr id="5" name="Espaço Reservado para Imagem 4">
            <a:extLst>
              <a:ext uri="{FF2B5EF4-FFF2-40B4-BE49-F238E27FC236}">
                <a16:creationId xmlns:a16="http://schemas.microsoft.com/office/drawing/2014/main" id="{60C5B40E-A8A5-6970-EA86-BC4CC47D8574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6081" r="16081"/>
          <a:stretch>
            <a:fillRect/>
          </a:stretch>
        </p:blipFill>
        <p:spPr>
          <a:xfrm>
            <a:off x="5432425" y="71438"/>
            <a:ext cx="3095625" cy="2500312"/>
          </a:xfrm>
        </p:spPr>
      </p:pic>
      <p:sp>
        <p:nvSpPr>
          <p:cNvPr id="3" name="Botão de ação: Retornar 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E6E394A-30B6-F34F-5485-EDD3C0F98212}"/>
              </a:ext>
            </a:extLst>
          </p:cNvPr>
          <p:cNvSpPr/>
          <p:nvPr/>
        </p:nvSpPr>
        <p:spPr>
          <a:xfrm>
            <a:off x="7839792" y="4608576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44"/>
          <p:cNvSpPr txBox="1">
            <a:spLocks noGrp="1"/>
          </p:cNvSpPr>
          <p:nvPr>
            <p:ph type="title"/>
          </p:nvPr>
        </p:nvSpPr>
        <p:spPr>
          <a:xfrm>
            <a:off x="1524000" y="1177878"/>
            <a:ext cx="4828032" cy="615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000" b="1" dirty="0">
                <a:latin typeface="+mj-lt"/>
              </a:rPr>
              <a:t>Estações do ano no Hemisfério Norte: </a:t>
            </a:r>
            <a:br>
              <a:rPr lang="pt-BR" sz="1600" b="1" dirty="0">
                <a:latin typeface="+mj-lt"/>
              </a:rPr>
            </a:br>
            <a:br>
              <a:rPr lang="pt-BR" sz="1600" b="1" dirty="0">
                <a:latin typeface="+mj-lt"/>
              </a:rPr>
            </a:br>
            <a:endParaRPr sz="1600" dirty="0">
              <a:latin typeface="+mj-lt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FA8DF343-6E13-BD68-86DC-71C07D3DF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060671"/>
              </p:ext>
            </p:extLst>
          </p:nvPr>
        </p:nvGraphicFramePr>
        <p:xfrm>
          <a:off x="1524000" y="1793558"/>
          <a:ext cx="6096000" cy="1854200"/>
        </p:xfrm>
        <a:graphic>
          <a:graphicData uri="http://schemas.openxmlformats.org/drawingml/2006/table">
            <a:tbl>
              <a:tblPr firstRow="1" bandRow="1">
                <a:tableStyleId>{19B50B2C-8291-4632-ADFD-FA5CFE02B27A}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331689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775768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23229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 </a:t>
                      </a:r>
                    </a:p>
                  </a:txBody>
                  <a:tcP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Término</a:t>
                      </a:r>
                    </a:p>
                  </a:txBody>
                  <a:tcP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4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Verão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 de Junho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23 de Setembro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202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Outono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23 de Setembro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 de Dezembro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508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Inverno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 de Dezembro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 de Março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453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Primavera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 de Março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 de Junho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337871"/>
                  </a:ext>
                </a:extLst>
              </a:tr>
            </a:tbl>
          </a:graphicData>
        </a:graphic>
      </p:graphicFrame>
      <p:pic>
        <p:nvPicPr>
          <p:cNvPr id="12" name="Imagem 11">
            <a:extLst>
              <a:ext uri="{FF2B5EF4-FFF2-40B4-BE49-F238E27FC236}">
                <a16:creationId xmlns:a16="http://schemas.microsoft.com/office/drawing/2014/main" id="{2EE509FB-5D31-4226-B7F0-21B952F34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61752" y="3771273"/>
            <a:ext cx="2488176" cy="984330"/>
          </a:xfrm>
          <a:prstGeom prst="rect">
            <a:avLst/>
          </a:prstGeom>
        </p:spPr>
      </p:pic>
      <p:pic>
        <p:nvPicPr>
          <p:cNvPr id="14" name="Gráfico 13" descr="Dedo indicador apontando para a direita com preenchimento sólido">
            <a:extLst>
              <a:ext uri="{FF2B5EF4-FFF2-40B4-BE49-F238E27FC236}">
                <a16:creationId xmlns:a16="http://schemas.microsoft.com/office/drawing/2014/main" id="{3802263C-1852-F677-C047-141A2C8F4A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4714" y="3836400"/>
            <a:ext cx="427038" cy="427038"/>
          </a:xfrm>
          <a:prstGeom prst="rect">
            <a:avLst/>
          </a:prstGeom>
        </p:spPr>
      </p:pic>
      <p:sp>
        <p:nvSpPr>
          <p:cNvPr id="3" name="Botão de ação: Retornar 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8368379-8A72-22D2-01DA-77786D1C4996}"/>
              </a:ext>
            </a:extLst>
          </p:cNvPr>
          <p:cNvSpPr/>
          <p:nvPr/>
        </p:nvSpPr>
        <p:spPr>
          <a:xfrm>
            <a:off x="8376966" y="4603203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>
          <a:extLst>
            <a:ext uri="{FF2B5EF4-FFF2-40B4-BE49-F238E27FC236}">
              <a16:creationId xmlns:a16="http://schemas.microsoft.com/office/drawing/2014/main" id="{08FAF070-9701-8B93-B644-FE95E00A6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44">
            <a:extLst>
              <a:ext uri="{FF2B5EF4-FFF2-40B4-BE49-F238E27FC236}">
                <a16:creationId xmlns:a16="http://schemas.microsoft.com/office/drawing/2014/main" id="{C5F32CE8-DDFC-B90A-915E-D2030213FE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177878"/>
            <a:ext cx="4828032" cy="615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000" b="1" dirty="0">
                <a:latin typeface="+mj-lt"/>
              </a:rPr>
              <a:t>Estações do ano no Hemisfério Sul: </a:t>
            </a:r>
            <a:br>
              <a:rPr lang="pt-BR" sz="1600" b="1" dirty="0">
                <a:latin typeface="+mj-lt"/>
              </a:rPr>
            </a:br>
            <a:br>
              <a:rPr lang="pt-BR" sz="1600" b="1" dirty="0">
                <a:latin typeface="+mj-lt"/>
              </a:rPr>
            </a:br>
            <a:endParaRPr sz="1600" dirty="0">
              <a:latin typeface="+mj-lt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EA81943B-EF49-4FFA-9019-CDC5C4C2B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448875"/>
              </p:ext>
            </p:extLst>
          </p:nvPr>
        </p:nvGraphicFramePr>
        <p:xfrm>
          <a:off x="1524000" y="1793558"/>
          <a:ext cx="6096000" cy="1854200"/>
        </p:xfrm>
        <a:graphic>
          <a:graphicData uri="http://schemas.openxmlformats.org/drawingml/2006/table">
            <a:tbl>
              <a:tblPr firstRow="1" bandRow="1">
                <a:tableStyleId>{19B50B2C-8291-4632-ADFD-FA5CFE02B27A}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331689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775768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23229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 </a:t>
                      </a:r>
                    </a:p>
                  </a:txBody>
                  <a:tcP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Término</a:t>
                      </a:r>
                    </a:p>
                  </a:txBody>
                  <a:tcP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4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Verão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 de Dezembro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 de Março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202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Outono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23 de Março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 de Junho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508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Inverno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 de Junho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 de Setembro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453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Primavera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 de Setembro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 de Dezembro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337871"/>
                  </a:ext>
                </a:extLst>
              </a:tr>
            </a:tbl>
          </a:graphicData>
        </a:graphic>
      </p:graphicFrame>
      <p:pic>
        <p:nvPicPr>
          <p:cNvPr id="2" name="Imagem 1">
            <a:extLst>
              <a:ext uri="{FF2B5EF4-FFF2-40B4-BE49-F238E27FC236}">
                <a16:creationId xmlns:a16="http://schemas.microsoft.com/office/drawing/2014/main" id="{28A8A65D-2457-76AA-BB60-4309CE0F5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608056" y="3771273"/>
            <a:ext cx="2488176" cy="984330"/>
          </a:xfrm>
          <a:prstGeom prst="rect">
            <a:avLst/>
          </a:prstGeom>
        </p:spPr>
      </p:pic>
      <p:pic>
        <p:nvPicPr>
          <p:cNvPr id="4" name="Gráfico 3" descr="Dedo indicador apontando para a direita com preenchimento sólido">
            <a:extLst>
              <a:ext uri="{FF2B5EF4-FFF2-40B4-BE49-F238E27FC236}">
                <a16:creationId xmlns:a16="http://schemas.microsoft.com/office/drawing/2014/main" id="{AF2CD3FF-D599-A5A1-ED4E-3E8775140A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3584" y="4328565"/>
            <a:ext cx="427038" cy="427038"/>
          </a:xfrm>
          <a:prstGeom prst="rect">
            <a:avLst/>
          </a:prstGeom>
        </p:spPr>
      </p:pic>
      <p:sp>
        <p:nvSpPr>
          <p:cNvPr id="5" name="Botão de ação: Retornar 4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88B5C032-3E66-9856-6809-168A183FA8CF}"/>
              </a:ext>
            </a:extLst>
          </p:cNvPr>
          <p:cNvSpPr/>
          <p:nvPr/>
        </p:nvSpPr>
        <p:spPr>
          <a:xfrm>
            <a:off x="8412816" y="4603203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7180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46"/>
          <p:cNvSpPr txBox="1">
            <a:spLocks noGrp="1"/>
          </p:cNvSpPr>
          <p:nvPr>
            <p:ph type="title"/>
          </p:nvPr>
        </p:nvSpPr>
        <p:spPr>
          <a:xfrm>
            <a:off x="611173" y="542560"/>
            <a:ext cx="7704000" cy="1249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Ordem das Estações do ano no hemisfério Norte:</a:t>
            </a:r>
            <a:endParaRPr dirty="0"/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42076B69-C835-812E-5FCC-ABF15C21BB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9668087"/>
              </p:ext>
            </p:extLst>
          </p:nvPr>
        </p:nvGraphicFramePr>
        <p:xfrm>
          <a:off x="1524000" y="1834134"/>
          <a:ext cx="6096000" cy="1475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Botão de ação: Retornar 2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0C09D2F8-9AD8-0380-FBEE-64AC4651B843}"/>
              </a:ext>
            </a:extLst>
          </p:cNvPr>
          <p:cNvSpPr/>
          <p:nvPr/>
        </p:nvSpPr>
        <p:spPr>
          <a:xfrm>
            <a:off x="8181229" y="4600940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Shape 1711">
          <a:extLst>
            <a:ext uri="{FF2B5EF4-FFF2-40B4-BE49-F238E27FC236}">
              <a16:creationId xmlns:a16="http://schemas.microsoft.com/office/drawing/2014/main" id="{7CE46A93-C01B-0795-3009-1917EC0F6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46">
            <a:extLst>
              <a:ext uri="{FF2B5EF4-FFF2-40B4-BE49-F238E27FC236}">
                <a16:creationId xmlns:a16="http://schemas.microsoft.com/office/drawing/2014/main" id="{38DC603C-C654-3935-9C67-7738347A3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1173" y="542560"/>
            <a:ext cx="7704000" cy="1249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Ordem das Estações do ano no hemisfério Sul:</a:t>
            </a:r>
            <a:endParaRPr dirty="0"/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31756B5A-CE91-6165-8BC6-C91A132424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8160479"/>
              </p:ext>
            </p:extLst>
          </p:nvPr>
        </p:nvGraphicFramePr>
        <p:xfrm>
          <a:off x="1524000" y="1749171"/>
          <a:ext cx="6096000" cy="1645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Botão de ação: Retornar 2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4A46023A-3A66-8FC3-7E14-489138803FFB}"/>
              </a:ext>
            </a:extLst>
          </p:cNvPr>
          <p:cNvSpPr/>
          <p:nvPr/>
        </p:nvSpPr>
        <p:spPr>
          <a:xfrm>
            <a:off x="8315173" y="4448540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9080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47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11521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 que existem as estações do ano?</a:t>
            </a:r>
            <a:endParaRPr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D4485FA-9764-DF70-4DAF-EB0A3CB79B12}"/>
              </a:ext>
            </a:extLst>
          </p:cNvPr>
          <p:cNvSpPr txBox="1"/>
          <p:nvPr/>
        </p:nvSpPr>
        <p:spPr>
          <a:xfrm>
            <a:off x="720000" y="1889759"/>
            <a:ext cx="770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As estações do ano existem em decorrência da inclinação da Terra em relação ao Sol. O movimento de translação, em que a Terra gira ao redor do Sol, é responsável pela existência das estações do ano. Já o movimento de rotação, em que a Terra gira em torno do seu próprio eixo, possibilita a ocorrência do dia e da noite.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Como o movimento de translação faz com que a incidência solar seja diferente nos dois hemisférios, as estações do ano não ocorrem de maneira uniforme e simultânea nos Hemisférios Norte e Sul.</a:t>
            </a:r>
          </a:p>
        </p:txBody>
      </p:sp>
      <p:sp>
        <p:nvSpPr>
          <p:cNvPr id="3" name="Botão de ação: Retornar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48BB284-42DB-092E-330A-6C876BA839D4}"/>
              </a:ext>
            </a:extLst>
          </p:cNvPr>
          <p:cNvSpPr/>
          <p:nvPr/>
        </p:nvSpPr>
        <p:spPr>
          <a:xfrm>
            <a:off x="7839792" y="4608576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Shape 1739">
          <a:extLst>
            <a:ext uri="{FF2B5EF4-FFF2-40B4-BE49-F238E27FC236}">
              <a16:creationId xmlns:a16="http://schemas.microsoft.com/office/drawing/2014/main" id="{837AF324-A7D7-9357-71ED-27D2290A9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47">
            <a:extLst>
              <a:ext uri="{FF2B5EF4-FFF2-40B4-BE49-F238E27FC236}">
                <a16:creationId xmlns:a16="http://schemas.microsoft.com/office/drawing/2014/main" id="{A47B5C3C-68BB-DA46-F946-9E6A0083E2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7536" y="188988"/>
            <a:ext cx="3852000" cy="11521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Solstício e Equinócio</a:t>
            </a:r>
            <a:endParaRPr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629956A-34A4-5E0D-7FAC-4270B25ED726}"/>
              </a:ext>
            </a:extLst>
          </p:cNvPr>
          <p:cNvSpPr txBox="1"/>
          <p:nvPr/>
        </p:nvSpPr>
        <p:spPr>
          <a:xfrm>
            <a:off x="817536" y="1426463"/>
            <a:ext cx="375446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Solstício: fenômeno astronômico que compreende o início do verão e do inverno nos hemisférios. Nesse período, o Sol incide com maior intensidade em um dos hemisférios, o que é conhecido como solstício de verão. Quando um hemisfério está no solstício de verão, o outro está no solstício de inverno.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 Equinócio: fenômeno astronômico que compreende o início da primavera e do outono. Nesse período, que ocorre duas vezes ao ano, os dois hemisférios recebem a mesma quantidade de luz. No equinócio, os dias e as noites têm igual duração.</a:t>
            </a:r>
          </a:p>
        </p:txBody>
      </p:sp>
      <p:pic>
        <p:nvPicPr>
          <p:cNvPr id="1026" name="Picture 2" descr="Representação do solstício e do equinócio, acontecimentos que marcam o início das estações do ano.">
            <a:extLst>
              <a:ext uri="{FF2B5EF4-FFF2-40B4-BE49-F238E27FC236}">
                <a16:creationId xmlns:a16="http://schemas.microsoft.com/office/drawing/2014/main" id="{CEA47E6C-BA2B-CEDD-862E-7D89A5D0E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219" y="94492"/>
            <a:ext cx="3971901" cy="2542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Botão de ação: Retornar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0B9213EC-0EE1-14AE-A907-D47CF8491597}"/>
              </a:ext>
            </a:extLst>
          </p:cNvPr>
          <p:cNvSpPr/>
          <p:nvPr/>
        </p:nvSpPr>
        <p:spPr>
          <a:xfrm>
            <a:off x="7839792" y="4608576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1944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9">
          <a:extLst>
            <a:ext uri="{FF2B5EF4-FFF2-40B4-BE49-F238E27FC236}">
              <a16:creationId xmlns:a16="http://schemas.microsoft.com/office/drawing/2014/main" id="{E61F1166-92CD-2429-5C48-25AE33B3B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47">
            <a:extLst>
              <a:ext uri="{FF2B5EF4-FFF2-40B4-BE49-F238E27FC236}">
                <a16:creationId xmlns:a16="http://schemas.microsoft.com/office/drawing/2014/main" id="{F9376653-013A-46B4-7BBD-268AD7589A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2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Estações do ano no Brasil</a:t>
            </a:r>
            <a:endParaRPr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7D3A1DE-6B1B-1DD7-1BC0-EEF272181B03}"/>
              </a:ext>
            </a:extLst>
          </p:cNvPr>
          <p:cNvSpPr txBox="1"/>
          <p:nvPr/>
        </p:nvSpPr>
        <p:spPr>
          <a:xfrm>
            <a:off x="720000" y="1663809"/>
            <a:ext cx="7704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As estações do ano não ocorrem de maneira precisa em quase todo o Brasil. Estados da região Sul, São Paulo, Mato Grosso do Sul, e regiões de Minas Gerais e do Rio de Janeiro apresentam as estações do ano mais bem definidas.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Na maioria das regiões, há duas estações bem determinadas: uma quente e úmida, outra quente e seca. Veja abaixo as principais características das estações do ano no Brasil:</a:t>
            </a:r>
          </a:p>
        </p:txBody>
      </p:sp>
      <p:sp>
        <p:nvSpPr>
          <p:cNvPr id="3" name="Botão de ação: Retornar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5C9D34B-83C3-12FC-8901-2496AFFCB4C8}"/>
              </a:ext>
            </a:extLst>
          </p:cNvPr>
          <p:cNvSpPr/>
          <p:nvPr/>
        </p:nvSpPr>
        <p:spPr>
          <a:xfrm>
            <a:off x="7839792" y="4608576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23371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9">
          <a:extLst>
            <a:ext uri="{FF2B5EF4-FFF2-40B4-BE49-F238E27FC236}">
              <a16:creationId xmlns:a16="http://schemas.microsoft.com/office/drawing/2014/main" id="{060A5BD1-9032-D04E-6BCD-F34E3A47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47">
            <a:extLst>
              <a:ext uri="{FF2B5EF4-FFF2-40B4-BE49-F238E27FC236}">
                <a16:creationId xmlns:a16="http://schemas.microsoft.com/office/drawing/2014/main" id="{915B2AB5-4180-6919-0E71-7A518DDDAB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2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Estações do ano no Brasil</a:t>
            </a:r>
            <a:endParaRPr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471078E-F6B1-84C7-8220-B8EFDD9F0107}"/>
              </a:ext>
            </a:extLst>
          </p:cNvPr>
          <p:cNvSpPr txBox="1"/>
          <p:nvPr/>
        </p:nvSpPr>
        <p:spPr>
          <a:xfrm>
            <a:off x="720000" y="1432161"/>
            <a:ext cx="770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Verão: </a:t>
            </a:r>
            <a:r>
              <a:rPr lang="pt-BR" sz="1600" dirty="0"/>
              <a:t>durante esse período, ocorrem chuvas de curta duração. Mudanças temporais repentinas também são comuns em decorrência do aumento das temperaturas, que favorece a formação de tempestades seguidas de trovoadas.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43A55AA-719E-6804-5500-CFC145740FF4}"/>
              </a:ext>
            </a:extLst>
          </p:cNvPr>
          <p:cNvSpPr txBox="1"/>
          <p:nvPr/>
        </p:nvSpPr>
        <p:spPr>
          <a:xfrm>
            <a:off x="720000" y="2524886"/>
            <a:ext cx="770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Outono: </a:t>
            </a:r>
            <a:r>
              <a:rPr lang="pt-BR" sz="1600" dirty="0"/>
              <a:t>nesse período, ocorrem a redução dos índices pluviométricos e a queda gradual das temperaturas, especialmente nas regiões Sul, Sudeste e partes da região Centro-Oeste do país. Durante essa estação, as condições meteorológicas variam rapidamente, ocorrendo geadas e nevoeiros na região Sul.</a:t>
            </a:r>
          </a:p>
        </p:txBody>
      </p:sp>
      <p:sp>
        <p:nvSpPr>
          <p:cNvPr id="3" name="Botão de ação: Retornar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34A825E-0043-D1DB-F1BD-839EB937854C}"/>
              </a:ext>
            </a:extLst>
          </p:cNvPr>
          <p:cNvSpPr/>
          <p:nvPr/>
        </p:nvSpPr>
        <p:spPr>
          <a:xfrm>
            <a:off x="7839792" y="4608576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072456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9">
          <a:extLst>
            <a:ext uri="{FF2B5EF4-FFF2-40B4-BE49-F238E27FC236}">
              <a16:creationId xmlns:a16="http://schemas.microsoft.com/office/drawing/2014/main" id="{C038315D-C413-20DC-3D77-B2EB57D7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47">
            <a:extLst>
              <a:ext uri="{FF2B5EF4-FFF2-40B4-BE49-F238E27FC236}">
                <a16:creationId xmlns:a16="http://schemas.microsoft.com/office/drawing/2014/main" id="{F91C36AC-1E83-89AC-2C99-0173FB6CE3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2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Estações do ano no Brasil</a:t>
            </a:r>
            <a:endParaRPr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A108195-20A6-7883-9D3D-242723EAD153}"/>
              </a:ext>
            </a:extLst>
          </p:cNvPr>
          <p:cNvSpPr txBox="1"/>
          <p:nvPr/>
        </p:nvSpPr>
        <p:spPr>
          <a:xfrm>
            <a:off x="720000" y="1480929"/>
            <a:ext cx="770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Inverno: </a:t>
            </a:r>
            <a:r>
              <a:rPr lang="pt-BR" sz="1600" dirty="0"/>
              <a:t>estação em que as temperaturas apresentam queda em algumas localidades e elevação em outras. Regiões como Sudeste e Centro-Oeste apresentam, nesse período, o menor índice pluviométrico do ano e baixa umidade do ar. Nas regiões Sudeste e Sul, especialmente, há atuação de frentes frias. Nessa época do ano, é comum a ocorrência de doenças respiratórias, em virtude da baixa umidade do ar.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7120EE-874E-1326-2C3A-751A51EC162A}"/>
              </a:ext>
            </a:extLst>
          </p:cNvPr>
          <p:cNvSpPr txBox="1"/>
          <p:nvPr/>
        </p:nvSpPr>
        <p:spPr>
          <a:xfrm>
            <a:off x="720000" y="3135933"/>
            <a:ext cx="770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Primavera: </a:t>
            </a:r>
            <a:r>
              <a:rPr lang="pt-BR" sz="1600" dirty="0"/>
              <a:t>é um período de mudanças nas temperaturas e aumento gradativo dos índices pluviométricos. Representa a transição entre uma estação muito seca e outra muito úmida. Durante esse período, as regiões Centro-Oeste, Sudeste e Sul apresentam temperaturas que tendem a elevar-se ao longo da estação.</a:t>
            </a:r>
          </a:p>
        </p:txBody>
      </p:sp>
      <p:sp>
        <p:nvSpPr>
          <p:cNvPr id="3" name="Botão de ação: Retornar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F93DE78-7785-DD2D-81F4-1A2D27FB3369}"/>
              </a:ext>
            </a:extLst>
          </p:cNvPr>
          <p:cNvSpPr/>
          <p:nvPr/>
        </p:nvSpPr>
        <p:spPr>
          <a:xfrm>
            <a:off x="7839792" y="4608576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06083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Shape 1739">
          <a:extLst>
            <a:ext uri="{FF2B5EF4-FFF2-40B4-BE49-F238E27FC236}">
              <a16:creationId xmlns:a16="http://schemas.microsoft.com/office/drawing/2014/main" id="{4A128A36-0E44-6B9C-1D04-4F5E9392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47">
            <a:extLst>
              <a:ext uri="{FF2B5EF4-FFF2-40B4-BE49-F238E27FC236}">
                <a16:creationId xmlns:a16="http://schemas.microsoft.com/office/drawing/2014/main" id="{871C4EA9-893E-1CAB-672C-25197CA003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2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Vídeos:</a:t>
            </a:r>
            <a:endParaRPr dirty="0"/>
          </a:p>
        </p:txBody>
      </p:sp>
      <p:pic>
        <p:nvPicPr>
          <p:cNvPr id="2" name="Mídia Online 1" title="Estações do Ano - Brasil Escola">
            <a:hlinkClick r:id="" action="ppaction://media"/>
            <a:extLst>
              <a:ext uri="{FF2B5EF4-FFF2-40B4-BE49-F238E27FC236}">
                <a16:creationId xmlns:a16="http://schemas.microsoft.com/office/drawing/2014/main" id="{E5BD42DC-10EC-B265-15D1-56DBF36BF32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20000" y="1577446"/>
            <a:ext cx="2772918" cy="15665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Mídia Online 2" title="Estações do ano e o movimento de Translação - Quais as Relações?">
            <a:hlinkClick r:id="" action="ppaction://media"/>
            <a:extLst>
              <a:ext uri="{FF2B5EF4-FFF2-40B4-BE49-F238E27FC236}">
                <a16:creationId xmlns:a16="http://schemas.microsoft.com/office/drawing/2014/main" id="{DBBD1CA2-96EE-ED9F-82F1-B6380458F164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6"/>
          <a:stretch>
            <a:fillRect/>
          </a:stretch>
        </p:blipFill>
        <p:spPr>
          <a:xfrm>
            <a:off x="5231040" y="1577446"/>
            <a:ext cx="2772919" cy="15665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Botão de ação: Retornar 5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8CA6E343-6E4B-F7C7-017F-D625081C0789}"/>
              </a:ext>
            </a:extLst>
          </p:cNvPr>
          <p:cNvSpPr/>
          <p:nvPr/>
        </p:nvSpPr>
        <p:spPr>
          <a:xfrm>
            <a:off x="7839792" y="4608576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498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17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Shape 1739">
          <a:extLst>
            <a:ext uri="{FF2B5EF4-FFF2-40B4-BE49-F238E27FC236}">
              <a16:creationId xmlns:a16="http://schemas.microsoft.com/office/drawing/2014/main" id="{4A128A36-0E44-6B9C-1D04-4F5E9392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47">
            <a:extLst>
              <a:ext uri="{FF2B5EF4-FFF2-40B4-BE49-F238E27FC236}">
                <a16:creationId xmlns:a16="http://schemas.microsoft.com/office/drawing/2014/main" id="{871C4EA9-893E-1CAB-672C-25197CA003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2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Referência:</a:t>
            </a:r>
            <a:endParaRPr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5B8CB94-9969-C975-B801-61D163D6CAA0}"/>
              </a:ext>
            </a:extLst>
          </p:cNvPr>
          <p:cNvSpPr txBox="1"/>
          <p:nvPr/>
        </p:nvSpPr>
        <p:spPr>
          <a:xfrm>
            <a:off x="720000" y="1384310"/>
            <a:ext cx="45902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https://mundoeducacao.uol.com.br/geografia/as-estacoes-ano.htm</a:t>
            </a:r>
          </a:p>
        </p:txBody>
      </p:sp>
      <p:sp>
        <p:nvSpPr>
          <p:cNvPr id="2" name="Botão de ação: Retornar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2BB6E24-5455-B2D8-43B3-B26038B46C49}"/>
              </a:ext>
            </a:extLst>
          </p:cNvPr>
          <p:cNvSpPr/>
          <p:nvPr/>
        </p:nvSpPr>
        <p:spPr>
          <a:xfrm>
            <a:off x="7839792" y="4608576"/>
            <a:ext cx="267888" cy="304800"/>
          </a:xfrm>
          <a:prstGeom prst="actionButtonReturn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98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" grpId="0"/>
    </p:bldLst>
  </p:timing>
</p:sld>
</file>

<file path=ppt/theme/theme1.xml><?xml version="1.0" encoding="utf-8"?>
<a:theme xmlns:a="http://schemas.openxmlformats.org/drawingml/2006/main" name="Seasons of the Year by Slidesgo">
  <a:themeElements>
    <a:clrScheme name="Simple Light">
      <a:dk1>
        <a:srgbClr val="2E3840"/>
      </a:dk1>
      <a:lt1>
        <a:srgbClr val="FFFFFF"/>
      </a:lt1>
      <a:dk2>
        <a:srgbClr val="6FA8DC"/>
      </a:dk2>
      <a:lt2>
        <a:srgbClr val="BD8445"/>
      </a:lt2>
      <a:accent1>
        <a:srgbClr val="E17D00"/>
      </a:accent1>
      <a:accent2>
        <a:srgbClr val="F2B93A"/>
      </a:accent2>
      <a:accent3>
        <a:srgbClr val="829D4A"/>
      </a:accent3>
      <a:accent4>
        <a:srgbClr val="08867B"/>
      </a:accent4>
      <a:accent5>
        <a:srgbClr val="9876C1"/>
      </a:accent5>
      <a:accent6>
        <a:srgbClr val="FE5D78"/>
      </a:accent6>
      <a:hlink>
        <a:srgbClr val="2E38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1013</Words>
  <Application>Microsoft Office PowerPoint</Application>
  <PresentationFormat>Apresentação na tela (16:9)</PresentationFormat>
  <Paragraphs>93</Paragraphs>
  <Slides>19</Slides>
  <Notes>18</Notes>
  <HiddenSlides>0</HiddenSlides>
  <MMClips>2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7" baseType="lpstr">
      <vt:lpstr>system-ui</vt:lpstr>
      <vt:lpstr>Bebas Neue</vt:lpstr>
      <vt:lpstr>Days One</vt:lpstr>
      <vt:lpstr>Arial</vt:lpstr>
      <vt:lpstr>Anaheim</vt:lpstr>
      <vt:lpstr>Anuphan</vt:lpstr>
      <vt:lpstr>Nunito Light</vt:lpstr>
      <vt:lpstr>Seasons of the Year by Slidesgo</vt:lpstr>
      <vt:lpstr>ESTAÇÕES DO ANO</vt:lpstr>
      <vt:lpstr>Sumário</vt:lpstr>
      <vt:lpstr>Estações do ano </vt:lpstr>
      <vt:lpstr>CARACTERÍSTICAS DAS ESTAÇÕES DO ANO</vt:lpstr>
      <vt:lpstr>Verão</vt:lpstr>
      <vt:lpstr>Outono</vt:lpstr>
      <vt:lpstr>Inverno</vt:lpstr>
      <vt:lpstr>Primavera</vt:lpstr>
      <vt:lpstr>Estações do ano no Hemisfério Norte:   </vt:lpstr>
      <vt:lpstr>Estações do ano no Hemisfério Sul:   </vt:lpstr>
      <vt:lpstr>Ordem das Estações do ano no hemisfério Norte:</vt:lpstr>
      <vt:lpstr>Ordem das Estações do ano no hemisfério Sul:</vt:lpstr>
      <vt:lpstr>Por que existem as estações do ano?</vt:lpstr>
      <vt:lpstr>Solstício e Equinócio</vt:lpstr>
      <vt:lpstr>Estações do ano no Brasil</vt:lpstr>
      <vt:lpstr>Estações do ano no Brasil</vt:lpstr>
      <vt:lpstr>Estações do ano no Brasil</vt:lpstr>
      <vt:lpstr>Vídeos:</vt:lpstr>
      <vt:lpstr>Referência: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Usuário Local</dc:creator>
  <cp:lastModifiedBy>Usuário Local</cp:lastModifiedBy>
  <cp:revision>2</cp:revision>
  <dcterms:modified xsi:type="dcterms:W3CDTF">2026-04-06T16:46:02Z</dcterms:modified>
</cp:coreProperties>
</file>